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5550-5E48-456F-801C-3A16A251C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6731BD-4003-4827-BCB2-44956B25E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D021B-4102-4E9E-A414-CEFFB7747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EF42-3A22-40CA-AC05-23F6F3E51529}" type="datetimeFigureOut">
              <a:rPr lang="en-ID" smtClean="0"/>
              <a:t>01/04/2021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61983-41A3-428A-856C-61F930E68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5B635-992A-4D31-8AB6-973B211DA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2294-C148-49A3-A3EA-25961E075B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9350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05589-3CE6-4B3E-B4C2-5FFDB9E2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8519E-0504-495D-AEC3-5E6A7EB2C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0A184-9C3E-4A29-A2A9-BA5D88CE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EF42-3A22-40CA-AC05-23F6F3E51529}" type="datetimeFigureOut">
              <a:rPr lang="en-ID" smtClean="0"/>
              <a:t>01/04/2021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26D73-1B55-40EF-8A9F-9887DD011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8B1EF-7D57-48C3-8A80-D7B8A182C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2294-C148-49A3-A3EA-25961E075B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80522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E992E-5C11-49DD-B4C9-44FD0436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DE4EC-D688-459A-A144-004C0B740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5C242-78BA-4B45-8388-F53A43C72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EF42-3A22-40CA-AC05-23F6F3E51529}" type="datetimeFigureOut">
              <a:rPr lang="en-ID" smtClean="0"/>
              <a:t>01/04/2021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1FAA1-F1D8-4D65-914F-312219F6B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72999-0318-47B1-B37D-793C808D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2294-C148-49A3-A3EA-25961E075B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20852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7D286-02BD-40D2-BE4C-AAD77C556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7DAAC-A41B-4A90-A33B-EB66BBD47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933F91-0EDA-41F2-B9D1-7F99FA651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0527B6-5087-463A-819C-3DE102FBC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EF42-3A22-40CA-AC05-23F6F3E51529}" type="datetimeFigureOut">
              <a:rPr lang="en-ID" smtClean="0"/>
              <a:t>01/04/2021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671E6-3581-47AC-AA5D-7AEAB1F1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974B0-CF92-47C2-A0C3-7E5C21831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2294-C148-49A3-A3EA-25961E075B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27097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910F2-CBCD-4280-BDC3-219DFE383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C2311-E656-470B-935C-15C3527F3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F5FFE2-83A1-4364-BF96-D5DC89A22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F16874-0026-4C98-B363-6AB2C0B3E2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EC5F1-9A7F-4DA3-8E16-9BF4156164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32B526-2E39-4635-AA7C-BCE637EA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EF42-3A22-40CA-AC05-23F6F3E51529}" type="datetimeFigureOut">
              <a:rPr lang="en-ID" smtClean="0"/>
              <a:t>01/04/2021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76961A-4AA3-47BA-B0DB-33A6EE150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4B61C2-EFA8-4072-8231-DD870C470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2294-C148-49A3-A3EA-25961E075B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20750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AD9C-A1A5-4708-BAB5-6798E8322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DFEE1-1AA5-4422-8486-CFFA3CCA9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EF42-3A22-40CA-AC05-23F6F3E51529}" type="datetimeFigureOut">
              <a:rPr lang="en-ID" smtClean="0"/>
              <a:t>01/04/2021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3F7C3-EF23-4867-BAC2-7250BC22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EF045E-D234-4302-BA90-60FB1134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2294-C148-49A3-A3EA-25961E075B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71533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727D25-DC61-420F-879E-4C788FB96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EF42-3A22-40CA-AC05-23F6F3E51529}" type="datetimeFigureOut">
              <a:rPr lang="en-ID" smtClean="0"/>
              <a:t>01/04/2021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66B5E-68F5-4BFE-B1AE-ED7ADE0B4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B0D60-9C9F-4C17-9689-D30DD42BF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2294-C148-49A3-A3EA-25961E075B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2173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65194-A406-4B19-B0D2-7285C375D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233CA-47B5-4D8C-89DB-B91CD657C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6446F-4B25-477C-8C2B-BD432C160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09C27-4722-410C-8FEF-BACA3CB20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EF42-3A22-40CA-AC05-23F6F3E51529}" type="datetimeFigureOut">
              <a:rPr lang="en-ID" smtClean="0"/>
              <a:t>01/04/2021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F3E19-4E84-4F52-A4BA-226848EF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1C6715-E608-4355-9532-2449D61A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2294-C148-49A3-A3EA-25961E075B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4893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EF46F-4990-4CC0-BDB2-A0BB1D5B8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D29DF4-16CC-40DB-91F4-03A8A65AB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1199AD-CCDC-44CA-BA4E-F52DBBA81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DE38C-A3D5-4BE9-B294-C1A298D0D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EF42-3A22-40CA-AC05-23F6F3E51529}" type="datetimeFigureOut">
              <a:rPr lang="en-ID" smtClean="0"/>
              <a:t>01/04/2021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D9A82-FE00-4EBB-B1C2-F266503E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C2F00-3F32-42BE-A8DB-52399F83E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2294-C148-49A3-A3EA-25961E075B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697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2C646-8531-41F9-8499-60BE7A5D9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1B88A1-507F-4610-8777-B674E336E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CC5FD-9681-46CD-AFF8-34B381B15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EF42-3A22-40CA-AC05-23F6F3E51529}" type="datetimeFigureOut">
              <a:rPr lang="en-ID" smtClean="0"/>
              <a:t>01/04/2021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322BA-1ABB-4A50-94BF-69FFA8B83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9665E-827D-4C2C-9FFF-82CC1C842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2294-C148-49A3-A3EA-25961E075B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29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B9E58B-5AD4-480C-95B4-35B34D90A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364363-E7A5-41C3-B317-AEBE39439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498E9-862C-453A-AF14-E15042B7B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EF42-3A22-40CA-AC05-23F6F3E51529}" type="datetimeFigureOut">
              <a:rPr lang="en-ID" smtClean="0"/>
              <a:t>01/04/2021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79A56-A0FD-4F60-8A36-AFB2E6F22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416A6-4933-48DC-8554-7D856192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2294-C148-49A3-A3EA-25961E075B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5097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15AE5-8753-418A-8CFA-9456B7D12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2C6D5-878D-4B02-A4B2-27050FF38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0B50D-859E-4B32-86A8-F6E332945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8EF42-3A22-40CA-AC05-23F6F3E51529}" type="datetimeFigureOut">
              <a:rPr lang="en-ID" smtClean="0"/>
              <a:t>01/04/2021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73938-E5F4-497A-A7AE-4126DD314F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76429-638E-4969-B9FD-E786802E1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F2294-C148-49A3-A3EA-25961E075B2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126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02263-4BE2-4CF6-A01F-D139AA0822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E6B81-2636-47FE-BFCC-62D58FD847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3923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3C9B3DE-EC2F-480D-9BDA-E3B1EC347F25}"/>
              </a:ext>
            </a:extLst>
          </p:cNvPr>
          <p:cNvGrpSpPr/>
          <p:nvPr/>
        </p:nvGrpSpPr>
        <p:grpSpPr>
          <a:xfrm>
            <a:off x="206061" y="319824"/>
            <a:ext cx="11629624" cy="6005847"/>
            <a:chOff x="206061" y="319824"/>
            <a:chExt cx="10612191" cy="60058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EB31FF1-54B1-49E2-8CA6-00C27E89C133}"/>
                </a:ext>
              </a:extLst>
            </p:cNvPr>
            <p:cNvSpPr/>
            <p:nvPr/>
          </p:nvSpPr>
          <p:spPr>
            <a:xfrm>
              <a:off x="206062" y="2459863"/>
              <a:ext cx="3329191" cy="172576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Masalah</a:t>
              </a:r>
              <a:r>
                <a:rPr lang="en-US" dirty="0"/>
                <a:t> </a:t>
              </a:r>
              <a:r>
                <a:rPr lang="en-US" dirty="0" err="1"/>
                <a:t>Khusus</a:t>
              </a:r>
              <a:r>
                <a:rPr lang="en-US" dirty="0"/>
                <a:t> : </a:t>
              </a:r>
              <a:r>
                <a:rPr lang="en-US" dirty="0" err="1"/>
                <a:t>Tidak</a:t>
              </a:r>
              <a:r>
                <a:rPr lang="en-US" dirty="0"/>
                <a:t> </a:t>
              </a:r>
              <a:r>
                <a:rPr lang="en-US" dirty="0" err="1"/>
                <a:t>ada</a:t>
              </a:r>
              <a:r>
                <a:rPr lang="en-US" dirty="0"/>
                <a:t> model yang </a:t>
              </a:r>
              <a:r>
                <a:rPr lang="en-US" dirty="0" err="1"/>
                <a:t>dapat</a:t>
              </a:r>
              <a:r>
                <a:rPr lang="en-US" dirty="0"/>
                <a:t> </a:t>
              </a:r>
              <a:r>
                <a:rPr lang="en-US" dirty="0" err="1"/>
                <a:t>memprediksi</a:t>
              </a:r>
              <a:r>
                <a:rPr lang="en-US" dirty="0"/>
                <a:t> </a:t>
              </a:r>
              <a:r>
                <a:rPr lang="en-US" dirty="0" err="1"/>
                <a:t>senyawa</a:t>
              </a:r>
              <a:r>
                <a:rPr lang="en-US" dirty="0"/>
                <a:t> </a:t>
              </a:r>
              <a:r>
                <a:rPr lang="en-US" dirty="0" err="1"/>
                <a:t>kimia</a:t>
              </a:r>
              <a:r>
                <a:rPr lang="en-US" dirty="0"/>
                <a:t> yang </a:t>
              </a:r>
              <a:r>
                <a:rPr lang="en-US" dirty="0" err="1"/>
                <a:t>dihasilkan</a:t>
              </a:r>
              <a:r>
                <a:rPr lang="en-US" dirty="0"/>
                <a:t> virus COVID19 yang </a:t>
              </a:r>
              <a:r>
                <a:rPr lang="en-US" dirty="0" err="1"/>
                <a:t>telah</a:t>
              </a:r>
              <a:r>
                <a:rPr lang="en-US" dirty="0"/>
                <a:t> </a:t>
              </a:r>
              <a:r>
                <a:rPr lang="en-US" dirty="0" err="1"/>
                <a:t>bermutasi</a:t>
              </a:r>
              <a:endParaRPr lang="en-ID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A444737-6C19-417B-B256-28865BCFC2A8}"/>
                </a:ext>
              </a:extLst>
            </p:cNvPr>
            <p:cNvSpPr/>
            <p:nvPr/>
          </p:nvSpPr>
          <p:spPr>
            <a:xfrm>
              <a:off x="5477814" y="319824"/>
              <a:ext cx="5340438" cy="172576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Hipotesis</a:t>
              </a:r>
              <a:r>
                <a:rPr lang="en-US" dirty="0"/>
                <a:t> : Deep Learning </a:t>
              </a:r>
              <a:r>
                <a:rPr lang="en-US" dirty="0" err="1"/>
                <a:t>dapat</a:t>
              </a:r>
              <a:r>
                <a:rPr lang="en-US" dirty="0"/>
                <a:t> </a:t>
              </a:r>
              <a:r>
                <a:rPr lang="en-US" dirty="0" err="1"/>
                <a:t>digunakan</a:t>
              </a:r>
              <a:r>
                <a:rPr lang="en-US" dirty="0"/>
                <a:t> </a:t>
              </a:r>
              <a:r>
                <a:rPr lang="en-US" dirty="0" err="1"/>
                <a:t>untuk</a:t>
              </a:r>
              <a:r>
                <a:rPr lang="en-US" dirty="0"/>
                <a:t> </a:t>
              </a:r>
              <a:r>
                <a:rPr lang="en-US" dirty="0" err="1"/>
                <a:t>membuat</a:t>
              </a:r>
              <a:r>
                <a:rPr lang="en-US" dirty="0"/>
                <a:t> model </a:t>
              </a:r>
              <a:r>
                <a:rPr lang="en-US" dirty="0" err="1"/>
                <a:t>prediksi</a:t>
              </a:r>
              <a:r>
                <a:rPr lang="en-US" dirty="0"/>
                <a:t> </a:t>
              </a:r>
              <a:r>
                <a:rPr lang="en-US" dirty="0" err="1"/>
                <a:t>senyawa</a:t>
              </a:r>
              <a:r>
                <a:rPr lang="en-US" dirty="0"/>
                <a:t> </a:t>
              </a:r>
              <a:r>
                <a:rPr lang="en-US" dirty="0" err="1"/>
                <a:t>kimia</a:t>
              </a:r>
              <a:r>
                <a:rPr lang="en-US" dirty="0"/>
                <a:t> yang </a:t>
              </a:r>
              <a:r>
                <a:rPr lang="en-US" dirty="0" err="1"/>
                <a:t>akan</a:t>
              </a:r>
              <a:r>
                <a:rPr lang="en-US" dirty="0"/>
                <a:t> </a:t>
              </a:r>
              <a:r>
                <a:rPr lang="en-US" dirty="0" err="1"/>
                <a:t>dihasilkan</a:t>
              </a:r>
              <a:r>
                <a:rPr lang="en-US" dirty="0"/>
                <a:t> oleh virus COVID19 yang </a:t>
              </a:r>
              <a:r>
                <a:rPr lang="en-US" dirty="0" err="1"/>
                <a:t>telah</a:t>
              </a:r>
              <a:r>
                <a:rPr lang="en-US" dirty="0"/>
                <a:t> </a:t>
              </a:r>
              <a:r>
                <a:rPr lang="en-US" dirty="0" err="1"/>
                <a:t>bermutasi</a:t>
              </a:r>
              <a:r>
                <a:rPr lang="en-US" dirty="0"/>
                <a:t> </a:t>
              </a:r>
              <a:r>
                <a:rPr lang="en-US" dirty="0" err="1"/>
                <a:t>dengan</a:t>
              </a:r>
              <a:r>
                <a:rPr lang="en-US" dirty="0"/>
                <a:t> </a:t>
              </a:r>
              <a:r>
                <a:rPr lang="en-US" dirty="0" err="1"/>
                <a:t>tingkat</a:t>
              </a:r>
              <a:r>
                <a:rPr lang="en-US" dirty="0"/>
                <a:t> </a:t>
              </a:r>
              <a:r>
                <a:rPr lang="en-US" dirty="0" err="1"/>
                <a:t>akurasi</a:t>
              </a:r>
              <a:r>
                <a:rPr lang="en-US" dirty="0"/>
                <a:t> di </a:t>
              </a:r>
              <a:r>
                <a:rPr lang="en-US" dirty="0" err="1"/>
                <a:t>atas</a:t>
              </a:r>
              <a:r>
                <a:rPr lang="en-US" dirty="0"/>
                <a:t> 75%.</a:t>
              </a:r>
              <a:endParaRPr lang="en-ID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400F23-BA5A-466A-B881-969BD5C5B93E}"/>
                </a:ext>
              </a:extLst>
            </p:cNvPr>
            <p:cNvSpPr/>
            <p:nvPr/>
          </p:nvSpPr>
          <p:spPr>
            <a:xfrm>
              <a:off x="7708004" y="2459862"/>
              <a:ext cx="3110248" cy="172576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Referensi</a:t>
              </a:r>
              <a:r>
                <a:rPr lang="en-US" dirty="0"/>
                <a:t> : Deep Learning (RNN), </a:t>
              </a:r>
              <a:r>
                <a:rPr lang="en-US" dirty="0" err="1"/>
                <a:t>Mutasi</a:t>
              </a:r>
              <a:r>
                <a:rPr lang="en-US" dirty="0"/>
                <a:t> Virus, Genomics, Model </a:t>
              </a:r>
              <a:r>
                <a:rPr lang="en-US" dirty="0" err="1"/>
                <a:t>DeepSEA</a:t>
              </a:r>
              <a:r>
                <a:rPr lang="en-US" dirty="0"/>
                <a:t> (Zhou, 2015), Model </a:t>
              </a:r>
              <a:r>
                <a:rPr lang="en-US" dirty="0" err="1"/>
                <a:t>DanQ</a:t>
              </a:r>
              <a:r>
                <a:rPr lang="en-US" dirty="0"/>
                <a:t> (Quang, 2016)</a:t>
              </a:r>
              <a:endParaRPr lang="en-ID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F2E0526-5544-4DC5-92A3-22DB037479A1}"/>
                </a:ext>
              </a:extLst>
            </p:cNvPr>
            <p:cNvSpPr/>
            <p:nvPr/>
          </p:nvSpPr>
          <p:spPr>
            <a:xfrm>
              <a:off x="4095482" y="4599902"/>
              <a:ext cx="3052293" cy="172576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Output : Model yang </a:t>
              </a:r>
              <a:r>
                <a:rPr lang="en-US" dirty="0" err="1"/>
                <a:t>dapat</a:t>
              </a:r>
              <a:r>
                <a:rPr lang="en-US" dirty="0"/>
                <a:t> </a:t>
              </a:r>
              <a:r>
                <a:rPr lang="en-US" dirty="0" err="1"/>
                <a:t>memprediksi</a:t>
              </a:r>
              <a:r>
                <a:rPr lang="en-US" dirty="0"/>
                <a:t> </a:t>
              </a:r>
              <a:r>
                <a:rPr lang="en-US" dirty="0" err="1"/>
                <a:t>senyawa</a:t>
              </a:r>
              <a:r>
                <a:rPr lang="en-US" dirty="0"/>
                <a:t> </a:t>
              </a:r>
              <a:r>
                <a:rPr lang="en-US" dirty="0" err="1"/>
                <a:t>kimia</a:t>
              </a:r>
              <a:r>
                <a:rPr lang="en-US" dirty="0"/>
                <a:t> virus COVID19 yang </a:t>
              </a:r>
              <a:r>
                <a:rPr lang="en-US" dirty="0" err="1"/>
                <a:t>telah</a:t>
              </a:r>
              <a:r>
                <a:rPr lang="en-US" dirty="0"/>
                <a:t> </a:t>
              </a:r>
              <a:r>
                <a:rPr lang="en-US" dirty="0" err="1"/>
                <a:t>bermutasi</a:t>
              </a:r>
              <a:r>
                <a:rPr lang="en-US" dirty="0"/>
                <a:t> </a:t>
              </a:r>
              <a:r>
                <a:rPr lang="en-US" dirty="0" err="1"/>
                <a:t>dengan</a:t>
              </a:r>
              <a:r>
                <a:rPr lang="en-US" dirty="0"/>
                <a:t> </a:t>
              </a:r>
              <a:r>
                <a:rPr lang="en-US" dirty="0" err="1"/>
                <a:t>tingkat</a:t>
              </a:r>
              <a:r>
                <a:rPr lang="en-US" dirty="0"/>
                <a:t> </a:t>
              </a:r>
              <a:r>
                <a:rPr lang="en-US" dirty="0" err="1"/>
                <a:t>akurasi</a:t>
              </a:r>
              <a:r>
                <a:rPr lang="en-US" dirty="0"/>
                <a:t> 75%.</a:t>
              </a:r>
              <a:endParaRPr lang="en-ID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46EFF0C-D102-4D2A-B9EE-59CBB14E867F}"/>
                </a:ext>
              </a:extLst>
            </p:cNvPr>
            <p:cNvSpPr/>
            <p:nvPr/>
          </p:nvSpPr>
          <p:spPr>
            <a:xfrm>
              <a:off x="206061" y="319825"/>
              <a:ext cx="4829577" cy="172576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Masalah</a:t>
              </a:r>
              <a:r>
                <a:rPr lang="en-US" dirty="0"/>
                <a:t> </a:t>
              </a:r>
              <a:r>
                <a:rPr lang="en-US" dirty="0" err="1"/>
                <a:t>Umum</a:t>
              </a:r>
              <a:r>
                <a:rPr lang="en-US" dirty="0"/>
                <a:t> : Virus COVID19 </a:t>
              </a:r>
              <a:r>
                <a:rPr lang="en-US" dirty="0" err="1"/>
                <a:t>dapat</a:t>
              </a:r>
              <a:r>
                <a:rPr lang="en-US" dirty="0"/>
                <a:t> </a:t>
              </a:r>
              <a:r>
                <a:rPr lang="en-US" dirty="0" err="1"/>
                <a:t>bermutasi</a:t>
              </a:r>
              <a:r>
                <a:rPr lang="en-US" dirty="0"/>
                <a:t> dan </a:t>
              </a:r>
              <a:r>
                <a:rPr lang="en-US" dirty="0" err="1"/>
                <a:t>senyawa</a:t>
              </a:r>
              <a:r>
                <a:rPr lang="en-US" dirty="0"/>
                <a:t> </a:t>
              </a:r>
              <a:r>
                <a:rPr lang="en-US" dirty="0" err="1"/>
                <a:t>hasil</a:t>
              </a:r>
              <a:r>
                <a:rPr lang="en-US" dirty="0"/>
                <a:t> </a:t>
              </a:r>
              <a:r>
                <a:rPr lang="en-US" dirty="0" err="1"/>
                <a:t>mutasi</a:t>
              </a:r>
              <a:r>
                <a:rPr lang="en-US" dirty="0"/>
                <a:t> </a:t>
              </a:r>
              <a:r>
                <a:rPr lang="en-US" dirty="0" err="1"/>
                <a:t>tersebut</a:t>
              </a:r>
              <a:r>
                <a:rPr lang="en-US" dirty="0"/>
                <a:t> </a:t>
              </a:r>
              <a:r>
                <a:rPr lang="en-US" dirty="0" err="1"/>
                <a:t>belum</a:t>
              </a:r>
              <a:r>
                <a:rPr lang="en-US" dirty="0"/>
                <a:t> </a:t>
              </a:r>
              <a:r>
                <a:rPr lang="en-US" dirty="0" err="1"/>
                <a:t>diprediksi</a:t>
              </a:r>
              <a:r>
                <a:rPr lang="en-US" dirty="0"/>
                <a:t> </a:t>
              </a:r>
              <a:r>
                <a:rPr lang="en-US" dirty="0" err="1"/>
                <a:t>sehingga</a:t>
              </a:r>
              <a:r>
                <a:rPr lang="en-US" dirty="0"/>
                <a:t> </a:t>
              </a:r>
              <a:r>
                <a:rPr lang="en-US" dirty="0" err="1"/>
                <a:t>obat</a:t>
              </a:r>
              <a:r>
                <a:rPr lang="en-US" dirty="0"/>
                <a:t> </a:t>
              </a:r>
              <a:r>
                <a:rPr lang="en-US" dirty="0" err="1"/>
                <a:t>untuk</a:t>
              </a:r>
              <a:r>
                <a:rPr lang="en-US" dirty="0"/>
                <a:t> </a:t>
              </a:r>
              <a:r>
                <a:rPr lang="en-US" dirty="0" err="1"/>
                <a:t>menangkal</a:t>
              </a:r>
              <a:r>
                <a:rPr lang="en-US" dirty="0"/>
                <a:t> </a:t>
              </a:r>
              <a:r>
                <a:rPr lang="en-US" dirty="0" err="1"/>
                <a:t>varian</a:t>
              </a:r>
              <a:r>
                <a:rPr lang="en-US" dirty="0"/>
                <a:t> </a:t>
              </a:r>
              <a:r>
                <a:rPr lang="en-US" dirty="0" err="1"/>
                <a:t>baru</a:t>
              </a:r>
              <a:r>
                <a:rPr lang="en-US" dirty="0"/>
                <a:t> </a:t>
              </a:r>
              <a:r>
                <a:rPr lang="en-US" dirty="0" err="1"/>
                <a:t>tersebut</a:t>
              </a:r>
              <a:r>
                <a:rPr lang="en-US" dirty="0"/>
                <a:t> </a:t>
              </a:r>
              <a:r>
                <a:rPr lang="en-US" dirty="0" err="1"/>
                <a:t>belum</a:t>
              </a:r>
              <a:r>
                <a:rPr lang="en-US" dirty="0"/>
                <a:t> </a:t>
              </a:r>
              <a:r>
                <a:rPr lang="en-US" dirty="0" err="1"/>
                <a:t>bisa</a:t>
              </a:r>
              <a:r>
                <a:rPr lang="en-US" dirty="0"/>
                <a:t> </a:t>
              </a:r>
              <a:r>
                <a:rPr lang="en-US" dirty="0" err="1"/>
                <a:t>dibuat</a:t>
              </a:r>
              <a:r>
                <a:rPr lang="en-US" dirty="0"/>
                <a:t>.</a:t>
              </a:r>
              <a:endParaRPr lang="en-ID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A77235C-AFA6-47DE-A36C-DFBF41226E78}"/>
                </a:ext>
              </a:extLst>
            </p:cNvPr>
            <p:cNvSpPr/>
            <p:nvPr/>
          </p:nvSpPr>
          <p:spPr>
            <a:xfrm>
              <a:off x="4095482" y="2459863"/>
              <a:ext cx="3052293" cy="172576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Judul</a:t>
              </a:r>
              <a:r>
                <a:rPr lang="en-US" dirty="0"/>
                <a:t> : </a:t>
              </a:r>
              <a:r>
                <a:rPr lang="en-US" dirty="0" err="1"/>
                <a:t>Pemodelan</a:t>
              </a:r>
              <a:r>
                <a:rPr lang="en-US" dirty="0"/>
                <a:t> </a:t>
              </a:r>
              <a:r>
                <a:rPr lang="en-US" dirty="0" err="1"/>
                <a:t>Prediksi</a:t>
              </a:r>
              <a:r>
                <a:rPr lang="en-US" dirty="0"/>
                <a:t> </a:t>
              </a:r>
              <a:r>
                <a:rPr lang="en-US" dirty="0" err="1"/>
                <a:t>Senyawa</a:t>
              </a:r>
              <a:r>
                <a:rPr lang="en-US" dirty="0"/>
                <a:t> Kimia yang </a:t>
              </a:r>
              <a:r>
                <a:rPr lang="en-US" dirty="0" err="1"/>
                <a:t>dihasilkan</a:t>
              </a:r>
              <a:r>
                <a:rPr lang="en-US" dirty="0"/>
                <a:t> oleh Virus COVID19 </a:t>
              </a:r>
              <a:r>
                <a:rPr lang="en-US" dirty="0" err="1"/>
                <a:t>dengan</a:t>
              </a:r>
              <a:r>
                <a:rPr lang="en-US" dirty="0"/>
                <a:t> </a:t>
              </a:r>
              <a:r>
                <a:rPr lang="en-US" dirty="0" err="1"/>
                <a:t>menggunakan</a:t>
              </a:r>
              <a:r>
                <a:rPr lang="en-US" dirty="0"/>
                <a:t> Deep Learning</a:t>
              </a:r>
              <a:endParaRPr lang="en-ID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600C2BE-38B9-4F3D-B87E-4564CDAF2A48}"/>
                </a:ext>
              </a:extLst>
            </p:cNvPr>
            <p:cNvCxnSpPr>
              <a:cxnSpLocks/>
              <a:stCxn id="8" idx="2"/>
              <a:endCxn id="4" idx="0"/>
            </p:cNvCxnSpPr>
            <p:nvPr/>
          </p:nvCxnSpPr>
          <p:spPr>
            <a:xfrm flipH="1">
              <a:off x="1870658" y="2045593"/>
              <a:ext cx="750192" cy="41427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6109583-6383-4CA4-B93D-680F5A430ED3}"/>
                </a:ext>
              </a:extLst>
            </p:cNvPr>
            <p:cNvCxnSpPr>
              <a:cxnSpLocks/>
              <a:stCxn id="4" idx="3"/>
              <a:endCxn id="9" idx="1"/>
            </p:cNvCxnSpPr>
            <p:nvPr/>
          </p:nvCxnSpPr>
          <p:spPr>
            <a:xfrm>
              <a:off x="3535253" y="3322748"/>
              <a:ext cx="560229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AF07DA3-D146-4EA2-A794-237B35077F45}"/>
                </a:ext>
              </a:extLst>
            </p:cNvPr>
            <p:cNvCxnSpPr>
              <a:cxnSpLocks/>
              <a:stCxn id="5" idx="2"/>
              <a:endCxn id="9" idx="0"/>
            </p:cNvCxnSpPr>
            <p:nvPr/>
          </p:nvCxnSpPr>
          <p:spPr>
            <a:xfrm flipH="1">
              <a:off x="5621629" y="2045593"/>
              <a:ext cx="2526404" cy="41427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9099099-3C23-49E1-BBC4-B7EDCBA33F6B}"/>
                </a:ext>
              </a:extLst>
            </p:cNvPr>
            <p:cNvCxnSpPr>
              <a:cxnSpLocks/>
              <a:stCxn id="6" idx="1"/>
              <a:endCxn id="9" idx="3"/>
            </p:cNvCxnSpPr>
            <p:nvPr/>
          </p:nvCxnSpPr>
          <p:spPr>
            <a:xfrm flipH="1">
              <a:off x="7147775" y="3322747"/>
              <a:ext cx="560229" cy="1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6E13389-22C9-498F-A36F-2C47DF373F4F}"/>
                </a:ext>
              </a:extLst>
            </p:cNvPr>
            <p:cNvCxnSpPr>
              <a:cxnSpLocks/>
              <a:stCxn id="9" idx="2"/>
              <a:endCxn id="7" idx="0"/>
            </p:cNvCxnSpPr>
            <p:nvPr/>
          </p:nvCxnSpPr>
          <p:spPr>
            <a:xfrm>
              <a:off x="5621628" y="4185632"/>
              <a:ext cx="0" cy="41427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1326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130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Anwari Leksono</dc:creator>
  <cp:lastModifiedBy>Muhammad Anwari Leksono</cp:lastModifiedBy>
  <cp:revision>9</cp:revision>
  <dcterms:created xsi:type="dcterms:W3CDTF">2021-04-01T03:03:49Z</dcterms:created>
  <dcterms:modified xsi:type="dcterms:W3CDTF">2021-04-01T03:53:31Z</dcterms:modified>
</cp:coreProperties>
</file>