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C814-7DC5-4CA3-960D-2CA3DCC0D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0D2B2-6346-452C-9D0F-EF74DB7F5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B670A-077E-41BC-BFF2-0AA5E9D2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29D0B-9D60-41D7-93FA-FB4CE449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0B408-C413-4A9D-AA9E-2087B5338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5112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1CCA-8DCE-47B8-A827-ED29F2B09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09319-5557-4047-BB8B-C0337F7F7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764FA-0CE4-486F-AB1C-772F38204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23F69-3016-4CC1-9C19-4C2A8358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3275E-5383-45AE-872B-2CBA23D6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39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3F661-6840-4D42-BAB0-84C9C874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F8B74-3039-4CEA-BE7E-62921F858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D026F-B814-4FBE-BA09-70669422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8C01E-F27C-45E2-9861-07CE7A7C2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9C6B2-5A2F-4B92-8EBD-823065CE0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371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E0F8-BFAA-48C3-8D93-0C058E35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8E011-9E9A-484F-85D1-F2D55B7DD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54E2E-B14D-4FFC-A82F-7FEB095D37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AC145-3167-49A7-894F-77E2AEA7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2E71B-DC18-4A48-A4A1-283B71F6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AAEA2-6325-4447-9112-720BD8B0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873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1E1A-7A10-4861-8BBC-A814E454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C9DA9-B581-4CFF-BF88-44612E48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9C8B2-D4D0-40FA-8181-2CA35DAE3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EEE76F-F483-4EB1-BF7C-962C3B9C8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A324F-C74B-47A3-BCA0-F880120A2F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92C7AB-4159-4936-B234-FF758F062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F293C-430A-44D5-9B33-4D0771FCF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C65897-7D66-48D5-97ED-AB64454B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51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609D-C01A-452D-A881-A17A2484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59178-4357-4ADF-8201-82B9B448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BE7BD7-3A34-4C38-9145-A98D5BD7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9CCE7-60E0-46FC-9FE6-D9823BFC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068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D9DB6-23E0-47D7-A4E6-FB64E858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21E28-7E0E-4F5A-BE61-417473585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B81A8-35B1-4644-BEE0-38FC22DC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893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4CA9-ECF5-45CF-A591-176BD2495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536AF-1504-4B54-8862-DCDB812CD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3EF6E-E169-40CD-AA65-8E6AD083F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69781-422B-4DB3-BDD8-8425BAEA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A0F4F-0DD0-456B-A06B-1B95FEDC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6DD31-581E-4F82-B273-80F39C88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6999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107A3-5A13-4288-90DA-4CEB1D37C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8AC06-48C1-46EA-B62B-FCBF84B21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0C027-4068-44CC-8D43-708621AF6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AE227-5BA4-4615-BB53-BEAD5AEC8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9BB6F-E970-4ECE-A725-43895A64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12134-449A-4292-BABE-EC2CC136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5303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2884-E36F-42E4-B136-7CB8D03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BCE00-0092-4FED-A79A-7E3771BB2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6C312-6550-4441-ACCB-40466CB7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D6C52-10C8-42DC-8167-68F58130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14532-5A37-4A3C-972C-1DBE6114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9876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A7FEA1-8102-4A32-8042-CDF91ED6B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50D32-B0D6-4897-BCAA-8D90D1BA2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5CD0E-5A60-462C-9875-3177BE42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2E843-23C9-4C84-8CA9-DD8F6A415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54F1-0A43-46B1-BDF9-EB9BBEBA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153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688B2-C571-4159-A822-1F4ED97D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AC0DF-F3F1-4C08-B4EC-2A1F4577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74C1C-AED3-4DE5-9565-5ECA90EB5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69A85-23A6-4DCB-AD03-3B69D46556BE}" type="datetimeFigureOut">
              <a:rPr lang="en-ID" smtClean="0"/>
              <a:t>06/05/2021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4B1AE-B10C-4445-A99D-F8D8D25A2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3A109-6152-475A-A6AE-913A202B3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5AFEA-B32F-41A9-A1AD-C9071FE3E7E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359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A011-D73B-45BF-9529-ABC4C67A1D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3EC5D-B438-4F4E-AE98-0AC9297F89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337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147E2-7914-4182-B449-EE03181C51E3}"/>
              </a:ext>
            </a:extLst>
          </p:cNvPr>
          <p:cNvSpPr/>
          <p:nvPr/>
        </p:nvSpPr>
        <p:spPr>
          <a:xfrm>
            <a:off x="3671892" y="5772150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Embedding Layer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C9727-8024-41B1-9780-4C550E8AB28B}"/>
              </a:ext>
            </a:extLst>
          </p:cNvPr>
          <p:cNvSpPr/>
          <p:nvPr/>
        </p:nvSpPr>
        <p:spPr>
          <a:xfrm>
            <a:off x="3671891" y="5124450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 1D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ACD80-E0F2-4EE2-A060-DC005E9837C2}"/>
              </a:ext>
            </a:extLst>
          </p:cNvPr>
          <p:cNvSpPr/>
          <p:nvPr/>
        </p:nvSpPr>
        <p:spPr>
          <a:xfrm>
            <a:off x="3671890" y="4457700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 1D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DA9821-7D38-4397-A924-FC63F3C0B49A}"/>
              </a:ext>
            </a:extLst>
          </p:cNvPr>
          <p:cNvSpPr/>
          <p:nvPr/>
        </p:nvSpPr>
        <p:spPr>
          <a:xfrm>
            <a:off x="3671890" y="3838575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 1D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026B29-4E64-4E13-AE47-D54163AF64AA}"/>
              </a:ext>
            </a:extLst>
          </p:cNvPr>
          <p:cNvSpPr/>
          <p:nvPr/>
        </p:nvSpPr>
        <p:spPr>
          <a:xfrm>
            <a:off x="3671889" y="3171825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 1D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BECECC-08A4-4EED-AE8C-1A8457EA6A6B}"/>
              </a:ext>
            </a:extLst>
          </p:cNvPr>
          <p:cNvSpPr/>
          <p:nvPr/>
        </p:nvSpPr>
        <p:spPr>
          <a:xfrm>
            <a:off x="3671889" y="2552700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 1D</a:t>
            </a:r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2C304C-DBE3-48E4-8710-044F7ED7D499}"/>
              </a:ext>
            </a:extLst>
          </p:cNvPr>
          <p:cNvSpPr/>
          <p:nvPr/>
        </p:nvSpPr>
        <p:spPr>
          <a:xfrm>
            <a:off x="3671888" y="1885950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 1D</a:t>
            </a:r>
            <a:endParaRPr lang="en-ID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1B3E09-26AA-4636-86CB-91A86F6852AD}"/>
              </a:ext>
            </a:extLst>
          </p:cNvPr>
          <p:cNvSpPr/>
          <p:nvPr/>
        </p:nvSpPr>
        <p:spPr>
          <a:xfrm>
            <a:off x="3671888" y="1266825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Fully Connected Layer</a:t>
            </a:r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D45F6E-8AC3-4839-B507-8AA36E6F8CC2}"/>
              </a:ext>
            </a:extLst>
          </p:cNvPr>
          <p:cNvSpPr/>
          <p:nvPr/>
        </p:nvSpPr>
        <p:spPr>
          <a:xfrm>
            <a:off x="3671887" y="600075"/>
            <a:ext cx="3657596" cy="3714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Layer</a:t>
            </a:r>
            <a:endParaRPr lang="en-ID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CD39D5-15C5-4FAA-B5D1-982A6BE2E8BE}"/>
              </a:ext>
            </a:extLst>
          </p:cNvPr>
          <p:cNvCxnSpPr>
            <a:stCxn id="4" idx="0"/>
            <a:endCxn id="5" idx="2"/>
          </p:cNvCxnSpPr>
          <p:nvPr/>
        </p:nvCxnSpPr>
        <p:spPr>
          <a:xfrm flipH="1" flipV="1">
            <a:off x="5500689" y="5495927"/>
            <a:ext cx="1" cy="276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6E87AF-23F8-4537-8E74-CE0ABF5613D2}"/>
              </a:ext>
            </a:extLst>
          </p:cNvPr>
          <p:cNvCxnSpPr>
            <a:stCxn id="5" idx="0"/>
            <a:endCxn id="6" idx="2"/>
          </p:cNvCxnSpPr>
          <p:nvPr/>
        </p:nvCxnSpPr>
        <p:spPr>
          <a:xfrm flipH="1" flipV="1">
            <a:off x="5500688" y="4829177"/>
            <a:ext cx="1" cy="295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A18447-65CB-4447-9CBD-56DC953CC03A}"/>
              </a:ext>
            </a:extLst>
          </p:cNvPr>
          <p:cNvCxnSpPr>
            <a:stCxn id="6" idx="0"/>
            <a:endCxn id="8" idx="2"/>
          </p:cNvCxnSpPr>
          <p:nvPr/>
        </p:nvCxnSpPr>
        <p:spPr>
          <a:xfrm flipV="1">
            <a:off x="5500688" y="4210052"/>
            <a:ext cx="0" cy="247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A25806A-F743-4949-A7AD-E5CA2FCAF778}"/>
              </a:ext>
            </a:extLst>
          </p:cNvPr>
          <p:cNvCxnSpPr>
            <a:stCxn id="8" idx="0"/>
            <a:endCxn id="9" idx="2"/>
          </p:cNvCxnSpPr>
          <p:nvPr/>
        </p:nvCxnSpPr>
        <p:spPr>
          <a:xfrm flipH="1" flipV="1">
            <a:off x="5500687" y="3543302"/>
            <a:ext cx="1" cy="295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CA149FA-7B7D-4138-A7C0-051CB23E01EF}"/>
              </a:ext>
            </a:extLst>
          </p:cNvPr>
          <p:cNvCxnSpPr>
            <a:stCxn id="9" idx="0"/>
            <a:endCxn id="10" idx="2"/>
          </p:cNvCxnSpPr>
          <p:nvPr/>
        </p:nvCxnSpPr>
        <p:spPr>
          <a:xfrm flipV="1">
            <a:off x="5500687" y="2924177"/>
            <a:ext cx="0" cy="247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68F3860-40D6-4BD1-99F8-4BD5637B91DC}"/>
              </a:ext>
            </a:extLst>
          </p:cNvPr>
          <p:cNvCxnSpPr>
            <a:stCxn id="10" idx="0"/>
            <a:endCxn id="11" idx="2"/>
          </p:cNvCxnSpPr>
          <p:nvPr/>
        </p:nvCxnSpPr>
        <p:spPr>
          <a:xfrm flipH="1" flipV="1">
            <a:off x="5500686" y="2257427"/>
            <a:ext cx="1" cy="295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D5F16CC-7FF0-48EF-B057-61722A4624C3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flipV="1">
            <a:off x="5500686" y="1638302"/>
            <a:ext cx="0" cy="247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5FF3E30-D2DF-493B-9612-11E4084ED402}"/>
              </a:ext>
            </a:extLst>
          </p:cNvPr>
          <p:cNvCxnSpPr>
            <a:stCxn id="12" idx="0"/>
            <a:endCxn id="13" idx="2"/>
          </p:cNvCxnSpPr>
          <p:nvPr/>
        </p:nvCxnSpPr>
        <p:spPr>
          <a:xfrm flipH="1" flipV="1">
            <a:off x="5500685" y="971552"/>
            <a:ext cx="1" cy="295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2F9BB78-9C57-4E92-889B-013A6280301F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 flipH="1" flipV="1">
            <a:off x="3193257" y="300039"/>
            <a:ext cx="1052513" cy="3109912"/>
          </a:xfrm>
          <a:prstGeom prst="bentConnector5">
            <a:avLst>
              <a:gd name="adj1" fmla="val -21719"/>
              <a:gd name="adj2" fmla="val 50000"/>
              <a:gd name="adj3" fmla="val 1217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D0A3A8D-4AEC-4E03-80A4-C8F9CDCE7DBF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 rot="5400000" flipH="1" flipV="1">
            <a:off x="5012533" y="1590675"/>
            <a:ext cx="3633786" cy="3109912"/>
          </a:xfrm>
          <a:prstGeom prst="bentConnector5">
            <a:avLst>
              <a:gd name="adj1" fmla="val -6291"/>
              <a:gd name="adj2" fmla="val 50000"/>
              <a:gd name="adj3" fmla="val 1062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A9C9952-6D9D-41BD-8BAE-D76E96098471}"/>
              </a:ext>
            </a:extLst>
          </p:cNvPr>
          <p:cNvSpPr/>
          <p:nvPr/>
        </p:nvSpPr>
        <p:spPr>
          <a:xfrm>
            <a:off x="1100139" y="1328738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Layer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56AA66-C186-4946-B190-1144D8903CA3}"/>
              </a:ext>
            </a:extLst>
          </p:cNvPr>
          <p:cNvSpPr/>
          <p:nvPr/>
        </p:nvSpPr>
        <p:spPr>
          <a:xfrm>
            <a:off x="1100139" y="1981201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Embedding Layer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A55CCE-E0DC-4080-AD16-7C44933D58F1}"/>
              </a:ext>
            </a:extLst>
          </p:cNvPr>
          <p:cNvSpPr/>
          <p:nvPr/>
        </p:nvSpPr>
        <p:spPr>
          <a:xfrm>
            <a:off x="4210051" y="1328738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8FEE35-1372-4E4B-A7DB-4BF5B7C5FF10}"/>
              </a:ext>
            </a:extLst>
          </p:cNvPr>
          <p:cNvSpPr/>
          <p:nvPr/>
        </p:nvSpPr>
        <p:spPr>
          <a:xfrm>
            <a:off x="4210051" y="1981202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84DFF4-B30A-4603-8437-CFC140A2CBA8}"/>
              </a:ext>
            </a:extLst>
          </p:cNvPr>
          <p:cNvSpPr/>
          <p:nvPr/>
        </p:nvSpPr>
        <p:spPr>
          <a:xfrm>
            <a:off x="4210051" y="2633666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193567-791C-418E-8FBA-DA8A56AD1187}"/>
              </a:ext>
            </a:extLst>
          </p:cNvPr>
          <p:cNvSpPr/>
          <p:nvPr/>
        </p:nvSpPr>
        <p:spPr>
          <a:xfrm>
            <a:off x="4210051" y="3286130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D1E853-2DBB-446F-80DA-876D2B6AD3A9}"/>
              </a:ext>
            </a:extLst>
          </p:cNvPr>
          <p:cNvSpPr/>
          <p:nvPr/>
        </p:nvSpPr>
        <p:spPr>
          <a:xfrm>
            <a:off x="4210051" y="3910010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</a:t>
            </a:r>
            <a:endParaRPr lang="en-ID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4A53A7-2003-439C-A226-E5A9252A5A66}"/>
              </a:ext>
            </a:extLst>
          </p:cNvPr>
          <p:cNvSpPr/>
          <p:nvPr/>
        </p:nvSpPr>
        <p:spPr>
          <a:xfrm>
            <a:off x="4210051" y="4562474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</a:t>
            </a:r>
            <a:endParaRPr lang="en-ID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53965F-77DA-4800-9355-B324911600A9}"/>
              </a:ext>
            </a:extLst>
          </p:cNvPr>
          <p:cNvSpPr/>
          <p:nvPr/>
        </p:nvSpPr>
        <p:spPr>
          <a:xfrm>
            <a:off x="7319963" y="1328738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Dense Layer</a:t>
            </a:r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6E578E-C7C1-46B0-AE1E-4C518956FE6F}"/>
              </a:ext>
            </a:extLst>
          </p:cNvPr>
          <p:cNvSpPr/>
          <p:nvPr/>
        </p:nvSpPr>
        <p:spPr>
          <a:xfrm>
            <a:off x="7319963" y="1981202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Layer</a:t>
            </a:r>
            <a:endParaRPr lang="en-ID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36FEE6-7370-4CCA-A688-4F143B44173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164558" y="1728788"/>
            <a:ext cx="0" cy="252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E84C7D-3758-4FF2-943D-9AF9257F715A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5274470" y="1728788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445E80-AD3D-4CD2-A7BE-F9D4985A2340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5274470" y="2381252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FE73690-FE07-4D74-A9E2-862A26F24AB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5274470" y="3033716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0FB2475-8FF4-446B-B8DD-EEF53C994A9D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5274470" y="3686180"/>
            <a:ext cx="0" cy="223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E0F6962-C242-4997-B6A7-87656DF6CA6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274470" y="4310060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47CAB15-E04E-47FA-94E4-85BC9A042AE8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8384382" y="1728788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77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B38355BF-BC8D-47E1-BC66-7D7C9BB942D0}"/>
              </a:ext>
            </a:extLst>
          </p:cNvPr>
          <p:cNvGrpSpPr/>
          <p:nvPr/>
        </p:nvGrpSpPr>
        <p:grpSpPr>
          <a:xfrm>
            <a:off x="1100139" y="1328737"/>
            <a:ext cx="8348662" cy="2433637"/>
            <a:chOff x="1100139" y="1328737"/>
            <a:chExt cx="8348662" cy="2433637"/>
          </a:xfrm>
        </p:grpSpPr>
        <p:cxnSp>
          <p:nvCxnSpPr>
            <p:cNvPr id="4" name="Connector: Elbow 3">
              <a:extLst>
                <a:ext uri="{FF2B5EF4-FFF2-40B4-BE49-F238E27FC236}">
                  <a16:creationId xmlns:a16="http://schemas.microsoft.com/office/drawing/2014/main" id="{70FAEFB4-901C-4EA9-B7B2-F4951C1054B1}"/>
                </a:ext>
              </a:extLst>
            </p:cNvPr>
            <p:cNvCxnSpPr>
              <a:cxnSpLocks/>
              <a:stCxn id="7" idx="2"/>
              <a:endCxn id="8" idx="0"/>
            </p:cNvCxnSpPr>
            <p:nvPr/>
          </p:nvCxnSpPr>
          <p:spPr>
            <a:xfrm rot="5400000" flipH="1" flipV="1">
              <a:off x="3193257" y="300038"/>
              <a:ext cx="1052514" cy="3109912"/>
            </a:xfrm>
            <a:prstGeom prst="bentConnector5">
              <a:avLst>
                <a:gd name="adj1" fmla="val -21719"/>
                <a:gd name="adj2" fmla="val 50000"/>
                <a:gd name="adj3" fmla="val 121719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: Elbow 4">
              <a:extLst>
                <a:ext uri="{FF2B5EF4-FFF2-40B4-BE49-F238E27FC236}">
                  <a16:creationId xmlns:a16="http://schemas.microsoft.com/office/drawing/2014/main" id="{43BC4515-4EFF-4593-A528-71AAB3D331B7}"/>
                </a:ext>
              </a:extLst>
            </p:cNvPr>
            <p:cNvCxnSpPr>
              <a:cxnSpLocks/>
              <a:stCxn id="61" idx="2"/>
              <a:endCxn id="14" idx="0"/>
            </p:cNvCxnSpPr>
            <p:nvPr/>
          </p:nvCxnSpPr>
          <p:spPr>
            <a:xfrm rot="5400000" flipH="1" flipV="1">
              <a:off x="5612608" y="990600"/>
              <a:ext cx="2433636" cy="3109912"/>
            </a:xfrm>
            <a:prstGeom prst="bentConnector5">
              <a:avLst>
                <a:gd name="adj1" fmla="val -9393"/>
                <a:gd name="adj2" fmla="val 50000"/>
                <a:gd name="adj3" fmla="val 109393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34BBC9C-BD30-449E-84C2-46DBFFA1EC11}"/>
                </a:ext>
              </a:extLst>
            </p:cNvPr>
            <p:cNvSpPr/>
            <p:nvPr/>
          </p:nvSpPr>
          <p:spPr>
            <a:xfrm>
              <a:off x="1100139" y="1328738"/>
              <a:ext cx="2128838" cy="40005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Input Layer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7A6F2F-3384-49AF-BD83-2EF7F283D71C}"/>
                </a:ext>
              </a:extLst>
            </p:cNvPr>
            <p:cNvSpPr/>
            <p:nvPr/>
          </p:nvSpPr>
          <p:spPr>
            <a:xfrm>
              <a:off x="1100139" y="1981201"/>
              <a:ext cx="2128838" cy="40005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Embedding Layer</a:t>
              </a:r>
              <a:endParaRPr lang="en-ID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AB845F-1E10-4D47-8A77-D1142D2AA087}"/>
                </a:ext>
              </a:extLst>
            </p:cNvPr>
            <p:cNvSpPr/>
            <p:nvPr/>
          </p:nvSpPr>
          <p:spPr>
            <a:xfrm>
              <a:off x="4210051" y="1328737"/>
              <a:ext cx="2128838" cy="105251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Convolutional Layer &amp; Max Pooling Layer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C32FCC-2B75-48B7-B3FA-F9FE2C48323E}"/>
                </a:ext>
              </a:extLst>
            </p:cNvPr>
            <p:cNvSpPr/>
            <p:nvPr/>
          </p:nvSpPr>
          <p:spPr>
            <a:xfrm>
              <a:off x="7319963" y="1328738"/>
              <a:ext cx="2128838" cy="40005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Dense Layer</a:t>
              </a:r>
              <a:endParaRPr lang="en-ID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84BF94-A40E-436B-947F-7346A5C855F7}"/>
                </a:ext>
              </a:extLst>
            </p:cNvPr>
            <p:cNvSpPr/>
            <p:nvPr/>
          </p:nvSpPr>
          <p:spPr>
            <a:xfrm>
              <a:off x="7319963" y="1981202"/>
              <a:ext cx="2128838" cy="40005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Output Layer</a:t>
              </a:r>
              <a:endParaRPr lang="en-ID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060D078-7170-43EF-AF83-ADA9A14668CA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2164558" y="1728788"/>
              <a:ext cx="0" cy="2524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D8D31EC-8493-4264-B142-B58F1E503CD0}"/>
                </a:ext>
              </a:extLst>
            </p:cNvPr>
            <p:cNvCxnSpPr>
              <a:stCxn id="14" idx="2"/>
              <a:endCxn id="15" idx="0"/>
            </p:cNvCxnSpPr>
            <p:nvPr/>
          </p:nvCxnSpPr>
          <p:spPr>
            <a:xfrm>
              <a:off x="8384382" y="1728788"/>
              <a:ext cx="0" cy="2524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41458EB-4B43-4836-B806-D324E94AEE63}"/>
                </a:ext>
              </a:extLst>
            </p:cNvPr>
            <p:cNvSpPr/>
            <p:nvPr/>
          </p:nvSpPr>
          <p:spPr>
            <a:xfrm>
              <a:off x="4210051" y="2709861"/>
              <a:ext cx="2128838" cy="105251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LSTM Layer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ED40E02-5BDC-477F-863A-8FB30EDF5391}"/>
                </a:ext>
              </a:extLst>
            </p:cNvPr>
            <p:cNvCxnSpPr>
              <a:cxnSpLocks/>
              <a:stCxn id="8" idx="2"/>
              <a:endCxn id="61" idx="0"/>
            </p:cNvCxnSpPr>
            <p:nvPr/>
          </p:nvCxnSpPr>
          <p:spPr>
            <a:xfrm>
              <a:off x="5274470" y="2381250"/>
              <a:ext cx="0" cy="32861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98E89ED-A953-49FD-B62A-9DA7938A2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9" y="4162424"/>
            <a:ext cx="8364437" cy="290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5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B2A78D6-196C-41BB-BBFA-C00DB0290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781" y="1377518"/>
            <a:ext cx="8364437" cy="41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91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B8BE74-F24A-4E6A-93E9-43BAD1D5FA8E}"/>
              </a:ext>
            </a:extLst>
          </p:cNvPr>
          <p:cNvSpPr/>
          <p:nvPr/>
        </p:nvSpPr>
        <p:spPr>
          <a:xfrm>
            <a:off x="4210051" y="1328738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D714F4-22D9-488F-9DAD-0AEF83D565A2}"/>
              </a:ext>
            </a:extLst>
          </p:cNvPr>
          <p:cNvSpPr/>
          <p:nvPr/>
        </p:nvSpPr>
        <p:spPr>
          <a:xfrm>
            <a:off x="4210051" y="1981202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56373-E110-413B-B99D-BF02C88ABF60}"/>
              </a:ext>
            </a:extLst>
          </p:cNvPr>
          <p:cNvSpPr/>
          <p:nvPr/>
        </p:nvSpPr>
        <p:spPr>
          <a:xfrm>
            <a:off x="4210051" y="2633666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</a:t>
            </a:r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EBA42-E217-46BA-825A-0DA026D6F5AF}"/>
              </a:ext>
            </a:extLst>
          </p:cNvPr>
          <p:cNvSpPr/>
          <p:nvPr/>
        </p:nvSpPr>
        <p:spPr>
          <a:xfrm>
            <a:off x="4210051" y="3286130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</a:t>
            </a:r>
            <a:endParaRPr lang="en-ID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B87B91-D0E2-47FA-BBA7-5264DD797EA2}"/>
              </a:ext>
            </a:extLst>
          </p:cNvPr>
          <p:cNvSpPr/>
          <p:nvPr/>
        </p:nvSpPr>
        <p:spPr>
          <a:xfrm>
            <a:off x="4210051" y="3910010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Convolutional Layer</a:t>
            </a:r>
            <a:endParaRPr lang="en-ID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6C0626-858C-4EB8-8487-FB3BEB08EE24}"/>
              </a:ext>
            </a:extLst>
          </p:cNvPr>
          <p:cNvSpPr/>
          <p:nvPr/>
        </p:nvSpPr>
        <p:spPr>
          <a:xfrm>
            <a:off x="4210051" y="4562474"/>
            <a:ext cx="2128838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 Pooling Layer</a:t>
            </a:r>
            <a:endParaRPr lang="en-ID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81AE6F-94BE-400F-B8D4-A8E8D9F8C708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274470" y="1728788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A33D52-4DB7-498F-BE68-C03555FD4D39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274470" y="2381252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6D93E4-17E8-4505-89A1-24D69D466967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5274470" y="3033716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407FD4-EF6C-416F-8E64-7732BB004FA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274470" y="3686180"/>
            <a:ext cx="0" cy="223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082CAF-B452-4241-95EB-7B479F2E8CF1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5274470" y="4310060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18F3DE6-B505-4055-9F81-F0C891E4E000}"/>
              </a:ext>
            </a:extLst>
          </p:cNvPr>
          <p:cNvSpPr/>
          <p:nvPr/>
        </p:nvSpPr>
        <p:spPr>
          <a:xfrm>
            <a:off x="6917531" y="2633666"/>
            <a:ext cx="2426494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Dense Layer</a:t>
            </a:r>
            <a:endParaRPr lang="en-ID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4C202F-96A1-4093-840B-86E240172158}"/>
              </a:ext>
            </a:extLst>
          </p:cNvPr>
          <p:cNvSpPr/>
          <p:nvPr/>
        </p:nvSpPr>
        <p:spPr>
          <a:xfrm>
            <a:off x="6917531" y="3286130"/>
            <a:ext cx="2426494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Sigmoid Output Layer</a:t>
            </a:r>
            <a:endParaRPr lang="en-ID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8769DA9-A74F-4FC7-B2BA-D42A79DD7160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8130778" y="3033716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A478D56B-F4B7-483A-9BBE-7260DB5E56D8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 rot="5400000" flipH="1" flipV="1">
            <a:off x="5538195" y="2369941"/>
            <a:ext cx="2328858" cy="2856308"/>
          </a:xfrm>
          <a:prstGeom prst="bentConnector5">
            <a:avLst>
              <a:gd name="adj1" fmla="val -9816"/>
              <a:gd name="adj2" fmla="val 47395"/>
              <a:gd name="adj3" fmla="val 1098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CEA7EBF-94FB-4B95-9646-683C7C7E5E27}"/>
              </a:ext>
            </a:extLst>
          </p:cNvPr>
          <p:cNvSpPr/>
          <p:nvPr/>
        </p:nvSpPr>
        <p:spPr>
          <a:xfrm>
            <a:off x="1204916" y="2633666"/>
            <a:ext cx="2426494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Layer</a:t>
            </a:r>
            <a:endParaRPr lang="en-ID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138AB75-A8F6-457A-8BDB-06D46AB8DE65}"/>
              </a:ext>
            </a:extLst>
          </p:cNvPr>
          <p:cNvSpPr/>
          <p:nvPr/>
        </p:nvSpPr>
        <p:spPr>
          <a:xfrm>
            <a:off x="1204916" y="3286130"/>
            <a:ext cx="2426494" cy="4000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Embedding Layer</a:t>
            </a:r>
            <a:endParaRPr lang="en-ID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DCD6E02-001E-4772-B0E5-F64537FBFF0F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2418163" y="3033716"/>
            <a:ext cx="0" cy="25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224D41B-52B1-475B-86B6-A629D7FB2546}"/>
              </a:ext>
            </a:extLst>
          </p:cNvPr>
          <p:cNvCxnSpPr>
            <a:stCxn id="36" idx="2"/>
            <a:endCxn id="4" idx="0"/>
          </p:cNvCxnSpPr>
          <p:nvPr/>
        </p:nvCxnSpPr>
        <p:spPr>
          <a:xfrm rot="5400000" flipH="1" flipV="1">
            <a:off x="2667595" y="1079305"/>
            <a:ext cx="2357442" cy="2856307"/>
          </a:xfrm>
          <a:prstGeom prst="bentConnector5">
            <a:avLst>
              <a:gd name="adj1" fmla="val -9697"/>
              <a:gd name="adj2" fmla="val 52605"/>
              <a:gd name="adj3" fmla="val 1096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35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3FEAF-D6E4-4FF9-BE58-A714E9F8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230BDC-5842-42F8-A6C8-0370B21C7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15" y="1027906"/>
            <a:ext cx="5145470" cy="388958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BB01C3E-47F0-447C-947C-19471836E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742" y="2443957"/>
            <a:ext cx="8151058" cy="41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854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8820</TotalTime>
  <Words>91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Anwari Leksono</dc:creator>
  <cp:lastModifiedBy>Muhammad Anwari Leksono</cp:lastModifiedBy>
  <cp:revision>5</cp:revision>
  <dcterms:created xsi:type="dcterms:W3CDTF">2021-05-06T03:35:12Z</dcterms:created>
  <dcterms:modified xsi:type="dcterms:W3CDTF">2021-05-12T06:35:26Z</dcterms:modified>
</cp:coreProperties>
</file>