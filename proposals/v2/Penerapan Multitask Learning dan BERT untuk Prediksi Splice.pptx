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8"/>
  </p:notesMasterIdLst>
  <p:handoutMasterIdLst>
    <p:handoutMasterId r:id="rId49"/>
  </p:handoutMasterIdLst>
  <p:sldIdLst>
    <p:sldId id="256" r:id="rId5"/>
    <p:sldId id="257" r:id="rId6"/>
    <p:sldId id="262" r:id="rId7"/>
    <p:sldId id="258" r:id="rId8"/>
    <p:sldId id="272" r:id="rId9"/>
    <p:sldId id="276" r:id="rId10"/>
    <p:sldId id="273" r:id="rId11"/>
    <p:sldId id="278" r:id="rId12"/>
    <p:sldId id="274" r:id="rId13"/>
    <p:sldId id="277" r:id="rId14"/>
    <p:sldId id="279" r:id="rId15"/>
    <p:sldId id="281" r:id="rId16"/>
    <p:sldId id="283" r:id="rId17"/>
    <p:sldId id="284" r:id="rId18"/>
    <p:sldId id="311" r:id="rId19"/>
    <p:sldId id="312" r:id="rId20"/>
    <p:sldId id="310" r:id="rId21"/>
    <p:sldId id="315" r:id="rId22"/>
    <p:sldId id="314" r:id="rId23"/>
    <p:sldId id="286" r:id="rId24"/>
    <p:sldId id="313" r:id="rId25"/>
    <p:sldId id="289" r:id="rId26"/>
    <p:sldId id="288" r:id="rId27"/>
    <p:sldId id="287" r:id="rId28"/>
    <p:sldId id="290" r:id="rId29"/>
    <p:sldId id="291" r:id="rId30"/>
    <p:sldId id="282" r:id="rId31"/>
    <p:sldId id="296" r:id="rId32"/>
    <p:sldId id="307" r:id="rId33"/>
    <p:sldId id="294" r:id="rId34"/>
    <p:sldId id="293" r:id="rId35"/>
    <p:sldId id="301" r:id="rId36"/>
    <p:sldId id="297" r:id="rId37"/>
    <p:sldId id="299" r:id="rId38"/>
    <p:sldId id="298" r:id="rId39"/>
    <p:sldId id="303" r:id="rId40"/>
    <p:sldId id="309" r:id="rId41"/>
    <p:sldId id="304" r:id="rId42"/>
    <p:sldId id="306" r:id="rId43"/>
    <p:sldId id="308" r:id="rId44"/>
    <p:sldId id="292" r:id="rId45"/>
    <p:sldId id="269" r:id="rId46"/>
    <p:sldId id="27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157" autoAdjust="0"/>
  </p:normalViewPr>
  <p:slideViewPr>
    <p:cSldViewPr snapToGrid="0">
      <p:cViewPr>
        <p:scale>
          <a:sx n="66" d="100"/>
          <a:sy n="66" d="100"/>
        </p:scale>
        <p:origin x="9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55BF2D-9931-4768-B2D6-875D4DD5A2DD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210579E-32BF-4869-B7AB-2C7DB6E0BC92}">
      <dgm:prSet phldrT="[Text]"/>
      <dgm:spPr/>
      <dgm:t>
        <a:bodyPr/>
        <a:lstStyle/>
        <a:p>
          <a:r>
            <a:rPr lang="en-GB"/>
            <a:t>Anotasi Gen</a:t>
          </a:r>
          <a:endParaRPr lang="en-US" dirty="0"/>
        </a:p>
      </dgm:t>
    </dgm:pt>
    <dgm:pt modelId="{601E8D6D-4B7C-49BE-94FA-0E8E834C1544}" type="parTrans" cxnId="{480968EA-C600-4C64-B3CD-5FEA960569A9}">
      <dgm:prSet/>
      <dgm:spPr/>
      <dgm:t>
        <a:bodyPr/>
        <a:lstStyle/>
        <a:p>
          <a:endParaRPr lang="en-US"/>
        </a:p>
      </dgm:t>
    </dgm:pt>
    <dgm:pt modelId="{9DFD472D-9E95-4653-8120-02D1764C0AB6}" type="sibTrans" cxnId="{480968EA-C600-4C64-B3CD-5FEA960569A9}">
      <dgm:prSet/>
      <dgm:spPr/>
      <dgm:t>
        <a:bodyPr/>
        <a:lstStyle/>
        <a:p>
          <a:endParaRPr lang="en-US"/>
        </a:p>
      </dgm:t>
    </dgm:pt>
    <dgm:pt modelId="{134BE17F-595C-4283-AC7D-EFDDBC236DC9}">
      <dgm:prSet phldrT="[Text]"/>
      <dgm:spPr/>
      <dgm:t>
        <a:bodyPr/>
        <a:lstStyle/>
        <a:p>
          <a:r>
            <a:rPr lang="en-GB" dirty="0" err="1"/>
            <a:t>Struktur</a:t>
          </a:r>
          <a:endParaRPr lang="en-US" dirty="0"/>
        </a:p>
      </dgm:t>
    </dgm:pt>
    <dgm:pt modelId="{E08C9172-9C1C-403C-BE0D-E635AB6F29BB}" type="parTrans" cxnId="{B59DAF9D-19B1-4634-9167-F7D55CBAFCC9}">
      <dgm:prSet/>
      <dgm:spPr/>
      <dgm:t>
        <a:bodyPr/>
        <a:lstStyle/>
        <a:p>
          <a:endParaRPr lang="en-US"/>
        </a:p>
      </dgm:t>
    </dgm:pt>
    <dgm:pt modelId="{FD27E9F5-7CCD-4B97-BD04-B15EC5430BAB}" type="sibTrans" cxnId="{B59DAF9D-19B1-4634-9167-F7D55CBAFCC9}">
      <dgm:prSet/>
      <dgm:spPr/>
      <dgm:t>
        <a:bodyPr/>
        <a:lstStyle/>
        <a:p>
          <a:endParaRPr lang="en-US"/>
        </a:p>
      </dgm:t>
    </dgm:pt>
    <dgm:pt modelId="{7D736879-F308-4464-B920-3777EBB668B6}">
      <dgm:prSet phldrT="[Text]"/>
      <dgm:spPr/>
      <dgm:t>
        <a:bodyPr/>
        <a:lstStyle/>
        <a:p>
          <a:r>
            <a:rPr lang="en-GB"/>
            <a:t>Proteomik</a:t>
          </a:r>
          <a:endParaRPr lang="en-US" dirty="0"/>
        </a:p>
      </dgm:t>
    </dgm:pt>
    <dgm:pt modelId="{2CF6DA49-F42D-439E-8FE3-E7BEF577BDE2}" type="parTrans" cxnId="{74059E4F-39BC-4DBC-B878-CC385081B41B}">
      <dgm:prSet/>
      <dgm:spPr/>
      <dgm:t>
        <a:bodyPr/>
        <a:lstStyle/>
        <a:p>
          <a:endParaRPr lang="en-US"/>
        </a:p>
      </dgm:t>
    </dgm:pt>
    <dgm:pt modelId="{87D893FC-5300-4502-9479-D31B647D37B4}" type="sibTrans" cxnId="{74059E4F-39BC-4DBC-B878-CC385081B41B}">
      <dgm:prSet/>
      <dgm:spPr/>
      <dgm:t>
        <a:bodyPr/>
        <a:lstStyle/>
        <a:p>
          <a:endParaRPr lang="en-US"/>
        </a:p>
      </dgm:t>
    </dgm:pt>
    <dgm:pt modelId="{B9DF6294-A8E8-452D-94DB-C8C700F351E1}">
      <dgm:prSet phldrT="[Text]"/>
      <dgm:spPr/>
      <dgm:t>
        <a:bodyPr/>
        <a:lstStyle/>
        <a:p>
          <a:r>
            <a:rPr lang="en-GB" dirty="0" err="1"/>
            <a:t>Struktur</a:t>
          </a:r>
          <a:r>
            <a:rPr lang="en-GB" dirty="0"/>
            <a:t> (Alpha, Beta, Transmembrane)</a:t>
          </a:r>
          <a:endParaRPr lang="en-US" dirty="0"/>
        </a:p>
      </dgm:t>
    </dgm:pt>
    <dgm:pt modelId="{73FAC760-CE32-4771-AFA9-5E527373E832}" type="parTrans" cxnId="{62F5213F-9E63-4664-B42A-43D7595F5C72}">
      <dgm:prSet/>
      <dgm:spPr/>
      <dgm:t>
        <a:bodyPr/>
        <a:lstStyle/>
        <a:p>
          <a:endParaRPr lang="en-US"/>
        </a:p>
      </dgm:t>
    </dgm:pt>
    <dgm:pt modelId="{937CB2F2-959B-4C31-8510-6A5221707A33}" type="sibTrans" cxnId="{62F5213F-9E63-4664-B42A-43D7595F5C72}">
      <dgm:prSet/>
      <dgm:spPr/>
      <dgm:t>
        <a:bodyPr/>
        <a:lstStyle/>
        <a:p>
          <a:endParaRPr lang="en-US"/>
        </a:p>
      </dgm:t>
    </dgm:pt>
    <dgm:pt modelId="{21D958BE-4140-4981-8639-597F341FBCBE}">
      <dgm:prSet phldrT="[Text]"/>
      <dgm:spPr/>
      <dgm:t>
        <a:bodyPr/>
        <a:lstStyle/>
        <a:p>
          <a:r>
            <a:rPr lang="en-GB"/>
            <a:t>Metabolomik</a:t>
          </a:r>
          <a:endParaRPr lang="en-US" dirty="0"/>
        </a:p>
      </dgm:t>
    </dgm:pt>
    <dgm:pt modelId="{92CBD506-EC27-4495-A6B6-D06BE548BB9F}" type="parTrans" cxnId="{933DD8DC-23AF-4119-987A-A593C32178D8}">
      <dgm:prSet/>
      <dgm:spPr/>
      <dgm:t>
        <a:bodyPr/>
        <a:lstStyle/>
        <a:p>
          <a:endParaRPr lang="en-US"/>
        </a:p>
      </dgm:t>
    </dgm:pt>
    <dgm:pt modelId="{9705B91D-549F-42ED-993B-64BF058D5FA1}" type="sibTrans" cxnId="{933DD8DC-23AF-4119-987A-A593C32178D8}">
      <dgm:prSet/>
      <dgm:spPr/>
      <dgm:t>
        <a:bodyPr/>
        <a:lstStyle/>
        <a:p>
          <a:endParaRPr lang="en-US"/>
        </a:p>
      </dgm:t>
    </dgm:pt>
    <dgm:pt modelId="{B8C2082A-6492-40D8-B112-B8C7179F02B3}">
      <dgm:prSet phldrT="[Text]"/>
      <dgm:spPr/>
      <dgm:t>
        <a:bodyPr/>
        <a:lstStyle/>
        <a:p>
          <a:r>
            <a:rPr lang="en-GB" dirty="0" err="1"/>
            <a:t>Hubungan</a:t>
          </a:r>
          <a:r>
            <a:rPr lang="en-GB" dirty="0"/>
            <a:t> </a:t>
          </a:r>
          <a:r>
            <a:rPr lang="en-GB" dirty="0" err="1"/>
            <a:t>antara</a:t>
          </a:r>
          <a:r>
            <a:rPr lang="en-GB" dirty="0"/>
            <a:t> protein </a:t>
          </a:r>
          <a:r>
            <a:rPr lang="en-GB" dirty="0" err="1"/>
            <a:t>dalam</a:t>
          </a:r>
          <a:r>
            <a:rPr lang="en-GB" dirty="0"/>
            <a:t> </a:t>
          </a:r>
          <a:r>
            <a:rPr lang="en-GB" dirty="0" err="1"/>
            <a:t>metabolisme</a:t>
          </a:r>
          <a:endParaRPr lang="en-US" dirty="0"/>
        </a:p>
      </dgm:t>
    </dgm:pt>
    <dgm:pt modelId="{1067CE16-F505-47E5-BAB6-8119A1D471D9}" type="parTrans" cxnId="{395AED37-B057-4BDD-ADD3-DEFFF0A94E93}">
      <dgm:prSet/>
      <dgm:spPr/>
      <dgm:t>
        <a:bodyPr/>
        <a:lstStyle/>
        <a:p>
          <a:endParaRPr lang="en-US"/>
        </a:p>
      </dgm:t>
    </dgm:pt>
    <dgm:pt modelId="{69C5B150-6FBA-40D2-9A7C-DAAAA37139A6}" type="sibTrans" cxnId="{395AED37-B057-4BDD-ADD3-DEFFF0A94E93}">
      <dgm:prSet/>
      <dgm:spPr/>
      <dgm:t>
        <a:bodyPr/>
        <a:lstStyle/>
        <a:p>
          <a:endParaRPr lang="en-US"/>
        </a:p>
      </dgm:t>
    </dgm:pt>
    <dgm:pt modelId="{96031A7A-C1B6-4191-AC72-73831BA49C19}">
      <dgm:prSet phldrT="[Text]"/>
      <dgm:spPr/>
      <dgm:t>
        <a:bodyPr/>
        <a:lstStyle/>
        <a:p>
          <a:r>
            <a:rPr lang="en-GB" dirty="0" err="1"/>
            <a:t>Fungsi</a:t>
          </a:r>
          <a:endParaRPr lang="en-US" dirty="0"/>
        </a:p>
      </dgm:t>
    </dgm:pt>
    <dgm:pt modelId="{1B62784A-E776-445B-A1CA-1C02874BF39A}" type="parTrans" cxnId="{6DB4436E-C9E6-4E4D-A5E7-A349CD77FCE1}">
      <dgm:prSet/>
      <dgm:spPr/>
      <dgm:t>
        <a:bodyPr/>
        <a:lstStyle/>
        <a:p>
          <a:endParaRPr lang="en-US"/>
        </a:p>
      </dgm:t>
    </dgm:pt>
    <dgm:pt modelId="{DEB848D2-3A5D-48FD-87CA-12FD58F77D36}" type="sibTrans" cxnId="{6DB4436E-C9E6-4E4D-A5E7-A349CD77FCE1}">
      <dgm:prSet/>
      <dgm:spPr/>
      <dgm:t>
        <a:bodyPr/>
        <a:lstStyle/>
        <a:p>
          <a:endParaRPr lang="en-US"/>
        </a:p>
      </dgm:t>
    </dgm:pt>
    <dgm:pt modelId="{3AC940A8-78A2-4E3A-9705-2F3EA0AED949}">
      <dgm:prSet phldrT="[Text]"/>
      <dgm:spPr/>
      <dgm:t>
        <a:bodyPr/>
        <a:lstStyle/>
        <a:p>
          <a:r>
            <a:rPr lang="en-GB"/>
            <a:t>Fungsi </a:t>
          </a:r>
          <a:r>
            <a:rPr lang="en-GB" dirty="0"/>
            <a:t>Protein</a:t>
          </a:r>
          <a:endParaRPr lang="en-US" dirty="0"/>
        </a:p>
      </dgm:t>
    </dgm:pt>
    <dgm:pt modelId="{E838A622-6F22-4513-B1B6-AE82C565E1D2}" type="parTrans" cxnId="{E5D79239-B1C0-4868-BDE8-94D519A5EEF2}">
      <dgm:prSet/>
      <dgm:spPr/>
      <dgm:t>
        <a:bodyPr/>
        <a:lstStyle/>
        <a:p>
          <a:endParaRPr lang="en-US"/>
        </a:p>
      </dgm:t>
    </dgm:pt>
    <dgm:pt modelId="{39F24589-CA51-4DD6-9F21-2592A93A4561}" type="sibTrans" cxnId="{E5D79239-B1C0-4868-BDE8-94D519A5EEF2}">
      <dgm:prSet/>
      <dgm:spPr/>
      <dgm:t>
        <a:bodyPr/>
        <a:lstStyle/>
        <a:p>
          <a:endParaRPr lang="en-US"/>
        </a:p>
      </dgm:t>
    </dgm:pt>
    <dgm:pt modelId="{2DAADE06-7DF2-41C0-8EB8-A3A3C85DF106}">
      <dgm:prSet phldrT="[Text]"/>
      <dgm:spPr/>
      <dgm:t>
        <a:bodyPr/>
        <a:lstStyle/>
        <a:p>
          <a:r>
            <a:rPr lang="en-GB" dirty="0"/>
            <a:t>Metabolism Pathway</a:t>
          </a:r>
          <a:endParaRPr lang="en-US" dirty="0"/>
        </a:p>
      </dgm:t>
    </dgm:pt>
    <dgm:pt modelId="{94F57EA0-FB92-4584-9785-D542C50E89F4}" type="parTrans" cxnId="{7E6F663E-EEFB-476C-A68D-F9E862F27C4B}">
      <dgm:prSet/>
      <dgm:spPr/>
      <dgm:t>
        <a:bodyPr/>
        <a:lstStyle/>
        <a:p>
          <a:endParaRPr lang="en-US"/>
        </a:p>
      </dgm:t>
    </dgm:pt>
    <dgm:pt modelId="{F917015D-CB11-4463-8A3C-A363044AC8E5}" type="sibTrans" cxnId="{7E6F663E-EEFB-476C-A68D-F9E862F27C4B}">
      <dgm:prSet/>
      <dgm:spPr/>
      <dgm:t>
        <a:bodyPr/>
        <a:lstStyle/>
        <a:p>
          <a:endParaRPr lang="en-US"/>
        </a:p>
      </dgm:t>
    </dgm:pt>
    <dgm:pt modelId="{1D3901C8-22A6-45DA-A98A-7FC0F347CBCA}" type="pres">
      <dgm:prSet presAssocID="{DE55BF2D-9931-4768-B2D6-875D4DD5A2DD}" presName="CompostProcess" presStyleCnt="0">
        <dgm:presLayoutVars>
          <dgm:dir/>
          <dgm:resizeHandles val="exact"/>
        </dgm:presLayoutVars>
      </dgm:prSet>
      <dgm:spPr/>
    </dgm:pt>
    <dgm:pt modelId="{1F6B5A47-F545-4C02-AD7E-78BA908B5C72}" type="pres">
      <dgm:prSet presAssocID="{DE55BF2D-9931-4768-B2D6-875D4DD5A2DD}" presName="arrow" presStyleLbl="bgShp" presStyleIdx="0" presStyleCnt="1"/>
      <dgm:spPr/>
    </dgm:pt>
    <dgm:pt modelId="{F8286211-53F9-499A-B5DF-F33F04F5BBB9}" type="pres">
      <dgm:prSet presAssocID="{DE55BF2D-9931-4768-B2D6-875D4DD5A2DD}" presName="linearProcess" presStyleCnt="0"/>
      <dgm:spPr/>
    </dgm:pt>
    <dgm:pt modelId="{C3BA00B1-0E88-4E5E-8BD9-8F5D03FA4375}" type="pres">
      <dgm:prSet presAssocID="{3210579E-32BF-4869-B7AB-2C7DB6E0BC92}" presName="textNode" presStyleLbl="node1" presStyleIdx="0" presStyleCnt="3">
        <dgm:presLayoutVars>
          <dgm:bulletEnabled val="1"/>
        </dgm:presLayoutVars>
      </dgm:prSet>
      <dgm:spPr/>
    </dgm:pt>
    <dgm:pt modelId="{407270FD-2157-4C21-BD69-C70E2F21B85C}" type="pres">
      <dgm:prSet presAssocID="{9DFD472D-9E95-4653-8120-02D1764C0AB6}" presName="sibTrans" presStyleCnt="0"/>
      <dgm:spPr/>
    </dgm:pt>
    <dgm:pt modelId="{EDE8D485-E761-49BD-9244-0473A6078164}" type="pres">
      <dgm:prSet presAssocID="{7D736879-F308-4464-B920-3777EBB668B6}" presName="textNode" presStyleLbl="node1" presStyleIdx="1" presStyleCnt="3">
        <dgm:presLayoutVars>
          <dgm:bulletEnabled val="1"/>
        </dgm:presLayoutVars>
      </dgm:prSet>
      <dgm:spPr/>
    </dgm:pt>
    <dgm:pt modelId="{FFEB23A1-5433-4F33-86B8-DCA832E5C060}" type="pres">
      <dgm:prSet presAssocID="{87D893FC-5300-4502-9479-D31B647D37B4}" presName="sibTrans" presStyleCnt="0"/>
      <dgm:spPr/>
    </dgm:pt>
    <dgm:pt modelId="{5E93C135-022D-4378-A18C-3A3F6FBF01BA}" type="pres">
      <dgm:prSet presAssocID="{21D958BE-4140-4981-8639-597F341FBCBE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4DE45306-B209-4F07-97C6-5209CBC3F161}" type="presOf" srcId="{B8C2082A-6492-40D8-B112-B8C7179F02B3}" destId="{5E93C135-022D-4378-A18C-3A3F6FBF01BA}" srcOrd="0" destOrd="1" presId="urn:microsoft.com/office/officeart/2005/8/layout/hProcess9"/>
    <dgm:cxn modelId="{11D5751A-EF8E-4242-BD07-5971B833CD06}" type="presOf" srcId="{3210579E-32BF-4869-B7AB-2C7DB6E0BC92}" destId="{C3BA00B1-0E88-4E5E-8BD9-8F5D03FA4375}" srcOrd="0" destOrd="0" presId="urn:microsoft.com/office/officeart/2005/8/layout/hProcess9"/>
    <dgm:cxn modelId="{CF1D5F1E-A1A1-487A-B31C-7EB45DD1DA11}" type="presOf" srcId="{B9DF6294-A8E8-452D-94DB-C8C700F351E1}" destId="{EDE8D485-E761-49BD-9244-0473A6078164}" srcOrd="0" destOrd="1" presId="urn:microsoft.com/office/officeart/2005/8/layout/hProcess9"/>
    <dgm:cxn modelId="{A956531F-7CBC-4A3B-8C4E-7AD45767F1C5}" type="presOf" srcId="{2DAADE06-7DF2-41C0-8EB8-A3A3C85DF106}" destId="{5E93C135-022D-4378-A18C-3A3F6FBF01BA}" srcOrd="0" destOrd="2" presId="urn:microsoft.com/office/officeart/2005/8/layout/hProcess9"/>
    <dgm:cxn modelId="{A4BC0634-60F0-4538-B90F-3BA84B8471A1}" type="presOf" srcId="{7D736879-F308-4464-B920-3777EBB668B6}" destId="{EDE8D485-E761-49BD-9244-0473A6078164}" srcOrd="0" destOrd="0" presId="urn:microsoft.com/office/officeart/2005/8/layout/hProcess9"/>
    <dgm:cxn modelId="{395AED37-B057-4BDD-ADD3-DEFFF0A94E93}" srcId="{21D958BE-4140-4981-8639-597F341FBCBE}" destId="{B8C2082A-6492-40D8-B112-B8C7179F02B3}" srcOrd="0" destOrd="0" parTransId="{1067CE16-F505-47E5-BAB6-8119A1D471D9}" sibTransId="{69C5B150-6FBA-40D2-9A7C-DAAAA37139A6}"/>
    <dgm:cxn modelId="{E5D79239-B1C0-4868-BDE8-94D519A5EEF2}" srcId="{7D736879-F308-4464-B920-3777EBB668B6}" destId="{3AC940A8-78A2-4E3A-9705-2F3EA0AED949}" srcOrd="1" destOrd="0" parTransId="{E838A622-6F22-4513-B1B6-AE82C565E1D2}" sibTransId="{39F24589-CA51-4DD6-9F21-2592A93A4561}"/>
    <dgm:cxn modelId="{E8F7203E-5813-4B28-8392-58148FE84AB0}" type="presOf" srcId="{3AC940A8-78A2-4E3A-9705-2F3EA0AED949}" destId="{EDE8D485-E761-49BD-9244-0473A6078164}" srcOrd="0" destOrd="2" presId="urn:microsoft.com/office/officeart/2005/8/layout/hProcess9"/>
    <dgm:cxn modelId="{7E6F663E-EEFB-476C-A68D-F9E862F27C4B}" srcId="{21D958BE-4140-4981-8639-597F341FBCBE}" destId="{2DAADE06-7DF2-41C0-8EB8-A3A3C85DF106}" srcOrd="1" destOrd="0" parTransId="{94F57EA0-FB92-4584-9785-D542C50E89F4}" sibTransId="{F917015D-CB11-4463-8A3C-A363044AC8E5}"/>
    <dgm:cxn modelId="{62F5213F-9E63-4664-B42A-43D7595F5C72}" srcId="{7D736879-F308-4464-B920-3777EBB668B6}" destId="{B9DF6294-A8E8-452D-94DB-C8C700F351E1}" srcOrd="0" destOrd="0" parTransId="{73FAC760-CE32-4771-AFA9-5E527373E832}" sibTransId="{937CB2F2-959B-4C31-8510-6A5221707A33}"/>
    <dgm:cxn modelId="{10201B62-31EA-4D3A-882D-A5AB3C8F6A28}" type="presOf" srcId="{134BE17F-595C-4283-AC7D-EFDDBC236DC9}" destId="{C3BA00B1-0E88-4E5E-8BD9-8F5D03FA4375}" srcOrd="0" destOrd="1" presId="urn:microsoft.com/office/officeart/2005/8/layout/hProcess9"/>
    <dgm:cxn modelId="{E6087746-A0A2-40F4-8B95-9FE5873656F0}" type="presOf" srcId="{DE55BF2D-9931-4768-B2D6-875D4DD5A2DD}" destId="{1D3901C8-22A6-45DA-A98A-7FC0F347CBCA}" srcOrd="0" destOrd="0" presId="urn:microsoft.com/office/officeart/2005/8/layout/hProcess9"/>
    <dgm:cxn modelId="{6DB4436E-C9E6-4E4D-A5E7-A349CD77FCE1}" srcId="{3210579E-32BF-4869-B7AB-2C7DB6E0BC92}" destId="{96031A7A-C1B6-4191-AC72-73831BA49C19}" srcOrd="1" destOrd="0" parTransId="{1B62784A-E776-445B-A1CA-1C02874BF39A}" sibTransId="{DEB848D2-3A5D-48FD-87CA-12FD58F77D36}"/>
    <dgm:cxn modelId="{74059E4F-39BC-4DBC-B878-CC385081B41B}" srcId="{DE55BF2D-9931-4768-B2D6-875D4DD5A2DD}" destId="{7D736879-F308-4464-B920-3777EBB668B6}" srcOrd="1" destOrd="0" parTransId="{2CF6DA49-F42D-439E-8FE3-E7BEF577BDE2}" sibTransId="{87D893FC-5300-4502-9479-D31B647D37B4}"/>
    <dgm:cxn modelId="{B59DAF9D-19B1-4634-9167-F7D55CBAFCC9}" srcId="{3210579E-32BF-4869-B7AB-2C7DB6E0BC92}" destId="{134BE17F-595C-4283-AC7D-EFDDBC236DC9}" srcOrd="0" destOrd="0" parTransId="{E08C9172-9C1C-403C-BE0D-E635AB6F29BB}" sibTransId="{FD27E9F5-7CCD-4B97-BD04-B15EC5430BAB}"/>
    <dgm:cxn modelId="{4F6917BA-7D17-46CD-9C10-C541A6471E5F}" type="presOf" srcId="{96031A7A-C1B6-4191-AC72-73831BA49C19}" destId="{C3BA00B1-0E88-4E5E-8BD9-8F5D03FA4375}" srcOrd="0" destOrd="2" presId="urn:microsoft.com/office/officeart/2005/8/layout/hProcess9"/>
    <dgm:cxn modelId="{933DD8DC-23AF-4119-987A-A593C32178D8}" srcId="{DE55BF2D-9931-4768-B2D6-875D4DD5A2DD}" destId="{21D958BE-4140-4981-8639-597F341FBCBE}" srcOrd="2" destOrd="0" parTransId="{92CBD506-EC27-4495-A6B6-D06BE548BB9F}" sibTransId="{9705B91D-549F-42ED-993B-64BF058D5FA1}"/>
    <dgm:cxn modelId="{480968EA-C600-4C64-B3CD-5FEA960569A9}" srcId="{DE55BF2D-9931-4768-B2D6-875D4DD5A2DD}" destId="{3210579E-32BF-4869-B7AB-2C7DB6E0BC92}" srcOrd="0" destOrd="0" parTransId="{601E8D6D-4B7C-49BE-94FA-0E8E834C1544}" sibTransId="{9DFD472D-9E95-4653-8120-02D1764C0AB6}"/>
    <dgm:cxn modelId="{15A018F7-AA33-49BB-A398-3A8B898FC3DF}" type="presOf" srcId="{21D958BE-4140-4981-8639-597F341FBCBE}" destId="{5E93C135-022D-4378-A18C-3A3F6FBF01BA}" srcOrd="0" destOrd="0" presId="urn:microsoft.com/office/officeart/2005/8/layout/hProcess9"/>
    <dgm:cxn modelId="{1113B516-0A49-4978-853F-ABCD84E35532}" type="presParOf" srcId="{1D3901C8-22A6-45DA-A98A-7FC0F347CBCA}" destId="{1F6B5A47-F545-4C02-AD7E-78BA908B5C72}" srcOrd="0" destOrd="0" presId="urn:microsoft.com/office/officeart/2005/8/layout/hProcess9"/>
    <dgm:cxn modelId="{E117E476-BF4F-4203-95F8-69E1027688E2}" type="presParOf" srcId="{1D3901C8-22A6-45DA-A98A-7FC0F347CBCA}" destId="{F8286211-53F9-499A-B5DF-F33F04F5BBB9}" srcOrd="1" destOrd="0" presId="urn:microsoft.com/office/officeart/2005/8/layout/hProcess9"/>
    <dgm:cxn modelId="{B767B60F-68D9-465C-8412-334A56ACD68A}" type="presParOf" srcId="{F8286211-53F9-499A-B5DF-F33F04F5BBB9}" destId="{C3BA00B1-0E88-4E5E-8BD9-8F5D03FA4375}" srcOrd="0" destOrd="0" presId="urn:microsoft.com/office/officeart/2005/8/layout/hProcess9"/>
    <dgm:cxn modelId="{76E08EB5-570F-446D-8A06-878EE1FF454D}" type="presParOf" srcId="{F8286211-53F9-499A-B5DF-F33F04F5BBB9}" destId="{407270FD-2157-4C21-BD69-C70E2F21B85C}" srcOrd="1" destOrd="0" presId="urn:microsoft.com/office/officeart/2005/8/layout/hProcess9"/>
    <dgm:cxn modelId="{DBB8F503-A30D-404A-AA61-FE7ED69C6AC9}" type="presParOf" srcId="{F8286211-53F9-499A-B5DF-F33F04F5BBB9}" destId="{EDE8D485-E761-49BD-9244-0473A6078164}" srcOrd="2" destOrd="0" presId="urn:microsoft.com/office/officeart/2005/8/layout/hProcess9"/>
    <dgm:cxn modelId="{6BFDC7B7-FCAB-4F34-9C9D-8299EBB5A830}" type="presParOf" srcId="{F8286211-53F9-499A-B5DF-F33F04F5BBB9}" destId="{FFEB23A1-5433-4F33-86B8-DCA832E5C060}" srcOrd="3" destOrd="0" presId="urn:microsoft.com/office/officeart/2005/8/layout/hProcess9"/>
    <dgm:cxn modelId="{09EEC28C-318D-44E9-8BB1-F100DAAFC011}" type="presParOf" srcId="{F8286211-53F9-499A-B5DF-F33F04F5BBB9}" destId="{5E93C135-022D-4378-A18C-3A3F6FBF01B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3838AA-E264-4853-B9DA-4DCA03ADFB01}" type="doc">
      <dgm:prSet loTypeId="urn:microsoft.com/office/officeart/2005/8/layout/vList6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118BA4B-2BD0-42DB-B149-AF300E03614B}">
      <dgm:prSet phldrT="[Text]"/>
      <dgm:spPr/>
      <dgm:t>
        <a:bodyPr/>
        <a:lstStyle/>
        <a:p>
          <a:r>
            <a:rPr lang="en-GB" dirty="0" err="1"/>
            <a:t>Prediksi</a:t>
          </a:r>
          <a:r>
            <a:rPr lang="en-GB" dirty="0"/>
            <a:t> Promoter</a:t>
          </a:r>
          <a:endParaRPr lang="en-US" dirty="0"/>
        </a:p>
      </dgm:t>
    </dgm:pt>
    <dgm:pt modelId="{6B1071F3-2F40-4039-904E-0D57801D4230}" type="parTrans" cxnId="{25CDCD15-0154-459E-9266-B7C2CAEECE15}">
      <dgm:prSet/>
      <dgm:spPr/>
      <dgm:t>
        <a:bodyPr/>
        <a:lstStyle/>
        <a:p>
          <a:endParaRPr lang="en-US"/>
        </a:p>
      </dgm:t>
    </dgm:pt>
    <dgm:pt modelId="{EAB3F61D-1D05-45B2-BDA0-EB0F9092DF93}" type="sibTrans" cxnId="{25CDCD15-0154-459E-9266-B7C2CAEECE15}">
      <dgm:prSet/>
      <dgm:spPr/>
      <dgm:t>
        <a:bodyPr/>
        <a:lstStyle/>
        <a:p>
          <a:endParaRPr lang="en-US"/>
        </a:p>
      </dgm:t>
    </dgm:pt>
    <dgm:pt modelId="{9C379891-FB92-46F0-9685-1A13B3CB6653}">
      <dgm:prSet phldrT="[Text]"/>
      <dgm:spPr/>
      <dgm:t>
        <a:bodyPr/>
        <a:lstStyle/>
        <a:p>
          <a:r>
            <a:rPr lang="en-GB" dirty="0"/>
            <a:t>DNABERT-Prom-300 (Ji et. al., 2021)</a:t>
          </a:r>
          <a:endParaRPr lang="en-US" dirty="0"/>
        </a:p>
      </dgm:t>
    </dgm:pt>
    <dgm:pt modelId="{227B47F2-E291-4CEF-8854-C65BCD7E3583}" type="parTrans" cxnId="{9F4BF99D-C17D-4EFC-9253-10C7871C056D}">
      <dgm:prSet/>
      <dgm:spPr/>
      <dgm:t>
        <a:bodyPr/>
        <a:lstStyle/>
        <a:p>
          <a:endParaRPr lang="en-US"/>
        </a:p>
      </dgm:t>
    </dgm:pt>
    <dgm:pt modelId="{2FA059E3-1913-4EFB-BD37-93C93FCBB89C}" type="sibTrans" cxnId="{9F4BF99D-C17D-4EFC-9253-10C7871C056D}">
      <dgm:prSet/>
      <dgm:spPr/>
      <dgm:t>
        <a:bodyPr/>
        <a:lstStyle/>
        <a:p>
          <a:endParaRPr lang="en-US"/>
        </a:p>
      </dgm:t>
    </dgm:pt>
    <dgm:pt modelId="{925CE648-BA68-4717-B786-FD52EAB312B7}">
      <dgm:prSet phldrT="[Text]"/>
      <dgm:spPr/>
      <dgm:t>
        <a:bodyPr/>
        <a:lstStyle/>
        <a:p>
          <a:r>
            <a:rPr lang="en-GB" dirty="0" err="1"/>
            <a:t>DeePromoter</a:t>
          </a:r>
          <a:r>
            <a:rPr lang="en-GB" dirty="0"/>
            <a:t> (</a:t>
          </a:r>
          <a:r>
            <a:rPr lang="en-GB" dirty="0" err="1"/>
            <a:t>Oubounyt</a:t>
          </a:r>
          <a:r>
            <a:rPr lang="en-GB" dirty="0"/>
            <a:t> et. al., 2019)</a:t>
          </a:r>
          <a:endParaRPr lang="en-US" dirty="0"/>
        </a:p>
      </dgm:t>
    </dgm:pt>
    <dgm:pt modelId="{F2F9B291-5BF6-48F5-94F1-B579C550BE68}" type="parTrans" cxnId="{1C144DD6-4742-423E-B6A2-D0F35774FE2A}">
      <dgm:prSet/>
      <dgm:spPr/>
      <dgm:t>
        <a:bodyPr/>
        <a:lstStyle/>
        <a:p>
          <a:endParaRPr lang="en-US"/>
        </a:p>
      </dgm:t>
    </dgm:pt>
    <dgm:pt modelId="{7394366C-AFAA-44C9-8D37-2F1908426846}" type="sibTrans" cxnId="{1C144DD6-4742-423E-B6A2-D0F35774FE2A}">
      <dgm:prSet/>
      <dgm:spPr/>
      <dgm:t>
        <a:bodyPr/>
        <a:lstStyle/>
        <a:p>
          <a:endParaRPr lang="en-US"/>
        </a:p>
      </dgm:t>
    </dgm:pt>
    <dgm:pt modelId="{924B64A6-D4CC-4956-A1A4-662FE7FCAF99}">
      <dgm:prSet phldrT="[Text]"/>
      <dgm:spPr/>
      <dgm:t>
        <a:bodyPr/>
        <a:lstStyle/>
        <a:p>
          <a:r>
            <a:rPr lang="en-GB" dirty="0" err="1"/>
            <a:t>Prediksi</a:t>
          </a:r>
          <a:r>
            <a:rPr lang="en-GB" dirty="0"/>
            <a:t> Splice Sites</a:t>
          </a:r>
          <a:endParaRPr lang="en-US" dirty="0"/>
        </a:p>
      </dgm:t>
    </dgm:pt>
    <dgm:pt modelId="{33798A6C-5CF8-4799-B9AF-33B6C36894BC}" type="parTrans" cxnId="{D93C87F1-9E88-463E-BA46-B2725D6D5195}">
      <dgm:prSet/>
      <dgm:spPr/>
      <dgm:t>
        <a:bodyPr/>
        <a:lstStyle/>
        <a:p>
          <a:endParaRPr lang="en-US"/>
        </a:p>
      </dgm:t>
    </dgm:pt>
    <dgm:pt modelId="{31C99ECC-DE5E-4557-9201-049DE6FA43E3}" type="sibTrans" cxnId="{D93C87F1-9E88-463E-BA46-B2725D6D5195}">
      <dgm:prSet/>
      <dgm:spPr/>
      <dgm:t>
        <a:bodyPr/>
        <a:lstStyle/>
        <a:p>
          <a:endParaRPr lang="en-US"/>
        </a:p>
      </dgm:t>
    </dgm:pt>
    <dgm:pt modelId="{EB6144C3-2881-497A-B635-6187B5E4EDD4}">
      <dgm:prSet phldrT="[Text]"/>
      <dgm:spPr/>
      <dgm:t>
        <a:bodyPr/>
        <a:lstStyle/>
        <a:p>
          <a:r>
            <a:rPr lang="en-GB" dirty="0"/>
            <a:t>Splice2Deep (</a:t>
          </a:r>
          <a:r>
            <a:rPr lang="en-GB" dirty="0" err="1"/>
            <a:t>Albaradei</a:t>
          </a:r>
          <a:r>
            <a:rPr lang="en-GB" dirty="0"/>
            <a:t> et. al., 2020)</a:t>
          </a:r>
          <a:endParaRPr lang="en-US" dirty="0"/>
        </a:p>
      </dgm:t>
    </dgm:pt>
    <dgm:pt modelId="{1B4179F4-ACF7-4AC8-934E-EC0B51B10BF3}" type="parTrans" cxnId="{ECC27E96-692A-4136-977F-B2CDAAE2ADEC}">
      <dgm:prSet/>
      <dgm:spPr/>
      <dgm:t>
        <a:bodyPr/>
        <a:lstStyle/>
        <a:p>
          <a:endParaRPr lang="en-US"/>
        </a:p>
      </dgm:t>
    </dgm:pt>
    <dgm:pt modelId="{6FE8BC22-20F4-4ECF-9983-6A7F23F3E062}" type="sibTrans" cxnId="{ECC27E96-692A-4136-977F-B2CDAAE2ADEC}">
      <dgm:prSet/>
      <dgm:spPr/>
      <dgm:t>
        <a:bodyPr/>
        <a:lstStyle/>
        <a:p>
          <a:endParaRPr lang="en-US"/>
        </a:p>
      </dgm:t>
    </dgm:pt>
    <dgm:pt modelId="{2E39F195-7110-4273-8D6A-4C01ADDC0B2E}">
      <dgm:prSet phldrT="[Text]"/>
      <dgm:spPr/>
      <dgm:t>
        <a:bodyPr/>
        <a:lstStyle/>
        <a:p>
          <a:r>
            <a:rPr lang="en-GB" dirty="0"/>
            <a:t>DNABERT-Splice (Ji et. al., 2021)</a:t>
          </a:r>
          <a:endParaRPr lang="en-US" dirty="0"/>
        </a:p>
      </dgm:t>
    </dgm:pt>
    <dgm:pt modelId="{9B4176FD-C45C-40A7-A748-05368BE6A4EC}" type="parTrans" cxnId="{9A985110-F2C6-491C-9122-13DAEFC38B87}">
      <dgm:prSet/>
      <dgm:spPr/>
      <dgm:t>
        <a:bodyPr/>
        <a:lstStyle/>
        <a:p>
          <a:endParaRPr lang="en-US"/>
        </a:p>
      </dgm:t>
    </dgm:pt>
    <dgm:pt modelId="{7F55260D-C4EA-4653-B16A-28235969364A}" type="sibTrans" cxnId="{9A985110-F2C6-491C-9122-13DAEFC38B87}">
      <dgm:prSet/>
      <dgm:spPr/>
      <dgm:t>
        <a:bodyPr/>
        <a:lstStyle/>
        <a:p>
          <a:endParaRPr lang="en-US"/>
        </a:p>
      </dgm:t>
    </dgm:pt>
    <dgm:pt modelId="{C4DFC3A0-3CF2-4EF1-A46A-E31044400EA5}">
      <dgm:prSet phldrT="[Text]"/>
      <dgm:spPr/>
      <dgm:t>
        <a:bodyPr/>
        <a:lstStyle/>
        <a:p>
          <a:r>
            <a:rPr lang="en-GB" dirty="0" err="1"/>
            <a:t>Prediksi</a:t>
          </a:r>
          <a:r>
            <a:rPr lang="en-GB" dirty="0"/>
            <a:t> Poly-A</a:t>
          </a:r>
          <a:endParaRPr lang="en-US" dirty="0"/>
        </a:p>
      </dgm:t>
    </dgm:pt>
    <dgm:pt modelId="{E047E261-894F-423E-B42F-4A7A4E1D59FA}" type="parTrans" cxnId="{9BEBCE4F-AA71-4108-B988-EA49311F36CC}">
      <dgm:prSet/>
      <dgm:spPr/>
      <dgm:t>
        <a:bodyPr/>
        <a:lstStyle/>
        <a:p>
          <a:endParaRPr lang="en-US"/>
        </a:p>
      </dgm:t>
    </dgm:pt>
    <dgm:pt modelId="{D9EB7023-8E17-43C3-8EC8-C2DA4F753A75}" type="sibTrans" cxnId="{9BEBCE4F-AA71-4108-B988-EA49311F36CC}">
      <dgm:prSet/>
      <dgm:spPr/>
      <dgm:t>
        <a:bodyPr/>
        <a:lstStyle/>
        <a:p>
          <a:endParaRPr lang="en-US"/>
        </a:p>
      </dgm:t>
    </dgm:pt>
    <dgm:pt modelId="{931F75B8-5705-4D0F-AAAC-D9761B112417}">
      <dgm:prSet phldrT="[Text]"/>
      <dgm:spPr/>
      <dgm:t>
        <a:bodyPr/>
        <a:lstStyle/>
        <a:p>
          <a:r>
            <a:rPr lang="en-GB" dirty="0" err="1"/>
            <a:t>Prediksi</a:t>
          </a:r>
          <a:r>
            <a:rPr lang="en-GB" dirty="0"/>
            <a:t> </a:t>
          </a:r>
          <a:r>
            <a:rPr lang="en-GB" dirty="0" err="1"/>
            <a:t>Lainnya</a:t>
          </a:r>
          <a:endParaRPr lang="en-US" dirty="0"/>
        </a:p>
      </dgm:t>
    </dgm:pt>
    <dgm:pt modelId="{EA993C4B-64E7-4357-9722-EA605D3A7124}" type="parTrans" cxnId="{9A11B218-3943-4301-BC37-A44D3E70F89D}">
      <dgm:prSet/>
      <dgm:spPr/>
      <dgm:t>
        <a:bodyPr/>
        <a:lstStyle/>
        <a:p>
          <a:endParaRPr lang="en-US"/>
        </a:p>
      </dgm:t>
    </dgm:pt>
    <dgm:pt modelId="{F57EF266-450A-47B5-8DEF-442AB87EF6F2}" type="sibTrans" cxnId="{9A11B218-3943-4301-BC37-A44D3E70F89D}">
      <dgm:prSet/>
      <dgm:spPr/>
      <dgm:t>
        <a:bodyPr/>
        <a:lstStyle/>
        <a:p>
          <a:endParaRPr lang="en-US"/>
        </a:p>
      </dgm:t>
    </dgm:pt>
    <dgm:pt modelId="{DEF847F3-818B-4CF7-A57F-677DFC0F802A}">
      <dgm:prSet phldrT="[Text]"/>
      <dgm:spPr/>
      <dgm:t>
        <a:bodyPr/>
        <a:lstStyle/>
        <a:p>
          <a:r>
            <a:rPr lang="en-GB" dirty="0" err="1"/>
            <a:t>SANPolyA</a:t>
          </a:r>
          <a:r>
            <a:rPr lang="en-GB" dirty="0"/>
            <a:t> (Yu dan Dai, 2020)</a:t>
          </a:r>
          <a:endParaRPr lang="en-US" dirty="0"/>
        </a:p>
      </dgm:t>
    </dgm:pt>
    <dgm:pt modelId="{1BD802F7-E797-4B97-BD12-CE91238811E3}" type="parTrans" cxnId="{BFB20F8A-A0BA-4752-AA91-A18DE2F2767A}">
      <dgm:prSet/>
      <dgm:spPr/>
      <dgm:t>
        <a:bodyPr/>
        <a:lstStyle/>
        <a:p>
          <a:endParaRPr lang="en-US"/>
        </a:p>
      </dgm:t>
    </dgm:pt>
    <dgm:pt modelId="{418A2DDD-76E1-47D6-B70B-4576103493F7}" type="sibTrans" cxnId="{BFB20F8A-A0BA-4752-AA91-A18DE2F2767A}">
      <dgm:prSet/>
      <dgm:spPr/>
      <dgm:t>
        <a:bodyPr/>
        <a:lstStyle/>
        <a:p>
          <a:endParaRPr lang="en-US"/>
        </a:p>
      </dgm:t>
    </dgm:pt>
    <dgm:pt modelId="{65AE7F90-9750-4272-9F83-A93721E311E0}">
      <dgm:prSet phldrT="[Text]"/>
      <dgm:spPr/>
      <dgm:t>
        <a:bodyPr/>
        <a:lstStyle/>
        <a:p>
          <a:r>
            <a:rPr lang="en-GB" dirty="0" err="1"/>
            <a:t>Prediksi</a:t>
          </a:r>
          <a:r>
            <a:rPr lang="en-GB" dirty="0"/>
            <a:t> Motif</a:t>
          </a:r>
          <a:endParaRPr lang="en-US" dirty="0"/>
        </a:p>
      </dgm:t>
    </dgm:pt>
    <dgm:pt modelId="{BB6BC28A-69E7-4BF8-B038-BEE9C440E267}" type="parTrans" cxnId="{817F78E2-F6EE-45FA-989A-C5CA105CBB32}">
      <dgm:prSet/>
      <dgm:spPr/>
      <dgm:t>
        <a:bodyPr/>
        <a:lstStyle/>
        <a:p>
          <a:endParaRPr lang="en-US"/>
        </a:p>
      </dgm:t>
    </dgm:pt>
    <dgm:pt modelId="{AD8E6D59-ECCE-4643-95ED-98DED2AA640E}" type="sibTrans" cxnId="{817F78E2-F6EE-45FA-989A-C5CA105CBB32}">
      <dgm:prSet/>
      <dgm:spPr/>
      <dgm:t>
        <a:bodyPr/>
        <a:lstStyle/>
        <a:p>
          <a:endParaRPr lang="en-US"/>
        </a:p>
      </dgm:t>
    </dgm:pt>
    <dgm:pt modelId="{EBC1DCD4-85D2-4F80-949B-3F5EAE90D49D}">
      <dgm:prSet phldrT="[Text]"/>
      <dgm:spPr/>
      <dgm:t>
        <a:bodyPr/>
        <a:lstStyle/>
        <a:p>
          <a:r>
            <a:rPr lang="en-GB" dirty="0"/>
            <a:t>DNABERT (Ji et. al., 2021)</a:t>
          </a:r>
          <a:endParaRPr lang="en-US" dirty="0"/>
        </a:p>
      </dgm:t>
    </dgm:pt>
    <dgm:pt modelId="{7BB4EFDE-7F1B-49E2-9AB9-BD0D46C7742A}" type="parTrans" cxnId="{19985040-8B03-448F-AF89-1F6C13CF75C4}">
      <dgm:prSet/>
      <dgm:spPr/>
      <dgm:t>
        <a:bodyPr/>
        <a:lstStyle/>
        <a:p>
          <a:endParaRPr lang="en-US"/>
        </a:p>
      </dgm:t>
    </dgm:pt>
    <dgm:pt modelId="{F3EAA82C-F919-458A-9E86-904FC7814ECE}" type="sibTrans" cxnId="{19985040-8B03-448F-AF89-1F6C13CF75C4}">
      <dgm:prSet/>
      <dgm:spPr/>
      <dgm:t>
        <a:bodyPr/>
        <a:lstStyle/>
        <a:p>
          <a:endParaRPr lang="en-US"/>
        </a:p>
      </dgm:t>
    </dgm:pt>
    <dgm:pt modelId="{D29E2D82-DAA3-4742-8C84-5F3D32CFB945}" type="pres">
      <dgm:prSet presAssocID="{E93838AA-E264-4853-B9DA-4DCA03ADFB01}" presName="Name0" presStyleCnt="0">
        <dgm:presLayoutVars>
          <dgm:dir/>
          <dgm:animLvl val="lvl"/>
          <dgm:resizeHandles/>
        </dgm:presLayoutVars>
      </dgm:prSet>
      <dgm:spPr/>
    </dgm:pt>
    <dgm:pt modelId="{ECF0DFE1-8F55-4FB4-9F89-59EF8DFF7375}" type="pres">
      <dgm:prSet presAssocID="{F118BA4B-2BD0-42DB-B149-AF300E03614B}" presName="linNode" presStyleCnt="0"/>
      <dgm:spPr/>
    </dgm:pt>
    <dgm:pt modelId="{6502ACA6-722A-43AE-A464-677730DD5B89}" type="pres">
      <dgm:prSet presAssocID="{F118BA4B-2BD0-42DB-B149-AF300E03614B}" presName="parentShp" presStyleLbl="node1" presStyleIdx="0" presStyleCnt="5">
        <dgm:presLayoutVars>
          <dgm:bulletEnabled val="1"/>
        </dgm:presLayoutVars>
      </dgm:prSet>
      <dgm:spPr/>
    </dgm:pt>
    <dgm:pt modelId="{5341E39B-F973-49C0-95EC-2182861E980A}" type="pres">
      <dgm:prSet presAssocID="{F118BA4B-2BD0-42DB-B149-AF300E03614B}" presName="childShp" presStyleLbl="bgAccFollowNode1" presStyleIdx="0" presStyleCnt="5">
        <dgm:presLayoutVars>
          <dgm:bulletEnabled val="1"/>
        </dgm:presLayoutVars>
      </dgm:prSet>
      <dgm:spPr/>
    </dgm:pt>
    <dgm:pt modelId="{D315BE15-FCED-4FC6-AC5B-499E895408D1}" type="pres">
      <dgm:prSet presAssocID="{EAB3F61D-1D05-45B2-BDA0-EB0F9092DF93}" presName="spacing" presStyleCnt="0"/>
      <dgm:spPr/>
    </dgm:pt>
    <dgm:pt modelId="{1CCBAAED-ED03-45AC-B968-5832AAD30203}" type="pres">
      <dgm:prSet presAssocID="{924B64A6-D4CC-4956-A1A4-662FE7FCAF99}" presName="linNode" presStyleCnt="0"/>
      <dgm:spPr/>
    </dgm:pt>
    <dgm:pt modelId="{ECD62D9A-6F12-4B93-A50B-4D163D2C8AB7}" type="pres">
      <dgm:prSet presAssocID="{924B64A6-D4CC-4956-A1A4-662FE7FCAF99}" presName="parentShp" presStyleLbl="node1" presStyleIdx="1" presStyleCnt="5">
        <dgm:presLayoutVars>
          <dgm:bulletEnabled val="1"/>
        </dgm:presLayoutVars>
      </dgm:prSet>
      <dgm:spPr/>
    </dgm:pt>
    <dgm:pt modelId="{5AC2C034-95AD-4975-AEAA-AA13E648E6F5}" type="pres">
      <dgm:prSet presAssocID="{924B64A6-D4CC-4956-A1A4-662FE7FCAF99}" presName="childShp" presStyleLbl="bgAccFollowNode1" presStyleIdx="1" presStyleCnt="5">
        <dgm:presLayoutVars>
          <dgm:bulletEnabled val="1"/>
        </dgm:presLayoutVars>
      </dgm:prSet>
      <dgm:spPr/>
    </dgm:pt>
    <dgm:pt modelId="{1C511F56-2F58-41B3-A7F7-022BA1B48018}" type="pres">
      <dgm:prSet presAssocID="{31C99ECC-DE5E-4557-9201-049DE6FA43E3}" presName="spacing" presStyleCnt="0"/>
      <dgm:spPr/>
    </dgm:pt>
    <dgm:pt modelId="{BA33165E-1370-45C5-9845-69E210205446}" type="pres">
      <dgm:prSet presAssocID="{C4DFC3A0-3CF2-4EF1-A46A-E31044400EA5}" presName="linNode" presStyleCnt="0"/>
      <dgm:spPr/>
    </dgm:pt>
    <dgm:pt modelId="{CB09E3F0-E9E0-4260-9056-245B22784EC5}" type="pres">
      <dgm:prSet presAssocID="{C4DFC3A0-3CF2-4EF1-A46A-E31044400EA5}" presName="parentShp" presStyleLbl="node1" presStyleIdx="2" presStyleCnt="5">
        <dgm:presLayoutVars>
          <dgm:bulletEnabled val="1"/>
        </dgm:presLayoutVars>
      </dgm:prSet>
      <dgm:spPr/>
    </dgm:pt>
    <dgm:pt modelId="{990D8C5E-7880-4EF0-8E60-45A1ACB0DB43}" type="pres">
      <dgm:prSet presAssocID="{C4DFC3A0-3CF2-4EF1-A46A-E31044400EA5}" presName="childShp" presStyleLbl="bgAccFollowNode1" presStyleIdx="2" presStyleCnt="5">
        <dgm:presLayoutVars>
          <dgm:bulletEnabled val="1"/>
        </dgm:presLayoutVars>
      </dgm:prSet>
      <dgm:spPr/>
    </dgm:pt>
    <dgm:pt modelId="{849E048B-EAF5-4DD5-84A8-FB528FBB4CF5}" type="pres">
      <dgm:prSet presAssocID="{D9EB7023-8E17-43C3-8EC8-C2DA4F753A75}" presName="spacing" presStyleCnt="0"/>
      <dgm:spPr/>
    </dgm:pt>
    <dgm:pt modelId="{10FF1543-0833-433E-A23C-977F2511DE55}" type="pres">
      <dgm:prSet presAssocID="{65AE7F90-9750-4272-9F83-A93721E311E0}" presName="linNode" presStyleCnt="0"/>
      <dgm:spPr/>
    </dgm:pt>
    <dgm:pt modelId="{B7C401F5-DBB0-437A-B6CE-D3D500D12AF6}" type="pres">
      <dgm:prSet presAssocID="{65AE7F90-9750-4272-9F83-A93721E311E0}" presName="parentShp" presStyleLbl="node1" presStyleIdx="3" presStyleCnt="5">
        <dgm:presLayoutVars>
          <dgm:bulletEnabled val="1"/>
        </dgm:presLayoutVars>
      </dgm:prSet>
      <dgm:spPr/>
    </dgm:pt>
    <dgm:pt modelId="{44949430-520E-4D8E-BA01-A62A7C40EB8F}" type="pres">
      <dgm:prSet presAssocID="{65AE7F90-9750-4272-9F83-A93721E311E0}" presName="childShp" presStyleLbl="bgAccFollowNode1" presStyleIdx="3" presStyleCnt="5">
        <dgm:presLayoutVars>
          <dgm:bulletEnabled val="1"/>
        </dgm:presLayoutVars>
      </dgm:prSet>
      <dgm:spPr/>
    </dgm:pt>
    <dgm:pt modelId="{A69C67C9-B90D-4B89-AD93-D534DF3B7CD1}" type="pres">
      <dgm:prSet presAssocID="{AD8E6D59-ECCE-4643-95ED-98DED2AA640E}" presName="spacing" presStyleCnt="0"/>
      <dgm:spPr/>
    </dgm:pt>
    <dgm:pt modelId="{2528D020-E102-4638-AB4D-1EAC28D3FA1D}" type="pres">
      <dgm:prSet presAssocID="{931F75B8-5705-4D0F-AAAC-D9761B112417}" presName="linNode" presStyleCnt="0"/>
      <dgm:spPr/>
    </dgm:pt>
    <dgm:pt modelId="{737ED83B-EFA5-4631-AD9C-E53A4735F2CA}" type="pres">
      <dgm:prSet presAssocID="{931F75B8-5705-4D0F-AAAC-D9761B112417}" presName="parentShp" presStyleLbl="node1" presStyleIdx="4" presStyleCnt="5">
        <dgm:presLayoutVars>
          <dgm:bulletEnabled val="1"/>
        </dgm:presLayoutVars>
      </dgm:prSet>
      <dgm:spPr/>
    </dgm:pt>
    <dgm:pt modelId="{1CAE2B4A-2BC6-4384-8F87-40E2184CC177}" type="pres">
      <dgm:prSet presAssocID="{931F75B8-5705-4D0F-AAAC-D9761B112417}" presName="childShp" presStyleLbl="bgAccFollowNode1" presStyleIdx="4" presStyleCnt="5">
        <dgm:presLayoutVars>
          <dgm:bulletEnabled val="1"/>
        </dgm:presLayoutVars>
      </dgm:prSet>
      <dgm:spPr/>
    </dgm:pt>
  </dgm:ptLst>
  <dgm:cxnLst>
    <dgm:cxn modelId="{9A985110-F2C6-491C-9122-13DAEFC38B87}" srcId="{924B64A6-D4CC-4956-A1A4-662FE7FCAF99}" destId="{2E39F195-7110-4273-8D6A-4C01ADDC0B2E}" srcOrd="1" destOrd="0" parTransId="{9B4176FD-C45C-40A7-A748-05368BE6A4EC}" sibTransId="{7F55260D-C4EA-4653-B16A-28235969364A}"/>
    <dgm:cxn modelId="{DC4D5614-14AE-4B9F-B7AE-EBB876F40467}" type="presOf" srcId="{65AE7F90-9750-4272-9F83-A93721E311E0}" destId="{B7C401F5-DBB0-437A-B6CE-D3D500D12AF6}" srcOrd="0" destOrd="0" presId="urn:microsoft.com/office/officeart/2005/8/layout/vList6"/>
    <dgm:cxn modelId="{25CDCD15-0154-459E-9266-B7C2CAEECE15}" srcId="{E93838AA-E264-4853-B9DA-4DCA03ADFB01}" destId="{F118BA4B-2BD0-42DB-B149-AF300E03614B}" srcOrd="0" destOrd="0" parTransId="{6B1071F3-2F40-4039-904E-0D57801D4230}" sibTransId="{EAB3F61D-1D05-45B2-BDA0-EB0F9092DF93}"/>
    <dgm:cxn modelId="{9A11B218-3943-4301-BC37-A44D3E70F89D}" srcId="{E93838AA-E264-4853-B9DA-4DCA03ADFB01}" destId="{931F75B8-5705-4D0F-AAAC-D9761B112417}" srcOrd="4" destOrd="0" parTransId="{EA993C4B-64E7-4357-9722-EA605D3A7124}" sibTransId="{F57EF266-450A-47B5-8DEF-442AB87EF6F2}"/>
    <dgm:cxn modelId="{D0613332-39F3-497E-9C21-0B237AE553E8}" type="presOf" srcId="{DEF847F3-818B-4CF7-A57F-677DFC0F802A}" destId="{990D8C5E-7880-4EF0-8E60-45A1ACB0DB43}" srcOrd="0" destOrd="0" presId="urn:microsoft.com/office/officeart/2005/8/layout/vList6"/>
    <dgm:cxn modelId="{4573D039-E198-46D1-A0EE-1E23F022E207}" type="presOf" srcId="{E93838AA-E264-4853-B9DA-4DCA03ADFB01}" destId="{D29E2D82-DAA3-4742-8C84-5F3D32CFB945}" srcOrd="0" destOrd="0" presId="urn:microsoft.com/office/officeart/2005/8/layout/vList6"/>
    <dgm:cxn modelId="{47EFC03B-A3B6-4CCC-B4AC-4F9159AB8047}" type="presOf" srcId="{2E39F195-7110-4273-8D6A-4C01ADDC0B2E}" destId="{5AC2C034-95AD-4975-AEAA-AA13E648E6F5}" srcOrd="0" destOrd="1" presId="urn:microsoft.com/office/officeart/2005/8/layout/vList6"/>
    <dgm:cxn modelId="{19985040-8B03-448F-AF89-1F6C13CF75C4}" srcId="{65AE7F90-9750-4272-9F83-A93721E311E0}" destId="{EBC1DCD4-85D2-4F80-949B-3F5EAE90D49D}" srcOrd="0" destOrd="0" parTransId="{7BB4EFDE-7F1B-49E2-9AB9-BD0D46C7742A}" sibTransId="{F3EAA82C-F919-458A-9E86-904FC7814ECE}"/>
    <dgm:cxn modelId="{E1006641-BF86-44DF-A718-1A06DA9DE8A2}" type="presOf" srcId="{924B64A6-D4CC-4956-A1A4-662FE7FCAF99}" destId="{ECD62D9A-6F12-4B93-A50B-4D163D2C8AB7}" srcOrd="0" destOrd="0" presId="urn:microsoft.com/office/officeart/2005/8/layout/vList6"/>
    <dgm:cxn modelId="{EF484962-92AB-4AF8-9284-AC6AF2CF7F8B}" type="presOf" srcId="{F118BA4B-2BD0-42DB-B149-AF300E03614B}" destId="{6502ACA6-722A-43AE-A464-677730DD5B89}" srcOrd="0" destOrd="0" presId="urn:microsoft.com/office/officeart/2005/8/layout/vList6"/>
    <dgm:cxn modelId="{9BEBCE4F-AA71-4108-B988-EA49311F36CC}" srcId="{E93838AA-E264-4853-B9DA-4DCA03ADFB01}" destId="{C4DFC3A0-3CF2-4EF1-A46A-E31044400EA5}" srcOrd="2" destOrd="0" parTransId="{E047E261-894F-423E-B42F-4A7A4E1D59FA}" sibTransId="{D9EB7023-8E17-43C3-8EC8-C2DA4F753A75}"/>
    <dgm:cxn modelId="{CA4BC17D-53C0-4F54-B03D-4F02303EBCA1}" type="presOf" srcId="{EBC1DCD4-85D2-4F80-949B-3F5EAE90D49D}" destId="{44949430-520E-4D8E-BA01-A62A7C40EB8F}" srcOrd="0" destOrd="0" presId="urn:microsoft.com/office/officeart/2005/8/layout/vList6"/>
    <dgm:cxn modelId="{BFB20F8A-A0BA-4752-AA91-A18DE2F2767A}" srcId="{C4DFC3A0-3CF2-4EF1-A46A-E31044400EA5}" destId="{DEF847F3-818B-4CF7-A57F-677DFC0F802A}" srcOrd="0" destOrd="0" parTransId="{1BD802F7-E797-4B97-BD12-CE91238811E3}" sibTransId="{418A2DDD-76E1-47D6-B70B-4576103493F7}"/>
    <dgm:cxn modelId="{74D4058B-B8FB-44AB-A86B-5174737A87BD}" type="presOf" srcId="{925CE648-BA68-4717-B786-FD52EAB312B7}" destId="{5341E39B-F973-49C0-95EC-2182861E980A}" srcOrd="0" destOrd="1" presId="urn:microsoft.com/office/officeart/2005/8/layout/vList6"/>
    <dgm:cxn modelId="{ECC27E96-692A-4136-977F-B2CDAAE2ADEC}" srcId="{924B64A6-D4CC-4956-A1A4-662FE7FCAF99}" destId="{EB6144C3-2881-497A-B635-6187B5E4EDD4}" srcOrd="0" destOrd="0" parTransId="{1B4179F4-ACF7-4AC8-934E-EC0B51B10BF3}" sibTransId="{6FE8BC22-20F4-4ECF-9983-6A7F23F3E062}"/>
    <dgm:cxn modelId="{02E59C9C-21B8-462F-B874-7A008EE618A9}" type="presOf" srcId="{C4DFC3A0-3CF2-4EF1-A46A-E31044400EA5}" destId="{CB09E3F0-E9E0-4260-9056-245B22784EC5}" srcOrd="0" destOrd="0" presId="urn:microsoft.com/office/officeart/2005/8/layout/vList6"/>
    <dgm:cxn modelId="{9F4BF99D-C17D-4EFC-9253-10C7871C056D}" srcId="{F118BA4B-2BD0-42DB-B149-AF300E03614B}" destId="{9C379891-FB92-46F0-9685-1A13B3CB6653}" srcOrd="0" destOrd="0" parTransId="{227B47F2-E291-4CEF-8854-C65BCD7E3583}" sibTransId="{2FA059E3-1913-4EFB-BD37-93C93FCBB89C}"/>
    <dgm:cxn modelId="{339E15B3-4625-46A9-955A-60AD975A68D3}" type="presOf" srcId="{931F75B8-5705-4D0F-AAAC-D9761B112417}" destId="{737ED83B-EFA5-4631-AD9C-E53A4735F2CA}" srcOrd="0" destOrd="0" presId="urn:microsoft.com/office/officeart/2005/8/layout/vList6"/>
    <dgm:cxn modelId="{61D710BA-0240-40FF-A156-AF7880BD25F8}" type="presOf" srcId="{EB6144C3-2881-497A-B635-6187B5E4EDD4}" destId="{5AC2C034-95AD-4975-AEAA-AA13E648E6F5}" srcOrd="0" destOrd="0" presId="urn:microsoft.com/office/officeart/2005/8/layout/vList6"/>
    <dgm:cxn modelId="{1C144DD6-4742-423E-B6A2-D0F35774FE2A}" srcId="{F118BA4B-2BD0-42DB-B149-AF300E03614B}" destId="{925CE648-BA68-4717-B786-FD52EAB312B7}" srcOrd="1" destOrd="0" parTransId="{F2F9B291-5BF6-48F5-94F1-B579C550BE68}" sibTransId="{7394366C-AFAA-44C9-8D37-2F1908426846}"/>
    <dgm:cxn modelId="{06060FDA-80C9-4D77-975A-B7853620F700}" type="presOf" srcId="{9C379891-FB92-46F0-9685-1A13B3CB6653}" destId="{5341E39B-F973-49C0-95EC-2182861E980A}" srcOrd="0" destOrd="0" presId="urn:microsoft.com/office/officeart/2005/8/layout/vList6"/>
    <dgm:cxn modelId="{817F78E2-F6EE-45FA-989A-C5CA105CBB32}" srcId="{E93838AA-E264-4853-B9DA-4DCA03ADFB01}" destId="{65AE7F90-9750-4272-9F83-A93721E311E0}" srcOrd="3" destOrd="0" parTransId="{BB6BC28A-69E7-4BF8-B038-BEE9C440E267}" sibTransId="{AD8E6D59-ECCE-4643-95ED-98DED2AA640E}"/>
    <dgm:cxn modelId="{D93C87F1-9E88-463E-BA46-B2725D6D5195}" srcId="{E93838AA-E264-4853-B9DA-4DCA03ADFB01}" destId="{924B64A6-D4CC-4956-A1A4-662FE7FCAF99}" srcOrd="1" destOrd="0" parTransId="{33798A6C-5CF8-4799-B9AF-33B6C36894BC}" sibTransId="{31C99ECC-DE5E-4557-9201-049DE6FA43E3}"/>
    <dgm:cxn modelId="{11F12AB1-A06C-4358-8BB8-99D8CAE982C9}" type="presParOf" srcId="{D29E2D82-DAA3-4742-8C84-5F3D32CFB945}" destId="{ECF0DFE1-8F55-4FB4-9F89-59EF8DFF7375}" srcOrd="0" destOrd="0" presId="urn:microsoft.com/office/officeart/2005/8/layout/vList6"/>
    <dgm:cxn modelId="{D1F79B65-E21E-48AC-802F-3A1F68961309}" type="presParOf" srcId="{ECF0DFE1-8F55-4FB4-9F89-59EF8DFF7375}" destId="{6502ACA6-722A-43AE-A464-677730DD5B89}" srcOrd="0" destOrd="0" presId="urn:microsoft.com/office/officeart/2005/8/layout/vList6"/>
    <dgm:cxn modelId="{9540756F-8E59-45C7-9CA5-9255FD7F9018}" type="presParOf" srcId="{ECF0DFE1-8F55-4FB4-9F89-59EF8DFF7375}" destId="{5341E39B-F973-49C0-95EC-2182861E980A}" srcOrd="1" destOrd="0" presId="urn:microsoft.com/office/officeart/2005/8/layout/vList6"/>
    <dgm:cxn modelId="{DBD22912-6746-4FBC-9BD2-8531A6C6058F}" type="presParOf" srcId="{D29E2D82-DAA3-4742-8C84-5F3D32CFB945}" destId="{D315BE15-FCED-4FC6-AC5B-499E895408D1}" srcOrd="1" destOrd="0" presId="urn:microsoft.com/office/officeart/2005/8/layout/vList6"/>
    <dgm:cxn modelId="{5C9A0463-1C51-4350-8C4D-BBCB7641EBC4}" type="presParOf" srcId="{D29E2D82-DAA3-4742-8C84-5F3D32CFB945}" destId="{1CCBAAED-ED03-45AC-B968-5832AAD30203}" srcOrd="2" destOrd="0" presId="urn:microsoft.com/office/officeart/2005/8/layout/vList6"/>
    <dgm:cxn modelId="{277F38C6-7305-4EEE-A616-587FFCBBD880}" type="presParOf" srcId="{1CCBAAED-ED03-45AC-B968-5832AAD30203}" destId="{ECD62D9A-6F12-4B93-A50B-4D163D2C8AB7}" srcOrd="0" destOrd="0" presId="urn:microsoft.com/office/officeart/2005/8/layout/vList6"/>
    <dgm:cxn modelId="{7EB99FB1-ABCD-4441-9957-C77BA6CD1A5D}" type="presParOf" srcId="{1CCBAAED-ED03-45AC-B968-5832AAD30203}" destId="{5AC2C034-95AD-4975-AEAA-AA13E648E6F5}" srcOrd="1" destOrd="0" presId="urn:microsoft.com/office/officeart/2005/8/layout/vList6"/>
    <dgm:cxn modelId="{EC3E5CCD-C121-478E-A77D-25AC1A1B88B1}" type="presParOf" srcId="{D29E2D82-DAA3-4742-8C84-5F3D32CFB945}" destId="{1C511F56-2F58-41B3-A7F7-022BA1B48018}" srcOrd="3" destOrd="0" presId="urn:microsoft.com/office/officeart/2005/8/layout/vList6"/>
    <dgm:cxn modelId="{236F4DD5-A6B6-469C-8F68-9BCE8A924E16}" type="presParOf" srcId="{D29E2D82-DAA3-4742-8C84-5F3D32CFB945}" destId="{BA33165E-1370-45C5-9845-69E210205446}" srcOrd="4" destOrd="0" presId="urn:microsoft.com/office/officeart/2005/8/layout/vList6"/>
    <dgm:cxn modelId="{00DD9BA9-E4C5-4182-9E43-B761C955AA0B}" type="presParOf" srcId="{BA33165E-1370-45C5-9845-69E210205446}" destId="{CB09E3F0-E9E0-4260-9056-245B22784EC5}" srcOrd="0" destOrd="0" presId="urn:microsoft.com/office/officeart/2005/8/layout/vList6"/>
    <dgm:cxn modelId="{CADA8346-3AAE-4311-8025-4BBAEF862ED7}" type="presParOf" srcId="{BA33165E-1370-45C5-9845-69E210205446}" destId="{990D8C5E-7880-4EF0-8E60-45A1ACB0DB43}" srcOrd="1" destOrd="0" presId="urn:microsoft.com/office/officeart/2005/8/layout/vList6"/>
    <dgm:cxn modelId="{721449DB-EE4E-4085-990D-1B1894D33925}" type="presParOf" srcId="{D29E2D82-DAA3-4742-8C84-5F3D32CFB945}" destId="{849E048B-EAF5-4DD5-84A8-FB528FBB4CF5}" srcOrd="5" destOrd="0" presId="urn:microsoft.com/office/officeart/2005/8/layout/vList6"/>
    <dgm:cxn modelId="{06EACD69-F564-4C19-959D-EB4DD46F703F}" type="presParOf" srcId="{D29E2D82-DAA3-4742-8C84-5F3D32CFB945}" destId="{10FF1543-0833-433E-A23C-977F2511DE55}" srcOrd="6" destOrd="0" presId="urn:microsoft.com/office/officeart/2005/8/layout/vList6"/>
    <dgm:cxn modelId="{2B40B30C-8EEE-4A9A-B98D-40A826035B84}" type="presParOf" srcId="{10FF1543-0833-433E-A23C-977F2511DE55}" destId="{B7C401F5-DBB0-437A-B6CE-D3D500D12AF6}" srcOrd="0" destOrd="0" presId="urn:microsoft.com/office/officeart/2005/8/layout/vList6"/>
    <dgm:cxn modelId="{A5BDF315-66B5-4A8D-88FE-78F370C7A0DE}" type="presParOf" srcId="{10FF1543-0833-433E-A23C-977F2511DE55}" destId="{44949430-520E-4D8E-BA01-A62A7C40EB8F}" srcOrd="1" destOrd="0" presId="urn:microsoft.com/office/officeart/2005/8/layout/vList6"/>
    <dgm:cxn modelId="{84E9C113-605D-4860-9760-01F691BB06CF}" type="presParOf" srcId="{D29E2D82-DAA3-4742-8C84-5F3D32CFB945}" destId="{A69C67C9-B90D-4B89-AD93-D534DF3B7CD1}" srcOrd="7" destOrd="0" presId="urn:microsoft.com/office/officeart/2005/8/layout/vList6"/>
    <dgm:cxn modelId="{C419AA35-18CE-42EE-8B4E-618C80F6DD19}" type="presParOf" srcId="{D29E2D82-DAA3-4742-8C84-5F3D32CFB945}" destId="{2528D020-E102-4638-AB4D-1EAC28D3FA1D}" srcOrd="8" destOrd="0" presId="urn:microsoft.com/office/officeart/2005/8/layout/vList6"/>
    <dgm:cxn modelId="{8600D5FE-500A-4A71-B585-BC707E5C3F62}" type="presParOf" srcId="{2528D020-E102-4638-AB4D-1EAC28D3FA1D}" destId="{737ED83B-EFA5-4631-AD9C-E53A4735F2CA}" srcOrd="0" destOrd="0" presId="urn:microsoft.com/office/officeart/2005/8/layout/vList6"/>
    <dgm:cxn modelId="{83448E6A-7D89-4594-9C2A-F162AA211A4D}" type="presParOf" srcId="{2528D020-E102-4638-AB4D-1EAC28D3FA1D}" destId="{1CAE2B4A-2BC6-4384-8F87-40E2184CC177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4B1AC8-987A-414A-AF32-7AE55AFF5653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6033FF6-72E3-412F-A6A8-9DB21AC58A61}">
      <dgm:prSet phldrT="[Text]" custT="1"/>
      <dgm:spPr/>
      <dgm:t>
        <a:bodyPr/>
        <a:lstStyle/>
        <a:p>
          <a:r>
            <a:rPr lang="en-GB" sz="2400" dirty="0"/>
            <a:t>Satu Model </a:t>
          </a:r>
          <a:r>
            <a:rPr lang="en-GB" sz="2400" dirty="0" err="1"/>
            <a:t>untuk</a:t>
          </a:r>
          <a:r>
            <a:rPr lang="en-GB" sz="2400" dirty="0"/>
            <a:t> Satu Task dan Satu Data</a:t>
          </a:r>
          <a:endParaRPr lang="en-US" sz="2400" dirty="0"/>
        </a:p>
      </dgm:t>
    </dgm:pt>
    <dgm:pt modelId="{E4C2D97D-4F16-4888-A75C-53C07498947B}" type="parTrans" cxnId="{27809422-9FB4-407D-8050-93BDBDF2D6D5}">
      <dgm:prSet/>
      <dgm:spPr/>
      <dgm:t>
        <a:bodyPr/>
        <a:lstStyle/>
        <a:p>
          <a:endParaRPr lang="en-US" sz="1600"/>
        </a:p>
      </dgm:t>
    </dgm:pt>
    <dgm:pt modelId="{BA5D8EB0-6835-497F-BA64-C642386AB16D}" type="sibTrans" cxnId="{27809422-9FB4-407D-8050-93BDBDF2D6D5}">
      <dgm:prSet/>
      <dgm:spPr/>
      <dgm:t>
        <a:bodyPr/>
        <a:lstStyle/>
        <a:p>
          <a:endParaRPr lang="en-US" sz="1600"/>
        </a:p>
      </dgm:t>
    </dgm:pt>
    <dgm:pt modelId="{3878A003-113F-45EC-B7FF-69FB6C53F830}">
      <dgm:prSet phldrT="[Text]" custT="1"/>
      <dgm:spPr/>
      <dgm:t>
        <a:bodyPr/>
        <a:lstStyle/>
        <a:p>
          <a:r>
            <a:rPr lang="en-GB" sz="2000" kern="1200" dirty="0" err="1"/>
            <a:t>Tidak</a:t>
          </a:r>
          <a:r>
            <a:rPr lang="en-GB" sz="2000" kern="1200" dirty="0"/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fleksibel</a:t>
          </a:r>
          <a:r>
            <a:rPr lang="en-GB" sz="2000" kern="1200" dirty="0">
              <a:latin typeface="Tenorite"/>
              <a:ea typeface="+mn-ea"/>
              <a:cs typeface="+mn-cs"/>
            </a:rPr>
            <a:t> → Antara </a:t>
          </a:r>
          <a:r>
            <a:rPr lang="en-GB" sz="2000" kern="1200" dirty="0" err="1">
              <a:latin typeface="Tenorite"/>
              <a:ea typeface="+mn-ea"/>
              <a:cs typeface="+mn-cs"/>
            </a:rPr>
            <a:t>spesies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ada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kemiripan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tapi</a:t>
          </a:r>
          <a:r>
            <a:rPr lang="en-GB" sz="2000" kern="1200" dirty="0">
              <a:latin typeface="Tenorite"/>
              <a:ea typeface="+mn-ea"/>
              <a:cs typeface="+mn-cs"/>
            </a:rPr>
            <a:t> model </a:t>
          </a:r>
          <a:r>
            <a:rPr lang="en-GB" sz="2000" kern="1200" dirty="0" err="1">
              <a:latin typeface="Tenorite"/>
              <a:ea typeface="+mn-ea"/>
              <a:cs typeface="+mn-cs"/>
            </a:rPr>
            <a:t>tidak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bisa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menangkap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kemiripan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tersebut</a:t>
          </a:r>
          <a:endParaRPr lang="en-US" sz="2000" kern="1200" dirty="0">
            <a:latin typeface="Tenorite"/>
            <a:ea typeface="+mn-ea"/>
            <a:cs typeface="+mn-cs"/>
          </a:endParaRPr>
        </a:p>
      </dgm:t>
    </dgm:pt>
    <dgm:pt modelId="{D8DE773F-5F41-491A-915C-AFDEAC4D236B}" type="parTrans" cxnId="{701F811C-F796-46C6-8B9C-7953ED392247}">
      <dgm:prSet/>
      <dgm:spPr/>
      <dgm:t>
        <a:bodyPr/>
        <a:lstStyle/>
        <a:p>
          <a:endParaRPr lang="en-US" sz="1600"/>
        </a:p>
      </dgm:t>
    </dgm:pt>
    <dgm:pt modelId="{5AED71D3-89FA-4C51-A927-E91C19AB8D64}" type="sibTrans" cxnId="{701F811C-F796-46C6-8B9C-7953ED392247}">
      <dgm:prSet/>
      <dgm:spPr/>
      <dgm:t>
        <a:bodyPr/>
        <a:lstStyle/>
        <a:p>
          <a:endParaRPr lang="en-US" sz="1600"/>
        </a:p>
      </dgm:t>
    </dgm:pt>
    <dgm:pt modelId="{87F493FF-8749-499F-A409-81A0DDA3C989}">
      <dgm:prSet phldrT="[Text]" custT="1"/>
      <dgm:spPr/>
      <dgm:t>
        <a:bodyPr/>
        <a:lstStyle/>
        <a:p>
          <a:r>
            <a:rPr lang="en-GB" sz="2400" dirty="0"/>
            <a:t>DNABERT (Ji et. al., 2021) </a:t>
          </a:r>
          <a:r>
            <a:rPr lang="en-GB" sz="2400" dirty="0" err="1"/>
            <a:t>bergantung</a:t>
          </a:r>
          <a:r>
            <a:rPr lang="en-GB" sz="2400" dirty="0"/>
            <a:t> pada data </a:t>
          </a:r>
          <a:r>
            <a:rPr lang="en-GB" sz="2400" i="1" dirty="0"/>
            <a:t>fine-tuning</a:t>
          </a:r>
          <a:endParaRPr lang="en-US" sz="2400" dirty="0"/>
        </a:p>
      </dgm:t>
    </dgm:pt>
    <dgm:pt modelId="{4070F1CA-D931-41B3-A91D-55D7B6D8F6EC}" type="parTrans" cxnId="{9E0E75C2-81A9-4488-89F0-CA067A99A8C3}">
      <dgm:prSet/>
      <dgm:spPr/>
      <dgm:t>
        <a:bodyPr/>
        <a:lstStyle/>
        <a:p>
          <a:endParaRPr lang="en-US" sz="1600"/>
        </a:p>
      </dgm:t>
    </dgm:pt>
    <dgm:pt modelId="{F742378D-71D7-4929-B823-E2025267EC56}" type="sibTrans" cxnId="{9E0E75C2-81A9-4488-89F0-CA067A99A8C3}">
      <dgm:prSet/>
      <dgm:spPr/>
      <dgm:t>
        <a:bodyPr/>
        <a:lstStyle/>
        <a:p>
          <a:endParaRPr lang="en-US" sz="1600"/>
        </a:p>
      </dgm:t>
    </dgm:pt>
    <dgm:pt modelId="{8FF9EC84-B6E2-4014-8CB6-4863831749D9}">
      <dgm:prSet phldrT="[Text]" custT="1"/>
      <dgm:spPr/>
      <dgm:t>
        <a:bodyPr/>
        <a:lstStyle/>
        <a:p>
          <a:r>
            <a:rPr lang="en-GB" sz="2000" dirty="0"/>
            <a:t>DNABERT </a:t>
          </a:r>
          <a:r>
            <a:rPr lang="en-GB" sz="2000" dirty="0" err="1"/>
            <a:t>dapat</a:t>
          </a:r>
          <a:r>
            <a:rPr lang="en-GB" sz="2000" dirty="0"/>
            <a:t> </a:t>
          </a:r>
          <a:r>
            <a:rPr lang="en-GB" sz="2000" dirty="0" err="1"/>
            <a:t>menangkap</a:t>
          </a:r>
          <a:r>
            <a:rPr lang="en-GB" sz="2000" dirty="0"/>
            <a:t> </a:t>
          </a:r>
          <a:r>
            <a:rPr lang="en-GB" sz="2000" dirty="0" err="1"/>
            <a:t>fitur</a:t>
          </a:r>
          <a:r>
            <a:rPr lang="en-GB" sz="2000" dirty="0"/>
            <a:t> </a:t>
          </a:r>
          <a:r>
            <a:rPr lang="en-GB" sz="2000" dirty="0" err="1"/>
            <a:t>generik</a:t>
          </a:r>
          <a:r>
            <a:rPr lang="en-GB" sz="2000" dirty="0"/>
            <a:t> </a:t>
          </a:r>
          <a:r>
            <a:rPr lang="en-GB" sz="2000" dirty="0" err="1"/>
            <a:t>dari</a:t>
          </a:r>
          <a:r>
            <a:rPr lang="en-GB" sz="2000" dirty="0"/>
            <a:t> </a:t>
          </a:r>
          <a:r>
            <a:rPr lang="en-GB" sz="2000" dirty="0" err="1"/>
            <a:t>genom</a:t>
          </a:r>
          <a:r>
            <a:rPr lang="en-GB" sz="2000" dirty="0"/>
            <a:t> </a:t>
          </a:r>
          <a:r>
            <a:rPr lang="en-GB" sz="2000" i="1" dirty="0"/>
            <a:t>H. sapiens </a:t>
          </a:r>
          <a:r>
            <a:rPr lang="en-GB" sz="2000" i="0" dirty="0" err="1"/>
            <a:t>tetapi</a:t>
          </a:r>
          <a:r>
            <a:rPr lang="en-GB" sz="2000" i="0" dirty="0"/>
            <a:t> </a:t>
          </a:r>
          <a:r>
            <a:rPr lang="en-GB" sz="2000" i="0" dirty="0" err="1"/>
            <a:t>tetap</a:t>
          </a:r>
          <a:r>
            <a:rPr lang="en-GB" sz="2000" i="0" dirty="0"/>
            <a:t> </a:t>
          </a:r>
          <a:r>
            <a:rPr lang="en-GB" sz="2000" i="0" dirty="0" err="1"/>
            <a:t>membutuhkan</a:t>
          </a:r>
          <a:r>
            <a:rPr lang="en-GB" sz="2000" i="0" dirty="0"/>
            <a:t> data </a:t>
          </a:r>
          <a:r>
            <a:rPr lang="en-GB" sz="2000" i="1" dirty="0"/>
            <a:t>fine-tuning </a:t>
          </a:r>
          <a:r>
            <a:rPr lang="en-GB" sz="2000" i="0" dirty="0" err="1"/>
            <a:t>untuk</a:t>
          </a:r>
          <a:r>
            <a:rPr lang="en-GB" sz="2000" i="0" dirty="0"/>
            <a:t> </a:t>
          </a:r>
          <a:r>
            <a:rPr lang="en-GB" sz="2000" i="0" dirty="0" err="1"/>
            <a:t>persoalan</a:t>
          </a:r>
          <a:r>
            <a:rPr lang="en-GB" sz="2000" i="0" dirty="0"/>
            <a:t> </a:t>
          </a:r>
          <a:r>
            <a:rPr lang="en-GB" sz="2000" i="0" dirty="0" err="1"/>
            <a:t>tertentu</a:t>
          </a:r>
          <a:endParaRPr lang="en-US" sz="2000" i="1" dirty="0"/>
        </a:p>
      </dgm:t>
    </dgm:pt>
    <dgm:pt modelId="{5DB124CC-F542-4AB8-A2AA-97A48E13B011}" type="parTrans" cxnId="{EFAF5499-6D9D-4728-AFE9-F5AE62B40810}">
      <dgm:prSet/>
      <dgm:spPr/>
      <dgm:t>
        <a:bodyPr/>
        <a:lstStyle/>
        <a:p>
          <a:endParaRPr lang="en-US" sz="1600"/>
        </a:p>
      </dgm:t>
    </dgm:pt>
    <dgm:pt modelId="{F454BEBD-B4CE-4E36-AFC8-86A4E0AD7A1B}" type="sibTrans" cxnId="{EFAF5499-6D9D-4728-AFE9-F5AE62B40810}">
      <dgm:prSet/>
      <dgm:spPr/>
      <dgm:t>
        <a:bodyPr/>
        <a:lstStyle/>
        <a:p>
          <a:endParaRPr lang="en-US" sz="1600"/>
        </a:p>
      </dgm:t>
    </dgm:pt>
    <dgm:pt modelId="{6E4AEC53-8C15-40B1-8248-1BE5D90AE648}">
      <dgm:prSet phldrT="[Text]" custT="1"/>
      <dgm:spPr/>
      <dgm:t>
        <a:bodyPr/>
        <a:lstStyle/>
        <a:p>
          <a:r>
            <a:rPr lang="en-GB" sz="2000" kern="1200" dirty="0" err="1">
              <a:latin typeface="Tenorite"/>
              <a:ea typeface="+mn-ea"/>
              <a:cs typeface="+mn-cs"/>
            </a:rPr>
            <a:t>Tidak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semua</a:t>
          </a:r>
          <a:r>
            <a:rPr lang="en-GB" sz="2000" kern="1200" dirty="0">
              <a:latin typeface="Tenorite"/>
              <a:ea typeface="+mn-ea"/>
              <a:cs typeface="+mn-cs"/>
            </a:rPr>
            <a:t> data </a:t>
          </a:r>
          <a:r>
            <a:rPr lang="en-GB" sz="2000" kern="1200" dirty="0" err="1">
              <a:latin typeface="Tenorite"/>
              <a:ea typeface="+mn-ea"/>
              <a:cs typeface="+mn-cs"/>
            </a:rPr>
            <a:t>memiliki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fitur</a:t>
          </a:r>
          <a:r>
            <a:rPr lang="en-GB" sz="2000" kern="1200" dirty="0">
              <a:latin typeface="Tenorite"/>
              <a:ea typeface="+mn-ea"/>
              <a:cs typeface="+mn-cs"/>
            </a:rPr>
            <a:t> yang </a:t>
          </a:r>
          <a:r>
            <a:rPr lang="en-GB" sz="2000" kern="1200" dirty="0" err="1">
              <a:latin typeface="Tenorite"/>
              <a:ea typeface="+mn-ea"/>
              <a:cs typeface="+mn-cs"/>
            </a:rPr>
            <a:t>cukup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untuk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prediksi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sebuah</a:t>
          </a:r>
          <a:r>
            <a:rPr lang="en-GB" sz="2000" kern="1200" dirty="0">
              <a:latin typeface="Tenorite"/>
              <a:ea typeface="+mn-ea"/>
              <a:cs typeface="+mn-cs"/>
            </a:rPr>
            <a:t> task.</a:t>
          </a:r>
          <a:endParaRPr lang="en-US" sz="2000" kern="1200" dirty="0">
            <a:latin typeface="Tenorite"/>
            <a:ea typeface="+mn-ea"/>
            <a:cs typeface="+mn-cs"/>
          </a:endParaRPr>
        </a:p>
      </dgm:t>
    </dgm:pt>
    <dgm:pt modelId="{666D463B-A3B8-44C0-84A8-0EE2E103E0CE}" type="parTrans" cxnId="{EDC7D47A-009C-44C3-B45A-BAB6BEAEF9DE}">
      <dgm:prSet/>
      <dgm:spPr/>
      <dgm:t>
        <a:bodyPr/>
        <a:lstStyle/>
        <a:p>
          <a:endParaRPr lang="en-US" sz="1600"/>
        </a:p>
      </dgm:t>
    </dgm:pt>
    <dgm:pt modelId="{F10E1D44-F80D-45B2-B090-629F4BD6BEB3}" type="sibTrans" cxnId="{EDC7D47A-009C-44C3-B45A-BAB6BEAEF9DE}">
      <dgm:prSet/>
      <dgm:spPr/>
      <dgm:t>
        <a:bodyPr/>
        <a:lstStyle/>
        <a:p>
          <a:endParaRPr lang="en-US" sz="1600"/>
        </a:p>
      </dgm:t>
    </dgm:pt>
    <dgm:pt modelId="{559901CC-77E7-4D9D-9789-12A99E031658}">
      <dgm:prSet phldrT="[Text]" custT="1"/>
      <dgm:spPr/>
      <dgm:t>
        <a:bodyPr/>
        <a:lstStyle/>
        <a:p>
          <a:endParaRPr lang="en-US" sz="1600" i="1" dirty="0"/>
        </a:p>
      </dgm:t>
    </dgm:pt>
    <dgm:pt modelId="{69EC69DD-3FEB-4B3F-ABF9-44BCF467FC25}" type="parTrans" cxnId="{0B7FE2E8-84A7-49AD-9842-A55E8AD1834C}">
      <dgm:prSet/>
      <dgm:spPr/>
      <dgm:t>
        <a:bodyPr/>
        <a:lstStyle/>
        <a:p>
          <a:endParaRPr lang="en-US" sz="1600"/>
        </a:p>
      </dgm:t>
    </dgm:pt>
    <dgm:pt modelId="{552F9DE9-CDFF-467F-983F-A65F1D0F9DD5}" type="sibTrans" cxnId="{0B7FE2E8-84A7-49AD-9842-A55E8AD1834C}">
      <dgm:prSet/>
      <dgm:spPr/>
      <dgm:t>
        <a:bodyPr/>
        <a:lstStyle/>
        <a:p>
          <a:endParaRPr lang="en-US" sz="1600"/>
        </a:p>
      </dgm:t>
    </dgm:pt>
    <dgm:pt modelId="{37058354-1A0D-4EFD-90D4-33F2895A2F7D}">
      <dgm:prSet phldrT="[Text]" custT="1"/>
      <dgm:spPr/>
      <dgm:t>
        <a:bodyPr/>
        <a:lstStyle/>
        <a:p>
          <a:r>
            <a:rPr lang="en-GB" sz="2000" i="0" dirty="0" err="1"/>
            <a:t>Keberadaan</a:t>
          </a:r>
          <a:r>
            <a:rPr lang="en-GB" sz="2000" i="0" dirty="0"/>
            <a:t> data </a:t>
          </a:r>
          <a:r>
            <a:rPr lang="en-GB" sz="2000" i="1" dirty="0"/>
            <a:t>fine-tuning</a:t>
          </a:r>
          <a:r>
            <a:rPr lang="en-GB" sz="2000" i="0" dirty="0"/>
            <a:t> </a:t>
          </a:r>
          <a:r>
            <a:rPr lang="en-GB" sz="2000" i="0" dirty="0" err="1"/>
            <a:t>tidak</a:t>
          </a:r>
          <a:r>
            <a:rPr lang="en-GB" sz="2000" i="0" dirty="0"/>
            <a:t> </a:t>
          </a:r>
          <a:r>
            <a:rPr lang="en-GB" sz="2000" i="0" dirty="0" err="1"/>
            <a:t>ada</a:t>
          </a:r>
          <a:r>
            <a:rPr lang="en-GB" sz="2000" i="0" dirty="0"/>
            <a:t> / </a:t>
          </a:r>
          <a:r>
            <a:rPr lang="en-GB" sz="2000" i="0" dirty="0" err="1"/>
            <a:t>tidak</a:t>
          </a:r>
          <a:r>
            <a:rPr lang="en-GB" sz="2000" i="0" dirty="0"/>
            <a:t> </a:t>
          </a:r>
          <a:r>
            <a:rPr lang="en-GB" sz="2000" i="0" dirty="0" err="1"/>
            <a:t>lengkap</a:t>
          </a:r>
          <a:endParaRPr lang="en-US" sz="2000" i="0" dirty="0"/>
        </a:p>
      </dgm:t>
    </dgm:pt>
    <dgm:pt modelId="{45F68746-D361-4366-A446-0D4E8C0BFF66}" type="parTrans" cxnId="{6EDC49E9-50A4-4512-952C-19390BA022E4}">
      <dgm:prSet/>
      <dgm:spPr/>
      <dgm:t>
        <a:bodyPr/>
        <a:lstStyle/>
        <a:p>
          <a:endParaRPr lang="en-US"/>
        </a:p>
      </dgm:t>
    </dgm:pt>
    <dgm:pt modelId="{37FA5742-24F3-4994-9EB5-1094C90D739F}" type="sibTrans" cxnId="{6EDC49E9-50A4-4512-952C-19390BA022E4}">
      <dgm:prSet/>
      <dgm:spPr/>
      <dgm:t>
        <a:bodyPr/>
        <a:lstStyle/>
        <a:p>
          <a:endParaRPr lang="en-US"/>
        </a:p>
      </dgm:t>
    </dgm:pt>
    <dgm:pt modelId="{57AC729E-EBFD-412A-B9C1-AA0E3F9D1F63}" type="pres">
      <dgm:prSet presAssocID="{EE4B1AC8-987A-414A-AF32-7AE55AFF5653}" presName="linear" presStyleCnt="0">
        <dgm:presLayoutVars>
          <dgm:animLvl val="lvl"/>
          <dgm:resizeHandles val="exact"/>
        </dgm:presLayoutVars>
      </dgm:prSet>
      <dgm:spPr/>
    </dgm:pt>
    <dgm:pt modelId="{EA3E0962-A03F-4122-AFE6-0D15636E83D5}" type="pres">
      <dgm:prSet presAssocID="{26033FF6-72E3-412F-A6A8-9DB21AC58A61}" presName="parentText" presStyleLbl="node1" presStyleIdx="0" presStyleCnt="2" custScaleY="64241">
        <dgm:presLayoutVars>
          <dgm:chMax val="0"/>
          <dgm:bulletEnabled val="1"/>
        </dgm:presLayoutVars>
      </dgm:prSet>
      <dgm:spPr/>
    </dgm:pt>
    <dgm:pt modelId="{A11AD17A-7583-43E0-AD73-8B82BB589EA7}" type="pres">
      <dgm:prSet presAssocID="{26033FF6-72E3-412F-A6A8-9DB21AC58A61}" presName="childText" presStyleLbl="revTx" presStyleIdx="0" presStyleCnt="2" custScaleY="120164">
        <dgm:presLayoutVars>
          <dgm:bulletEnabled val="1"/>
        </dgm:presLayoutVars>
      </dgm:prSet>
      <dgm:spPr/>
    </dgm:pt>
    <dgm:pt modelId="{756FEDC9-A4D5-4CB0-AC72-6E60062193DE}" type="pres">
      <dgm:prSet presAssocID="{87F493FF-8749-499F-A409-81A0DDA3C989}" presName="parentText" presStyleLbl="node1" presStyleIdx="1" presStyleCnt="2" custScaleY="57096">
        <dgm:presLayoutVars>
          <dgm:chMax val="0"/>
          <dgm:bulletEnabled val="1"/>
        </dgm:presLayoutVars>
      </dgm:prSet>
      <dgm:spPr/>
    </dgm:pt>
    <dgm:pt modelId="{DE7424A2-1847-4810-B345-56FDD903CBD3}" type="pres">
      <dgm:prSet presAssocID="{87F493FF-8749-499F-A409-81A0DDA3C989}" presName="childText" presStyleLbl="revTx" presStyleIdx="1" presStyleCnt="2" custScaleY="166830">
        <dgm:presLayoutVars>
          <dgm:bulletEnabled val="1"/>
        </dgm:presLayoutVars>
      </dgm:prSet>
      <dgm:spPr/>
    </dgm:pt>
  </dgm:ptLst>
  <dgm:cxnLst>
    <dgm:cxn modelId="{CD4CFA0E-4700-475F-8072-64FE9B49302A}" type="presOf" srcId="{6E4AEC53-8C15-40B1-8248-1BE5D90AE648}" destId="{A11AD17A-7583-43E0-AD73-8B82BB589EA7}" srcOrd="0" destOrd="1" presId="urn:microsoft.com/office/officeart/2005/8/layout/vList2"/>
    <dgm:cxn modelId="{701F811C-F796-46C6-8B9C-7953ED392247}" srcId="{26033FF6-72E3-412F-A6A8-9DB21AC58A61}" destId="{3878A003-113F-45EC-B7FF-69FB6C53F830}" srcOrd="0" destOrd="0" parTransId="{D8DE773F-5F41-491A-915C-AFDEAC4D236B}" sibTransId="{5AED71D3-89FA-4C51-A927-E91C19AB8D64}"/>
    <dgm:cxn modelId="{27809422-9FB4-407D-8050-93BDBDF2D6D5}" srcId="{EE4B1AC8-987A-414A-AF32-7AE55AFF5653}" destId="{26033FF6-72E3-412F-A6A8-9DB21AC58A61}" srcOrd="0" destOrd="0" parTransId="{E4C2D97D-4F16-4888-A75C-53C07498947B}" sibTransId="{BA5D8EB0-6835-497F-BA64-C642386AB16D}"/>
    <dgm:cxn modelId="{8E9F0058-4B1C-4162-8231-B9B70C9ECCD4}" type="presOf" srcId="{EE4B1AC8-987A-414A-AF32-7AE55AFF5653}" destId="{57AC729E-EBFD-412A-B9C1-AA0E3F9D1F63}" srcOrd="0" destOrd="0" presId="urn:microsoft.com/office/officeart/2005/8/layout/vList2"/>
    <dgm:cxn modelId="{EDC7D47A-009C-44C3-B45A-BAB6BEAEF9DE}" srcId="{26033FF6-72E3-412F-A6A8-9DB21AC58A61}" destId="{6E4AEC53-8C15-40B1-8248-1BE5D90AE648}" srcOrd="1" destOrd="0" parTransId="{666D463B-A3B8-44C0-84A8-0EE2E103E0CE}" sibTransId="{F10E1D44-F80D-45B2-B090-629F4BD6BEB3}"/>
    <dgm:cxn modelId="{EFAF5499-6D9D-4728-AFE9-F5AE62B40810}" srcId="{87F493FF-8749-499F-A409-81A0DDA3C989}" destId="{8FF9EC84-B6E2-4014-8CB6-4863831749D9}" srcOrd="0" destOrd="0" parTransId="{5DB124CC-F542-4AB8-A2AA-97A48E13B011}" sibTransId="{F454BEBD-B4CE-4E36-AFC8-86A4E0AD7A1B}"/>
    <dgm:cxn modelId="{9E0E75C2-81A9-4488-89F0-CA067A99A8C3}" srcId="{EE4B1AC8-987A-414A-AF32-7AE55AFF5653}" destId="{87F493FF-8749-499F-A409-81A0DDA3C989}" srcOrd="1" destOrd="0" parTransId="{4070F1CA-D931-41B3-A91D-55D7B6D8F6EC}" sibTransId="{F742378D-71D7-4929-B823-E2025267EC56}"/>
    <dgm:cxn modelId="{7A6EC4D1-08AC-43A7-B420-DE04971491E4}" type="presOf" srcId="{26033FF6-72E3-412F-A6A8-9DB21AC58A61}" destId="{EA3E0962-A03F-4122-AFE6-0D15636E83D5}" srcOrd="0" destOrd="0" presId="urn:microsoft.com/office/officeart/2005/8/layout/vList2"/>
    <dgm:cxn modelId="{2105F5DB-2F75-486D-AB8F-42353A4D0147}" type="presOf" srcId="{3878A003-113F-45EC-B7FF-69FB6C53F830}" destId="{A11AD17A-7583-43E0-AD73-8B82BB589EA7}" srcOrd="0" destOrd="0" presId="urn:microsoft.com/office/officeart/2005/8/layout/vList2"/>
    <dgm:cxn modelId="{3D537FDD-E236-43B0-95ED-99C9AA87F086}" type="presOf" srcId="{8FF9EC84-B6E2-4014-8CB6-4863831749D9}" destId="{DE7424A2-1847-4810-B345-56FDD903CBD3}" srcOrd="0" destOrd="0" presId="urn:microsoft.com/office/officeart/2005/8/layout/vList2"/>
    <dgm:cxn modelId="{0B7FE2E8-84A7-49AD-9842-A55E8AD1834C}" srcId="{87F493FF-8749-499F-A409-81A0DDA3C989}" destId="{559901CC-77E7-4D9D-9789-12A99E031658}" srcOrd="1" destOrd="0" parTransId="{69EC69DD-3FEB-4B3F-ABF9-44BCF467FC25}" sibTransId="{552F9DE9-CDFF-467F-983F-A65F1D0F9DD5}"/>
    <dgm:cxn modelId="{6EDC49E9-50A4-4512-952C-19390BA022E4}" srcId="{8FF9EC84-B6E2-4014-8CB6-4863831749D9}" destId="{37058354-1A0D-4EFD-90D4-33F2895A2F7D}" srcOrd="0" destOrd="0" parTransId="{45F68746-D361-4366-A446-0D4E8C0BFF66}" sibTransId="{37FA5742-24F3-4994-9EB5-1094C90D739F}"/>
    <dgm:cxn modelId="{C95CAAF2-1E38-4A4C-BC91-CA965C9A647D}" type="presOf" srcId="{37058354-1A0D-4EFD-90D4-33F2895A2F7D}" destId="{DE7424A2-1847-4810-B345-56FDD903CBD3}" srcOrd="0" destOrd="1" presId="urn:microsoft.com/office/officeart/2005/8/layout/vList2"/>
    <dgm:cxn modelId="{4AAD55FE-72DD-4FFC-B820-42F6FCB00930}" type="presOf" srcId="{559901CC-77E7-4D9D-9789-12A99E031658}" destId="{DE7424A2-1847-4810-B345-56FDD903CBD3}" srcOrd="0" destOrd="2" presId="urn:microsoft.com/office/officeart/2005/8/layout/vList2"/>
    <dgm:cxn modelId="{1EB883FF-87B6-49C0-AFC8-F69144EA076D}" type="presOf" srcId="{87F493FF-8749-499F-A409-81A0DDA3C989}" destId="{756FEDC9-A4D5-4CB0-AC72-6E60062193DE}" srcOrd="0" destOrd="0" presId="urn:microsoft.com/office/officeart/2005/8/layout/vList2"/>
    <dgm:cxn modelId="{B77281EB-4FB2-46B4-9571-03296DFA0BF4}" type="presParOf" srcId="{57AC729E-EBFD-412A-B9C1-AA0E3F9D1F63}" destId="{EA3E0962-A03F-4122-AFE6-0D15636E83D5}" srcOrd="0" destOrd="0" presId="urn:microsoft.com/office/officeart/2005/8/layout/vList2"/>
    <dgm:cxn modelId="{6013C315-FC5C-437B-8367-FDB61DD42AD0}" type="presParOf" srcId="{57AC729E-EBFD-412A-B9C1-AA0E3F9D1F63}" destId="{A11AD17A-7583-43E0-AD73-8B82BB589EA7}" srcOrd="1" destOrd="0" presId="urn:microsoft.com/office/officeart/2005/8/layout/vList2"/>
    <dgm:cxn modelId="{7F9A5EA5-0C25-4EE2-9294-D1A616B98480}" type="presParOf" srcId="{57AC729E-EBFD-412A-B9C1-AA0E3F9D1F63}" destId="{756FEDC9-A4D5-4CB0-AC72-6E60062193DE}" srcOrd="2" destOrd="0" presId="urn:microsoft.com/office/officeart/2005/8/layout/vList2"/>
    <dgm:cxn modelId="{B884DF2C-FD5B-4BC5-8EF5-E7C8AA41BDC6}" type="presParOf" srcId="{57AC729E-EBFD-412A-B9C1-AA0E3F9D1F63}" destId="{DE7424A2-1847-4810-B345-56FDD903CBD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E9238B-B94E-4BAF-AA69-7FED797ED0F9}" type="doc">
      <dgm:prSet loTypeId="urn:microsoft.com/office/officeart/2005/8/layout/hierarchy4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B25A813-E02F-43BE-8E34-260524EEEB93}">
      <dgm:prSet phldrT="[Text]"/>
      <dgm:spPr/>
      <dgm:t>
        <a:bodyPr/>
        <a:lstStyle/>
        <a:p>
          <a:r>
            <a:rPr lang="en-GB" dirty="0"/>
            <a:t>Task Specific Layer 1</a:t>
          </a:r>
          <a:endParaRPr lang="en-US" dirty="0"/>
        </a:p>
      </dgm:t>
    </dgm:pt>
    <dgm:pt modelId="{1130B00E-2DA9-4802-8451-908A9157AD34}" type="parTrans" cxnId="{D0C617E8-D2EA-46BA-9BB9-12F0D98BF944}">
      <dgm:prSet/>
      <dgm:spPr/>
      <dgm:t>
        <a:bodyPr/>
        <a:lstStyle/>
        <a:p>
          <a:endParaRPr lang="en-US"/>
        </a:p>
      </dgm:t>
    </dgm:pt>
    <dgm:pt modelId="{1DD391FC-D5EA-472A-8B84-AFDA6FED37EB}" type="sibTrans" cxnId="{D0C617E8-D2EA-46BA-9BB9-12F0D98BF944}">
      <dgm:prSet/>
      <dgm:spPr/>
      <dgm:t>
        <a:bodyPr/>
        <a:lstStyle/>
        <a:p>
          <a:endParaRPr lang="en-US"/>
        </a:p>
      </dgm:t>
    </dgm:pt>
    <dgm:pt modelId="{3C30D767-93EE-4285-AC02-0160FE8629F5}">
      <dgm:prSet phldrT="[Text]"/>
      <dgm:spPr/>
      <dgm:t>
        <a:bodyPr/>
        <a:lstStyle/>
        <a:p>
          <a:r>
            <a:rPr lang="en-GB" dirty="0"/>
            <a:t>Output Layer 1</a:t>
          </a:r>
          <a:endParaRPr lang="en-US" dirty="0"/>
        </a:p>
      </dgm:t>
    </dgm:pt>
    <dgm:pt modelId="{7137D957-EB2E-4344-A3B1-320D1FF6C489}" type="parTrans" cxnId="{F284093B-8DD8-44D3-935C-18366D54DB8C}">
      <dgm:prSet/>
      <dgm:spPr/>
      <dgm:t>
        <a:bodyPr/>
        <a:lstStyle/>
        <a:p>
          <a:endParaRPr lang="en-US"/>
        </a:p>
      </dgm:t>
    </dgm:pt>
    <dgm:pt modelId="{E3C0D46D-64F4-4583-AFAA-68AB8CFCFF8C}" type="sibTrans" cxnId="{F284093B-8DD8-44D3-935C-18366D54DB8C}">
      <dgm:prSet/>
      <dgm:spPr/>
      <dgm:t>
        <a:bodyPr/>
        <a:lstStyle/>
        <a:p>
          <a:endParaRPr lang="en-US"/>
        </a:p>
      </dgm:t>
    </dgm:pt>
    <dgm:pt modelId="{030C458B-3110-423A-B470-2A9C397BCDE5}">
      <dgm:prSet phldrT="[Text]"/>
      <dgm:spPr/>
      <dgm:t>
        <a:bodyPr/>
        <a:lstStyle/>
        <a:p>
          <a:r>
            <a:rPr lang="en-GB" dirty="0"/>
            <a:t>Task Specific Layer …</a:t>
          </a:r>
          <a:endParaRPr lang="en-US" dirty="0"/>
        </a:p>
      </dgm:t>
    </dgm:pt>
    <dgm:pt modelId="{0AF4DF51-03B8-46FB-977A-29CC20B52DB0}" type="parTrans" cxnId="{679A774B-2FD1-40EC-A131-F7632D39D0E3}">
      <dgm:prSet/>
      <dgm:spPr/>
      <dgm:t>
        <a:bodyPr/>
        <a:lstStyle/>
        <a:p>
          <a:endParaRPr lang="en-US"/>
        </a:p>
      </dgm:t>
    </dgm:pt>
    <dgm:pt modelId="{43EB7891-4297-49F5-BAEE-50F6CF85D7B1}" type="sibTrans" cxnId="{679A774B-2FD1-40EC-A131-F7632D39D0E3}">
      <dgm:prSet/>
      <dgm:spPr/>
      <dgm:t>
        <a:bodyPr/>
        <a:lstStyle/>
        <a:p>
          <a:endParaRPr lang="en-US"/>
        </a:p>
      </dgm:t>
    </dgm:pt>
    <dgm:pt modelId="{9A6A2046-65D7-4DA4-AFE7-BA813EEFE166}">
      <dgm:prSet phldrT="[Text]"/>
      <dgm:spPr/>
      <dgm:t>
        <a:bodyPr/>
        <a:lstStyle/>
        <a:p>
          <a:r>
            <a:rPr lang="en-GB" dirty="0"/>
            <a:t>Output Layer …</a:t>
          </a:r>
          <a:endParaRPr lang="en-US" dirty="0"/>
        </a:p>
      </dgm:t>
    </dgm:pt>
    <dgm:pt modelId="{5B62CB97-8C5C-49C2-84D5-32BB2E837741}" type="parTrans" cxnId="{DC046522-64ED-4A53-8570-F3BA56FCCD5E}">
      <dgm:prSet/>
      <dgm:spPr/>
      <dgm:t>
        <a:bodyPr/>
        <a:lstStyle/>
        <a:p>
          <a:endParaRPr lang="en-US"/>
        </a:p>
      </dgm:t>
    </dgm:pt>
    <dgm:pt modelId="{8AD1E85E-9BC6-49BE-BF14-3D962934A349}" type="sibTrans" cxnId="{DC046522-64ED-4A53-8570-F3BA56FCCD5E}">
      <dgm:prSet/>
      <dgm:spPr/>
      <dgm:t>
        <a:bodyPr/>
        <a:lstStyle/>
        <a:p>
          <a:endParaRPr lang="en-US"/>
        </a:p>
      </dgm:t>
    </dgm:pt>
    <dgm:pt modelId="{D9399FE9-35C7-43C3-92A0-11520830D93C}">
      <dgm:prSet phldrT="[Text]"/>
      <dgm:spPr/>
      <dgm:t>
        <a:bodyPr/>
        <a:lstStyle/>
        <a:p>
          <a:r>
            <a:rPr lang="en-GB" dirty="0"/>
            <a:t>Task Specific Layer N</a:t>
          </a:r>
          <a:endParaRPr lang="en-US" dirty="0"/>
        </a:p>
      </dgm:t>
    </dgm:pt>
    <dgm:pt modelId="{92623C33-5448-4AF3-B026-8FC1C5D580FD}" type="parTrans" cxnId="{56423933-83DF-4058-AD97-EB3228974899}">
      <dgm:prSet/>
      <dgm:spPr/>
      <dgm:t>
        <a:bodyPr/>
        <a:lstStyle/>
        <a:p>
          <a:endParaRPr lang="en-US"/>
        </a:p>
      </dgm:t>
    </dgm:pt>
    <dgm:pt modelId="{F20F6861-9F90-4374-9A47-7B37D2B8F338}" type="sibTrans" cxnId="{56423933-83DF-4058-AD97-EB3228974899}">
      <dgm:prSet/>
      <dgm:spPr/>
      <dgm:t>
        <a:bodyPr/>
        <a:lstStyle/>
        <a:p>
          <a:endParaRPr lang="en-US"/>
        </a:p>
      </dgm:t>
    </dgm:pt>
    <dgm:pt modelId="{C320178E-E083-4C80-8B83-E596D5AFACF5}">
      <dgm:prSet phldrT="[Text]"/>
      <dgm:spPr/>
      <dgm:t>
        <a:bodyPr/>
        <a:lstStyle/>
        <a:p>
          <a:r>
            <a:rPr lang="en-GB" dirty="0"/>
            <a:t>Shared Parameter</a:t>
          </a:r>
          <a:endParaRPr lang="en-US" dirty="0"/>
        </a:p>
      </dgm:t>
    </dgm:pt>
    <dgm:pt modelId="{34EEA894-3D9C-4A70-ACCA-7C75E3E5D10F}" type="parTrans" cxnId="{E27B3B34-FEFB-4C05-AE27-7BCBB72964AB}">
      <dgm:prSet/>
      <dgm:spPr/>
      <dgm:t>
        <a:bodyPr/>
        <a:lstStyle/>
        <a:p>
          <a:endParaRPr lang="en-US"/>
        </a:p>
      </dgm:t>
    </dgm:pt>
    <dgm:pt modelId="{6C7C8D0B-0DC5-4EBA-B403-D791C9E58D31}" type="sibTrans" cxnId="{E27B3B34-FEFB-4C05-AE27-7BCBB72964AB}">
      <dgm:prSet/>
      <dgm:spPr/>
      <dgm:t>
        <a:bodyPr/>
        <a:lstStyle/>
        <a:p>
          <a:endParaRPr lang="en-US"/>
        </a:p>
      </dgm:t>
    </dgm:pt>
    <dgm:pt modelId="{C133B44D-A92C-4A1A-82CC-D5D38DE9E135}">
      <dgm:prSet phldrT="[Text]"/>
      <dgm:spPr/>
      <dgm:t>
        <a:bodyPr/>
        <a:lstStyle/>
        <a:p>
          <a:r>
            <a:rPr lang="en-GB" dirty="0"/>
            <a:t>Output Layer - N</a:t>
          </a:r>
          <a:endParaRPr lang="en-US" dirty="0"/>
        </a:p>
      </dgm:t>
    </dgm:pt>
    <dgm:pt modelId="{C1A610EE-6E3D-47D6-8CF3-F2DFDB1B32A5}" type="parTrans" cxnId="{135BB1F6-098A-400D-84F5-1BAC67EA957A}">
      <dgm:prSet/>
      <dgm:spPr/>
      <dgm:t>
        <a:bodyPr/>
        <a:lstStyle/>
        <a:p>
          <a:endParaRPr lang="en-US"/>
        </a:p>
      </dgm:t>
    </dgm:pt>
    <dgm:pt modelId="{AAF93421-BC7D-47EE-B2B5-869948FAD909}" type="sibTrans" cxnId="{135BB1F6-098A-400D-84F5-1BAC67EA957A}">
      <dgm:prSet/>
      <dgm:spPr/>
      <dgm:t>
        <a:bodyPr/>
        <a:lstStyle/>
        <a:p>
          <a:endParaRPr lang="en-US"/>
        </a:p>
      </dgm:t>
    </dgm:pt>
    <dgm:pt modelId="{D6B0712D-A0AD-4B47-8799-3F4C40652B23}">
      <dgm:prSet phldrT="[Text]"/>
      <dgm:spPr/>
      <dgm:t>
        <a:bodyPr/>
        <a:lstStyle/>
        <a:p>
          <a:r>
            <a:rPr lang="en-GB" dirty="0"/>
            <a:t>Input</a:t>
          </a:r>
          <a:endParaRPr lang="en-US" dirty="0"/>
        </a:p>
      </dgm:t>
    </dgm:pt>
    <dgm:pt modelId="{CB8438CE-1990-4FC8-B7BE-C4B43480E193}" type="parTrans" cxnId="{106DD76A-6F79-4EB5-8EFB-09BF3AF0D525}">
      <dgm:prSet/>
      <dgm:spPr/>
      <dgm:t>
        <a:bodyPr/>
        <a:lstStyle/>
        <a:p>
          <a:endParaRPr lang="en-US"/>
        </a:p>
      </dgm:t>
    </dgm:pt>
    <dgm:pt modelId="{D8DC6414-E605-431E-9E74-D8DC5B1B8511}" type="sibTrans" cxnId="{106DD76A-6F79-4EB5-8EFB-09BF3AF0D525}">
      <dgm:prSet/>
      <dgm:spPr/>
      <dgm:t>
        <a:bodyPr/>
        <a:lstStyle/>
        <a:p>
          <a:endParaRPr lang="en-US"/>
        </a:p>
      </dgm:t>
    </dgm:pt>
    <dgm:pt modelId="{4A43F67F-CAA1-4DCF-89A2-A6F0B2740397}" type="pres">
      <dgm:prSet presAssocID="{B4E9238B-B94E-4BAF-AA69-7FED797ED0F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0E4B5E-C5C8-4641-A65B-73BD6F4D1B93}" type="pres">
      <dgm:prSet presAssocID="{D6B0712D-A0AD-4B47-8799-3F4C40652B23}" presName="vertOne" presStyleCnt="0"/>
      <dgm:spPr/>
    </dgm:pt>
    <dgm:pt modelId="{92FC573B-5E78-4426-89AF-4100303786D9}" type="pres">
      <dgm:prSet presAssocID="{D6B0712D-A0AD-4B47-8799-3F4C40652B23}" presName="txOne" presStyleLbl="node0" presStyleIdx="0" presStyleCnt="1" custLinFactNeighborX="203" custLinFactNeighborY="-689">
        <dgm:presLayoutVars>
          <dgm:chPref val="3"/>
        </dgm:presLayoutVars>
      </dgm:prSet>
      <dgm:spPr/>
    </dgm:pt>
    <dgm:pt modelId="{624E3044-97E3-4777-9A02-3D34D1E86644}" type="pres">
      <dgm:prSet presAssocID="{D6B0712D-A0AD-4B47-8799-3F4C40652B23}" presName="parTransOne" presStyleCnt="0"/>
      <dgm:spPr/>
    </dgm:pt>
    <dgm:pt modelId="{462E28CE-CAF4-46BA-B8FB-257726CFE1E8}" type="pres">
      <dgm:prSet presAssocID="{D6B0712D-A0AD-4B47-8799-3F4C40652B23}" presName="horzOne" presStyleCnt="0"/>
      <dgm:spPr/>
    </dgm:pt>
    <dgm:pt modelId="{CBFBEBBA-E375-47CD-80BF-640678AF9977}" type="pres">
      <dgm:prSet presAssocID="{C320178E-E083-4C80-8B83-E596D5AFACF5}" presName="vertTwo" presStyleCnt="0"/>
      <dgm:spPr/>
    </dgm:pt>
    <dgm:pt modelId="{0CBC8EB2-B72C-4D1D-BC4D-02D8F2106120}" type="pres">
      <dgm:prSet presAssocID="{C320178E-E083-4C80-8B83-E596D5AFACF5}" presName="txTwo" presStyleLbl="node2" presStyleIdx="0" presStyleCnt="1">
        <dgm:presLayoutVars>
          <dgm:chPref val="3"/>
        </dgm:presLayoutVars>
      </dgm:prSet>
      <dgm:spPr/>
    </dgm:pt>
    <dgm:pt modelId="{A218EA08-401C-433A-B00F-EB1D9536A805}" type="pres">
      <dgm:prSet presAssocID="{C320178E-E083-4C80-8B83-E596D5AFACF5}" presName="parTransTwo" presStyleCnt="0"/>
      <dgm:spPr/>
    </dgm:pt>
    <dgm:pt modelId="{C9B4C679-13C5-4785-B54F-AD8E2C4218DE}" type="pres">
      <dgm:prSet presAssocID="{C320178E-E083-4C80-8B83-E596D5AFACF5}" presName="horzTwo" presStyleCnt="0"/>
      <dgm:spPr/>
    </dgm:pt>
    <dgm:pt modelId="{572EA720-1D5B-4BB6-8E20-5EAA85594610}" type="pres">
      <dgm:prSet presAssocID="{8B25A813-E02F-43BE-8E34-260524EEEB93}" presName="vertThree" presStyleCnt="0"/>
      <dgm:spPr/>
    </dgm:pt>
    <dgm:pt modelId="{29CF7E73-2F0A-429A-AF3B-C56306CBF086}" type="pres">
      <dgm:prSet presAssocID="{8B25A813-E02F-43BE-8E34-260524EEEB93}" presName="txThree" presStyleLbl="node3" presStyleIdx="0" presStyleCnt="3">
        <dgm:presLayoutVars>
          <dgm:chPref val="3"/>
        </dgm:presLayoutVars>
      </dgm:prSet>
      <dgm:spPr/>
    </dgm:pt>
    <dgm:pt modelId="{1672DE64-E45F-4DAD-9DD8-1BAE10F254DA}" type="pres">
      <dgm:prSet presAssocID="{8B25A813-E02F-43BE-8E34-260524EEEB93}" presName="parTransThree" presStyleCnt="0"/>
      <dgm:spPr/>
    </dgm:pt>
    <dgm:pt modelId="{2071EE93-0C61-4CDA-9455-81B27DF785FA}" type="pres">
      <dgm:prSet presAssocID="{8B25A813-E02F-43BE-8E34-260524EEEB93}" presName="horzThree" presStyleCnt="0"/>
      <dgm:spPr/>
    </dgm:pt>
    <dgm:pt modelId="{426735F9-4F19-4C06-81E4-33414FE43832}" type="pres">
      <dgm:prSet presAssocID="{3C30D767-93EE-4285-AC02-0160FE8629F5}" presName="vertFour" presStyleCnt="0">
        <dgm:presLayoutVars>
          <dgm:chPref val="3"/>
        </dgm:presLayoutVars>
      </dgm:prSet>
      <dgm:spPr/>
    </dgm:pt>
    <dgm:pt modelId="{D219E210-3791-4E01-BC44-F5FA9D972635}" type="pres">
      <dgm:prSet presAssocID="{3C30D767-93EE-4285-AC02-0160FE8629F5}" presName="txFour" presStyleLbl="node4" presStyleIdx="0" presStyleCnt="3">
        <dgm:presLayoutVars>
          <dgm:chPref val="3"/>
        </dgm:presLayoutVars>
      </dgm:prSet>
      <dgm:spPr/>
    </dgm:pt>
    <dgm:pt modelId="{098CD850-5123-4281-9E03-2BC3174E08D2}" type="pres">
      <dgm:prSet presAssocID="{3C30D767-93EE-4285-AC02-0160FE8629F5}" presName="horzFour" presStyleCnt="0"/>
      <dgm:spPr/>
    </dgm:pt>
    <dgm:pt modelId="{EFFBCCAE-EE0D-43FD-8BD9-181C51A647D6}" type="pres">
      <dgm:prSet presAssocID="{1DD391FC-D5EA-472A-8B84-AFDA6FED37EB}" presName="sibSpaceThree" presStyleCnt="0"/>
      <dgm:spPr/>
    </dgm:pt>
    <dgm:pt modelId="{2B384EAB-8842-477C-8E81-4B74873A1F33}" type="pres">
      <dgm:prSet presAssocID="{030C458B-3110-423A-B470-2A9C397BCDE5}" presName="vertThree" presStyleCnt="0"/>
      <dgm:spPr/>
    </dgm:pt>
    <dgm:pt modelId="{B18C4B09-0764-4FC1-8C65-9E850E13A59B}" type="pres">
      <dgm:prSet presAssocID="{030C458B-3110-423A-B470-2A9C397BCDE5}" presName="txThree" presStyleLbl="node3" presStyleIdx="1" presStyleCnt="3">
        <dgm:presLayoutVars>
          <dgm:chPref val="3"/>
        </dgm:presLayoutVars>
      </dgm:prSet>
      <dgm:spPr/>
    </dgm:pt>
    <dgm:pt modelId="{68CDFB74-C967-425A-A93C-53B934B71B0C}" type="pres">
      <dgm:prSet presAssocID="{030C458B-3110-423A-B470-2A9C397BCDE5}" presName="parTransThree" presStyleCnt="0"/>
      <dgm:spPr/>
    </dgm:pt>
    <dgm:pt modelId="{D989250C-D887-4B82-8454-659806311BD9}" type="pres">
      <dgm:prSet presAssocID="{030C458B-3110-423A-B470-2A9C397BCDE5}" presName="horzThree" presStyleCnt="0"/>
      <dgm:spPr/>
    </dgm:pt>
    <dgm:pt modelId="{A23544B9-7A72-45F5-A4F5-66FCEF73C320}" type="pres">
      <dgm:prSet presAssocID="{9A6A2046-65D7-4DA4-AFE7-BA813EEFE166}" presName="vertFour" presStyleCnt="0">
        <dgm:presLayoutVars>
          <dgm:chPref val="3"/>
        </dgm:presLayoutVars>
      </dgm:prSet>
      <dgm:spPr/>
    </dgm:pt>
    <dgm:pt modelId="{06AD3A67-C65B-4757-AABA-2706092B63E9}" type="pres">
      <dgm:prSet presAssocID="{9A6A2046-65D7-4DA4-AFE7-BA813EEFE166}" presName="txFour" presStyleLbl="node4" presStyleIdx="1" presStyleCnt="3">
        <dgm:presLayoutVars>
          <dgm:chPref val="3"/>
        </dgm:presLayoutVars>
      </dgm:prSet>
      <dgm:spPr/>
    </dgm:pt>
    <dgm:pt modelId="{7BF046AD-46E0-49BF-BC5E-605766B66D08}" type="pres">
      <dgm:prSet presAssocID="{9A6A2046-65D7-4DA4-AFE7-BA813EEFE166}" presName="horzFour" presStyleCnt="0"/>
      <dgm:spPr/>
    </dgm:pt>
    <dgm:pt modelId="{CC89D2EF-A91C-4AD1-9AAD-62143E585D6F}" type="pres">
      <dgm:prSet presAssocID="{43EB7891-4297-49F5-BAEE-50F6CF85D7B1}" presName="sibSpaceThree" presStyleCnt="0"/>
      <dgm:spPr/>
    </dgm:pt>
    <dgm:pt modelId="{CDE0AB1F-A2D0-47B9-908A-C245DFF9C7FE}" type="pres">
      <dgm:prSet presAssocID="{D9399FE9-35C7-43C3-92A0-11520830D93C}" presName="vertThree" presStyleCnt="0"/>
      <dgm:spPr/>
    </dgm:pt>
    <dgm:pt modelId="{D3B89ECB-0DCF-47D9-B0A9-5015ACDF2E6D}" type="pres">
      <dgm:prSet presAssocID="{D9399FE9-35C7-43C3-92A0-11520830D93C}" presName="txThree" presStyleLbl="node3" presStyleIdx="2" presStyleCnt="3">
        <dgm:presLayoutVars>
          <dgm:chPref val="3"/>
        </dgm:presLayoutVars>
      </dgm:prSet>
      <dgm:spPr/>
    </dgm:pt>
    <dgm:pt modelId="{21ABF58C-788A-448D-A5F1-D1282DBE5697}" type="pres">
      <dgm:prSet presAssocID="{D9399FE9-35C7-43C3-92A0-11520830D93C}" presName="parTransThree" presStyleCnt="0"/>
      <dgm:spPr/>
    </dgm:pt>
    <dgm:pt modelId="{10A85B60-DAC1-4FCC-9942-8DF842663387}" type="pres">
      <dgm:prSet presAssocID="{D9399FE9-35C7-43C3-92A0-11520830D93C}" presName="horzThree" presStyleCnt="0"/>
      <dgm:spPr/>
    </dgm:pt>
    <dgm:pt modelId="{EE268F74-C234-41EE-BE98-DA88383A95F8}" type="pres">
      <dgm:prSet presAssocID="{C133B44D-A92C-4A1A-82CC-D5D38DE9E135}" presName="vertFour" presStyleCnt="0">
        <dgm:presLayoutVars>
          <dgm:chPref val="3"/>
        </dgm:presLayoutVars>
      </dgm:prSet>
      <dgm:spPr/>
    </dgm:pt>
    <dgm:pt modelId="{7F27E58A-A9C6-45BA-AB98-4647C9C32FD4}" type="pres">
      <dgm:prSet presAssocID="{C133B44D-A92C-4A1A-82CC-D5D38DE9E135}" presName="txFour" presStyleLbl="node4" presStyleIdx="2" presStyleCnt="3">
        <dgm:presLayoutVars>
          <dgm:chPref val="3"/>
        </dgm:presLayoutVars>
      </dgm:prSet>
      <dgm:spPr/>
    </dgm:pt>
    <dgm:pt modelId="{D3C9C29C-D582-411C-B81C-6C9083B8F4F2}" type="pres">
      <dgm:prSet presAssocID="{C133B44D-A92C-4A1A-82CC-D5D38DE9E135}" presName="horzFour" presStyleCnt="0"/>
      <dgm:spPr/>
    </dgm:pt>
  </dgm:ptLst>
  <dgm:cxnLst>
    <dgm:cxn modelId="{0E5D010B-0629-4B75-80F7-937FFB4E254F}" type="presOf" srcId="{8B25A813-E02F-43BE-8E34-260524EEEB93}" destId="{29CF7E73-2F0A-429A-AF3B-C56306CBF086}" srcOrd="0" destOrd="0" presId="urn:microsoft.com/office/officeart/2005/8/layout/hierarchy4"/>
    <dgm:cxn modelId="{753D7911-2CC7-4DE9-91A1-A09F31ABF1C4}" type="presOf" srcId="{D6B0712D-A0AD-4B47-8799-3F4C40652B23}" destId="{92FC573B-5E78-4426-89AF-4100303786D9}" srcOrd="0" destOrd="0" presId="urn:microsoft.com/office/officeart/2005/8/layout/hierarchy4"/>
    <dgm:cxn modelId="{98516B18-2B64-421E-B005-394E448F8F81}" type="presOf" srcId="{030C458B-3110-423A-B470-2A9C397BCDE5}" destId="{B18C4B09-0764-4FC1-8C65-9E850E13A59B}" srcOrd="0" destOrd="0" presId="urn:microsoft.com/office/officeart/2005/8/layout/hierarchy4"/>
    <dgm:cxn modelId="{DC046522-64ED-4A53-8570-F3BA56FCCD5E}" srcId="{030C458B-3110-423A-B470-2A9C397BCDE5}" destId="{9A6A2046-65D7-4DA4-AFE7-BA813EEFE166}" srcOrd="0" destOrd="0" parTransId="{5B62CB97-8C5C-49C2-84D5-32BB2E837741}" sibTransId="{8AD1E85E-9BC6-49BE-BF14-3D962934A349}"/>
    <dgm:cxn modelId="{56423933-83DF-4058-AD97-EB3228974899}" srcId="{C320178E-E083-4C80-8B83-E596D5AFACF5}" destId="{D9399FE9-35C7-43C3-92A0-11520830D93C}" srcOrd="2" destOrd="0" parTransId="{92623C33-5448-4AF3-B026-8FC1C5D580FD}" sibTransId="{F20F6861-9F90-4374-9A47-7B37D2B8F338}"/>
    <dgm:cxn modelId="{E27B3B34-FEFB-4C05-AE27-7BCBB72964AB}" srcId="{D6B0712D-A0AD-4B47-8799-3F4C40652B23}" destId="{C320178E-E083-4C80-8B83-E596D5AFACF5}" srcOrd="0" destOrd="0" parTransId="{34EEA894-3D9C-4A70-ACCA-7C75E3E5D10F}" sibTransId="{6C7C8D0B-0DC5-4EBA-B403-D791C9E58D31}"/>
    <dgm:cxn modelId="{F284093B-8DD8-44D3-935C-18366D54DB8C}" srcId="{8B25A813-E02F-43BE-8E34-260524EEEB93}" destId="{3C30D767-93EE-4285-AC02-0160FE8629F5}" srcOrd="0" destOrd="0" parTransId="{7137D957-EB2E-4344-A3B1-320D1FF6C489}" sibTransId="{E3C0D46D-64F4-4583-AFAA-68AB8CFCFF8C}"/>
    <dgm:cxn modelId="{7DF1355C-BB78-44FB-A1A9-0BBE8A2EDC57}" type="presOf" srcId="{C133B44D-A92C-4A1A-82CC-D5D38DE9E135}" destId="{7F27E58A-A9C6-45BA-AB98-4647C9C32FD4}" srcOrd="0" destOrd="0" presId="urn:microsoft.com/office/officeart/2005/8/layout/hierarchy4"/>
    <dgm:cxn modelId="{B40D0160-0694-48C7-9E13-55F2D192BE61}" type="presOf" srcId="{D9399FE9-35C7-43C3-92A0-11520830D93C}" destId="{D3B89ECB-0DCF-47D9-B0A9-5015ACDF2E6D}" srcOrd="0" destOrd="0" presId="urn:microsoft.com/office/officeart/2005/8/layout/hierarchy4"/>
    <dgm:cxn modelId="{106DD76A-6F79-4EB5-8EFB-09BF3AF0D525}" srcId="{B4E9238B-B94E-4BAF-AA69-7FED797ED0F9}" destId="{D6B0712D-A0AD-4B47-8799-3F4C40652B23}" srcOrd="0" destOrd="0" parTransId="{CB8438CE-1990-4FC8-B7BE-C4B43480E193}" sibTransId="{D8DC6414-E605-431E-9E74-D8DC5B1B8511}"/>
    <dgm:cxn modelId="{679A774B-2FD1-40EC-A131-F7632D39D0E3}" srcId="{C320178E-E083-4C80-8B83-E596D5AFACF5}" destId="{030C458B-3110-423A-B470-2A9C397BCDE5}" srcOrd="1" destOrd="0" parTransId="{0AF4DF51-03B8-46FB-977A-29CC20B52DB0}" sibTransId="{43EB7891-4297-49F5-BAEE-50F6CF85D7B1}"/>
    <dgm:cxn modelId="{F0C2016E-9FD8-4054-9F86-C0D8B0EA663E}" type="presOf" srcId="{B4E9238B-B94E-4BAF-AA69-7FED797ED0F9}" destId="{4A43F67F-CAA1-4DCF-89A2-A6F0B2740397}" srcOrd="0" destOrd="0" presId="urn:microsoft.com/office/officeart/2005/8/layout/hierarchy4"/>
    <dgm:cxn modelId="{1B160B51-3804-4B02-A1DE-BDB70986563A}" type="presOf" srcId="{C320178E-E083-4C80-8B83-E596D5AFACF5}" destId="{0CBC8EB2-B72C-4D1D-BC4D-02D8F2106120}" srcOrd="0" destOrd="0" presId="urn:microsoft.com/office/officeart/2005/8/layout/hierarchy4"/>
    <dgm:cxn modelId="{76E90159-0747-45DF-95C8-F3535681EBE0}" type="presOf" srcId="{3C30D767-93EE-4285-AC02-0160FE8629F5}" destId="{D219E210-3791-4E01-BC44-F5FA9D972635}" srcOrd="0" destOrd="0" presId="urn:microsoft.com/office/officeart/2005/8/layout/hierarchy4"/>
    <dgm:cxn modelId="{26A9ECE1-F14E-4E76-9AA4-C65725B88D47}" type="presOf" srcId="{9A6A2046-65D7-4DA4-AFE7-BA813EEFE166}" destId="{06AD3A67-C65B-4757-AABA-2706092B63E9}" srcOrd="0" destOrd="0" presId="urn:microsoft.com/office/officeart/2005/8/layout/hierarchy4"/>
    <dgm:cxn modelId="{D0C617E8-D2EA-46BA-9BB9-12F0D98BF944}" srcId="{C320178E-E083-4C80-8B83-E596D5AFACF5}" destId="{8B25A813-E02F-43BE-8E34-260524EEEB93}" srcOrd="0" destOrd="0" parTransId="{1130B00E-2DA9-4802-8451-908A9157AD34}" sibTransId="{1DD391FC-D5EA-472A-8B84-AFDA6FED37EB}"/>
    <dgm:cxn modelId="{135BB1F6-098A-400D-84F5-1BAC67EA957A}" srcId="{D9399FE9-35C7-43C3-92A0-11520830D93C}" destId="{C133B44D-A92C-4A1A-82CC-D5D38DE9E135}" srcOrd="0" destOrd="0" parTransId="{C1A610EE-6E3D-47D6-8CF3-F2DFDB1B32A5}" sibTransId="{AAF93421-BC7D-47EE-B2B5-869948FAD909}"/>
    <dgm:cxn modelId="{AA9F3B2B-4A67-49ED-A471-24AD9735C57D}" type="presParOf" srcId="{4A43F67F-CAA1-4DCF-89A2-A6F0B2740397}" destId="{AD0E4B5E-C5C8-4641-A65B-73BD6F4D1B93}" srcOrd="0" destOrd="0" presId="urn:microsoft.com/office/officeart/2005/8/layout/hierarchy4"/>
    <dgm:cxn modelId="{75751559-857F-4CCC-B483-804FF81AC3CA}" type="presParOf" srcId="{AD0E4B5E-C5C8-4641-A65B-73BD6F4D1B93}" destId="{92FC573B-5E78-4426-89AF-4100303786D9}" srcOrd="0" destOrd="0" presId="urn:microsoft.com/office/officeart/2005/8/layout/hierarchy4"/>
    <dgm:cxn modelId="{B207E198-526D-40C5-A2EB-DFD41CD47A39}" type="presParOf" srcId="{AD0E4B5E-C5C8-4641-A65B-73BD6F4D1B93}" destId="{624E3044-97E3-4777-9A02-3D34D1E86644}" srcOrd="1" destOrd="0" presId="urn:microsoft.com/office/officeart/2005/8/layout/hierarchy4"/>
    <dgm:cxn modelId="{FFF5A751-0FC1-4545-B1E6-0DBBFD3245C6}" type="presParOf" srcId="{AD0E4B5E-C5C8-4641-A65B-73BD6F4D1B93}" destId="{462E28CE-CAF4-46BA-B8FB-257726CFE1E8}" srcOrd="2" destOrd="0" presId="urn:microsoft.com/office/officeart/2005/8/layout/hierarchy4"/>
    <dgm:cxn modelId="{369B0FE6-E49A-4DC7-AC4B-7E7C1AB018F2}" type="presParOf" srcId="{462E28CE-CAF4-46BA-B8FB-257726CFE1E8}" destId="{CBFBEBBA-E375-47CD-80BF-640678AF9977}" srcOrd="0" destOrd="0" presId="urn:microsoft.com/office/officeart/2005/8/layout/hierarchy4"/>
    <dgm:cxn modelId="{AD19F577-C5DB-45E3-BDC1-88981CDDBBDD}" type="presParOf" srcId="{CBFBEBBA-E375-47CD-80BF-640678AF9977}" destId="{0CBC8EB2-B72C-4D1D-BC4D-02D8F2106120}" srcOrd="0" destOrd="0" presId="urn:microsoft.com/office/officeart/2005/8/layout/hierarchy4"/>
    <dgm:cxn modelId="{51F776C8-D000-4075-92F2-9F121DE5B408}" type="presParOf" srcId="{CBFBEBBA-E375-47CD-80BF-640678AF9977}" destId="{A218EA08-401C-433A-B00F-EB1D9536A805}" srcOrd="1" destOrd="0" presId="urn:microsoft.com/office/officeart/2005/8/layout/hierarchy4"/>
    <dgm:cxn modelId="{CFF113F7-A4D8-4A8A-86D5-5EF61372C1D6}" type="presParOf" srcId="{CBFBEBBA-E375-47CD-80BF-640678AF9977}" destId="{C9B4C679-13C5-4785-B54F-AD8E2C4218DE}" srcOrd="2" destOrd="0" presId="urn:microsoft.com/office/officeart/2005/8/layout/hierarchy4"/>
    <dgm:cxn modelId="{4EAEE8C6-CDD7-484A-ACA5-997F01231372}" type="presParOf" srcId="{C9B4C679-13C5-4785-B54F-AD8E2C4218DE}" destId="{572EA720-1D5B-4BB6-8E20-5EAA85594610}" srcOrd="0" destOrd="0" presId="urn:microsoft.com/office/officeart/2005/8/layout/hierarchy4"/>
    <dgm:cxn modelId="{12CB516D-4A13-4D64-8C5A-52E924907D74}" type="presParOf" srcId="{572EA720-1D5B-4BB6-8E20-5EAA85594610}" destId="{29CF7E73-2F0A-429A-AF3B-C56306CBF086}" srcOrd="0" destOrd="0" presId="urn:microsoft.com/office/officeart/2005/8/layout/hierarchy4"/>
    <dgm:cxn modelId="{E9CFD5CC-513E-4661-ADE2-87370F40DC78}" type="presParOf" srcId="{572EA720-1D5B-4BB6-8E20-5EAA85594610}" destId="{1672DE64-E45F-4DAD-9DD8-1BAE10F254DA}" srcOrd="1" destOrd="0" presId="urn:microsoft.com/office/officeart/2005/8/layout/hierarchy4"/>
    <dgm:cxn modelId="{B7C44770-9DAD-411E-9F15-15FDE45F250D}" type="presParOf" srcId="{572EA720-1D5B-4BB6-8E20-5EAA85594610}" destId="{2071EE93-0C61-4CDA-9455-81B27DF785FA}" srcOrd="2" destOrd="0" presId="urn:microsoft.com/office/officeart/2005/8/layout/hierarchy4"/>
    <dgm:cxn modelId="{EC10868E-FD01-44CF-94D8-0050EE587BA8}" type="presParOf" srcId="{2071EE93-0C61-4CDA-9455-81B27DF785FA}" destId="{426735F9-4F19-4C06-81E4-33414FE43832}" srcOrd="0" destOrd="0" presId="urn:microsoft.com/office/officeart/2005/8/layout/hierarchy4"/>
    <dgm:cxn modelId="{614FABFB-BF5E-40C8-87EF-DA737F09E874}" type="presParOf" srcId="{426735F9-4F19-4C06-81E4-33414FE43832}" destId="{D219E210-3791-4E01-BC44-F5FA9D972635}" srcOrd="0" destOrd="0" presId="urn:microsoft.com/office/officeart/2005/8/layout/hierarchy4"/>
    <dgm:cxn modelId="{C901011D-7FB7-4ABA-8207-5036FD66CDBF}" type="presParOf" srcId="{426735F9-4F19-4C06-81E4-33414FE43832}" destId="{098CD850-5123-4281-9E03-2BC3174E08D2}" srcOrd="1" destOrd="0" presId="urn:microsoft.com/office/officeart/2005/8/layout/hierarchy4"/>
    <dgm:cxn modelId="{C28C201F-2DF4-42AD-8638-FDADC2C8C931}" type="presParOf" srcId="{C9B4C679-13C5-4785-B54F-AD8E2C4218DE}" destId="{EFFBCCAE-EE0D-43FD-8BD9-181C51A647D6}" srcOrd="1" destOrd="0" presId="urn:microsoft.com/office/officeart/2005/8/layout/hierarchy4"/>
    <dgm:cxn modelId="{EAA15102-4BD9-41D4-91D2-EDAD4DD80A11}" type="presParOf" srcId="{C9B4C679-13C5-4785-B54F-AD8E2C4218DE}" destId="{2B384EAB-8842-477C-8E81-4B74873A1F33}" srcOrd="2" destOrd="0" presId="urn:microsoft.com/office/officeart/2005/8/layout/hierarchy4"/>
    <dgm:cxn modelId="{106BBBA8-B9FE-43F4-86D0-418FAFFDAF0F}" type="presParOf" srcId="{2B384EAB-8842-477C-8E81-4B74873A1F33}" destId="{B18C4B09-0764-4FC1-8C65-9E850E13A59B}" srcOrd="0" destOrd="0" presId="urn:microsoft.com/office/officeart/2005/8/layout/hierarchy4"/>
    <dgm:cxn modelId="{64CBE374-CE8A-4A84-B3BE-E0A367590EE5}" type="presParOf" srcId="{2B384EAB-8842-477C-8E81-4B74873A1F33}" destId="{68CDFB74-C967-425A-A93C-53B934B71B0C}" srcOrd="1" destOrd="0" presId="urn:microsoft.com/office/officeart/2005/8/layout/hierarchy4"/>
    <dgm:cxn modelId="{31741786-EE9F-490D-AC43-88067C52E127}" type="presParOf" srcId="{2B384EAB-8842-477C-8E81-4B74873A1F33}" destId="{D989250C-D887-4B82-8454-659806311BD9}" srcOrd="2" destOrd="0" presId="urn:microsoft.com/office/officeart/2005/8/layout/hierarchy4"/>
    <dgm:cxn modelId="{D954093B-029F-403D-864C-976FC240C580}" type="presParOf" srcId="{D989250C-D887-4B82-8454-659806311BD9}" destId="{A23544B9-7A72-45F5-A4F5-66FCEF73C320}" srcOrd="0" destOrd="0" presId="urn:microsoft.com/office/officeart/2005/8/layout/hierarchy4"/>
    <dgm:cxn modelId="{39D42943-F6FD-485F-A407-6DD4DFBFFE31}" type="presParOf" srcId="{A23544B9-7A72-45F5-A4F5-66FCEF73C320}" destId="{06AD3A67-C65B-4757-AABA-2706092B63E9}" srcOrd="0" destOrd="0" presId="urn:microsoft.com/office/officeart/2005/8/layout/hierarchy4"/>
    <dgm:cxn modelId="{D40441FA-27CF-4C06-8016-2FD22C814B3D}" type="presParOf" srcId="{A23544B9-7A72-45F5-A4F5-66FCEF73C320}" destId="{7BF046AD-46E0-49BF-BC5E-605766B66D08}" srcOrd="1" destOrd="0" presId="urn:microsoft.com/office/officeart/2005/8/layout/hierarchy4"/>
    <dgm:cxn modelId="{10181304-C032-45B9-AEDC-C7DC4AD4A851}" type="presParOf" srcId="{C9B4C679-13C5-4785-B54F-AD8E2C4218DE}" destId="{CC89D2EF-A91C-4AD1-9AAD-62143E585D6F}" srcOrd="3" destOrd="0" presId="urn:microsoft.com/office/officeart/2005/8/layout/hierarchy4"/>
    <dgm:cxn modelId="{B4627A08-3694-4C3B-AE79-2885865376B8}" type="presParOf" srcId="{C9B4C679-13C5-4785-B54F-AD8E2C4218DE}" destId="{CDE0AB1F-A2D0-47B9-908A-C245DFF9C7FE}" srcOrd="4" destOrd="0" presId="urn:microsoft.com/office/officeart/2005/8/layout/hierarchy4"/>
    <dgm:cxn modelId="{48D54953-5DCC-4838-97B1-665ED3FC7188}" type="presParOf" srcId="{CDE0AB1F-A2D0-47B9-908A-C245DFF9C7FE}" destId="{D3B89ECB-0DCF-47D9-B0A9-5015ACDF2E6D}" srcOrd="0" destOrd="0" presId="urn:microsoft.com/office/officeart/2005/8/layout/hierarchy4"/>
    <dgm:cxn modelId="{B4793791-7FDB-44CC-B7AC-E5A484D9CC21}" type="presParOf" srcId="{CDE0AB1F-A2D0-47B9-908A-C245DFF9C7FE}" destId="{21ABF58C-788A-448D-A5F1-D1282DBE5697}" srcOrd="1" destOrd="0" presId="urn:microsoft.com/office/officeart/2005/8/layout/hierarchy4"/>
    <dgm:cxn modelId="{B8775F5B-CF92-4A67-BBBE-5C980B1ABCC7}" type="presParOf" srcId="{CDE0AB1F-A2D0-47B9-908A-C245DFF9C7FE}" destId="{10A85B60-DAC1-4FCC-9942-8DF842663387}" srcOrd="2" destOrd="0" presId="urn:microsoft.com/office/officeart/2005/8/layout/hierarchy4"/>
    <dgm:cxn modelId="{E2B3759E-095E-479F-8D61-90537896C7C3}" type="presParOf" srcId="{10A85B60-DAC1-4FCC-9942-8DF842663387}" destId="{EE268F74-C234-41EE-BE98-DA88383A95F8}" srcOrd="0" destOrd="0" presId="urn:microsoft.com/office/officeart/2005/8/layout/hierarchy4"/>
    <dgm:cxn modelId="{3B3D9AE4-0CF2-47A2-9852-15DA93B1A679}" type="presParOf" srcId="{EE268F74-C234-41EE-BE98-DA88383A95F8}" destId="{7F27E58A-A9C6-45BA-AB98-4647C9C32FD4}" srcOrd="0" destOrd="0" presId="urn:microsoft.com/office/officeart/2005/8/layout/hierarchy4"/>
    <dgm:cxn modelId="{1D55E932-F3D7-488E-BD69-D4DD847EA764}" type="presParOf" srcId="{EE268F74-C234-41EE-BE98-DA88383A95F8}" destId="{D3C9C29C-D582-411C-B81C-6C9083B8F4F2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4E9238B-B94E-4BAF-AA69-7FED797ED0F9}" type="doc">
      <dgm:prSet loTypeId="urn:microsoft.com/office/officeart/2005/8/layout/hierarchy4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8B25A813-E02F-43BE-8E34-260524EEEB93}">
      <dgm:prSet phldrT="[Text]"/>
      <dgm:spPr/>
      <dgm:t>
        <a:bodyPr/>
        <a:lstStyle/>
        <a:p>
          <a:r>
            <a:rPr lang="en-GB" dirty="0"/>
            <a:t>Task Specific Layer</a:t>
          </a:r>
          <a:endParaRPr lang="en-US" dirty="0"/>
        </a:p>
      </dgm:t>
    </dgm:pt>
    <dgm:pt modelId="{1130B00E-2DA9-4802-8451-908A9157AD34}" type="parTrans" cxnId="{D0C617E8-D2EA-46BA-9BB9-12F0D98BF944}">
      <dgm:prSet/>
      <dgm:spPr/>
      <dgm:t>
        <a:bodyPr/>
        <a:lstStyle/>
        <a:p>
          <a:endParaRPr lang="en-US"/>
        </a:p>
      </dgm:t>
    </dgm:pt>
    <dgm:pt modelId="{1DD391FC-D5EA-472A-8B84-AFDA6FED37EB}" type="sibTrans" cxnId="{D0C617E8-D2EA-46BA-9BB9-12F0D98BF944}">
      <dgm:prSet/>
      <dgm:spPr/>
      <dgm:t>
        <a:bodyPr/>
        <a:lstStyle/>
        <a:p>
          <a:endParaRPr lang="en-US"/>
        </a:p>
      </dgm:t>
    </dgm:pt>
    <dgm:pt modelId="{C320178E-E083-4C80-8B83-E596D5AFACF5}">
      <dgm:prSet phldrT="[Text]"/>
      <dgm:spPr/>
      <dgm:t>
        <a:bodyPr/>
        <a:lstStyle/>
        <a:p>
          <a:r>
            <a:rPr lang="en-GB" i="1" dirty="0"/>
            <a:t>Shared Parameter</a:t>
          </a:r>
          <a:r>
            <a:rPr lang="en-GB" dirty="0"/>
            <a:t> Hasil </a:t>
          </a:r>
          <a:r>
            <a:rPr lang="en-GB" i="1" dirty="0"/>
            <a:t>Learning</a:t>
          </a:r>
          <a:endParaRPr lang="en-US" i="1" dirty="0"/>
        </a:p>
      </dgm:t>
    </dgm:pt>
    <dgm:pt modelId="{34EEA894-3D9C-4A70-ACCA-7C75E3E5D10F}" type="parTrans" cxnId="{E27B3B34-FEFB-4C05-AE27-7BCBB72964AB}">
      <dgm:prSet/>
      <dgm:spPr/>
      <dgm:t>
        <a:bodyPr/>
        <a:lstStyle/>
        <a:p>
          <a:endParaRPr lang="en-US"/>
        </a:p>
      </dgm:t>
    </dgm:pt>
    <dgm:pt modelId="{6C7C8D0B-0DC5-4EBA-B403-D791C9E58D31}" type="sibTrans" cxnId="{E27B3B34-FEFB-4C05-AE27-7BCBB72964AB}">
      <dgm:prSet/>
      <dgm:spPr/>
      <dgm:t>
        <a:bodyPr/>
        <a:lstStyle/>
        <a:p>
          <a:endParaRPr lang="en-US"/>
        </a:p>
      </dgm:t>
    </dgm:pt>
    <dgm:pt modelId="{D6B0712D-A0AD-4B47-8799-3F4C40652B23}">
      <dgm:prSet phldrT="[Text]"/>
      <dgm:spPr/>
      <dgm:t>
        <a:bodyPr/>
        <a:lstStyle/>
        <a:p>
          <a:r>
            <a:rPr lang="en-GB" dirty="0"/>
            <a:t>Input</a:t>
          </a:r>
          <a:endParaRPr lang="en-US" dirty="0"/>
        </a:p>
      </dgm:t>
    </dgm:pt>
    <dgm:pt modelId="{CB8438CE-1990-4FC8-B7BE-C4B43480E193}" type="parTrans" cxnId="{106DD76A-6F79-4EB5-8EFB-09BF3AF0D525}">
      <dgm:prSet/>
      <dgm:spPr/>
      <dgm:t>
        <a:bodyPr/>
        <a:lstStyle/>
        <a:p>
          <a:endParaRPr lang="en-US"/>
        </a:p>
      </dgm:t>
    </dgm:pt>
    <dgm:pt modelId="{D8DC6414-E605-431E-9E74-D8DC5B1B8511}" type="sibTrans" cxnId="{106DD76A-6F79-4EB5-8EFB-09BF3AF0D525}">
      <dgm:prSet/>
      <dgm:spPr/>
      <dgm:t>
        <a:bodyPr/>
        <a:lstStyle/>
        <a:p>
          <a:endParaRPr lang="en-US"/>
        </a:p>
      </dgm:t>
    </dgm:pt>
    <dgm:pt modelId="{775BB5BF-11F6-496E-B496-21DA1EB9982F}">
      <dgm:prSet phldrT="[Text]"/>
      <dgm:spPr/>
      <dgm:t>
        <a:bodyPr/>
        <a:lstStyle/>
        <a:p>
          <a:r>
            <a:rPr lang="en-GB" dirty="0"/>
            <a:t>Output Layer</a:t>
          </a:r>
          <a:endParaRPr lang="en-US" dirty="0"/>
        </a:p>
      </dgm:t>
    </dgm:pt>
    <dgm:pt modelId="{1EF733AB-225C-4B5D-8650-23C51C5F53F0}" type="parTrans" cxnId="{45155405-5331-40D3-A908-61D9506E1334}">
      <dgm:prSet/>
      <dgm:spPr/>
      <dgm:t>
        <a:bodyPr/>
        <a:lstStyle/>
        <a:p>
          <a:endParaRPr lang="en-US"/>
        </a:p>
      </dgm:t>
    </dgm:pt>
    <dgm:pt modelId="{13C50881-9D3D-4BAF-A5E0-349557036305}" type="sibTrans" cxnId="{45155405-5331-40D3-A908-61D9506E1334}">
      <dgm:prSet/>
      <dgm:spPr/>
      <dgm:t>
        <a:bodyPr/>
        <a:lstStyle/>
        <a:p>
          <a:endParaRPr lang="en-US"/>
        </a:p>
      </dgm:t>
    </dgm:pt>
    <dgm:pt modelId="{4A43F67F-CAA1-4DCF-89A2-A6F0B2740397}" type="pres">
      <dgm:prSet presAssocID="{B4E9238B-B94E-4BAF-AA69-7FED797ED0F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0E4B5E-C5C8-4641-A65B-73BD6F4D1B93}" type="pres">
      <dgm:prSet presAssocID="{D6B0712D-A0AD-4B47-8799-3F4C40652B23}" presName="vertOne" presStyleCnt="0"/>
      <dgm:spPr/>
    </dgm:pt>
    <dgm:pt modelId="{92FC573B-5E78-4426-89AF-4100303786D9}" type="pres">
      <dgm:prSet presAssocID="{D6B0712D-A0AD-4B47-8799-3F4C40652B23}" presName="txOne" presStyleLbl="node0" presStyleIdx="0" presStyleCnt="1" custLinFactNeighborX="203" custLinFactNeighborY="-689">
        <dgm:presLayoutVars>
          <dgm:chPref val="3"/>
        </dgm:presLayoutVars>
      </dgm:prSet>
      <dgm:spPr/>
    </dgm:pt>
    <dgm:pt modelId="{624E3044-97E3-4777-9A02-3D34D1E86644}" type="pres">
      <dgm:prSet presAssocID="{D6B0712D-A0AD-4B47-8799-3F4C40652B23}" presName="parTransOne" presStyleCnt="0"/>
      <dgm:spPr/>
    </dgm:pt>
    <dgm:pt modelId="{462E28CE-CAF4-46BA-B8FB-257726CFE1E8}" type="pres">
      <dgm:prSet presAssocID="{D6B0712D-A0AD-4B47-8799-3F4C40652B23}" presName="horzOne" presStyleCnt="0"/>
      <dgm:spPr/>
    </dgm:pt>
    <dgm:pt modelId="{CBFBEBBA-E375-47CD-80BF-640678AF9977}" type="pres">
      <dgm:prSet presAssocID="{C320178E-E083-4C80-8B83-E596D5AFACF5}" presName="vertTwo" presStyleCnt="0"/>
      <dgm:spPr/>
    </dgm:pt>
    <dgm:pt modelId="{0CBC8EB2-B72C-4D1D-BC4D-02D8F2106120}" type="pres">
      <dgm:prSet presAssocID="{C320178E-E083-4C80-8B83-E596D5AFACF5}" presName="txTwo" presStyleLbl="node2" presStyleIdx="0" presStyleCnt="1">
        <dgm:presLayoutVars>
          <dgm:chPref val="3"/>
        </dgm:presLayoutVars>
      </dgm:prSet>
      <dgm:spPr/>
    </dgm:pt>
    <dgm:pt modelId="{A218EA08-401C-433A-B00F-EB1D9536A805}" type="pres">
      <dgm:prSet presAssocID="{C320178E-E083-4C80-8B83-E596D5AFACF5}" presName="parTransTwo" presStyleCnt="0"/>
      <dgm:spPr/>
    </dgm:pt>
    <dgm:pt modelId="{C9B4C679-13C5-4785-B54F-AD8E2C4218DE}" type="pres">
      <dgm:prSet presAssocID="{C320178E-E083-4C80-8B83-E596D5AFACF5}" presName="horzTwo" presStyleCnt="0"/>
      <dgm:spPr/>
    </dgm:pt>
    <dgm:pt modelId="{572EA720-1D5B-4BB6-8E20-5EAA85594610}" type="pres">
      <dgm:prSet presAssocID="{8B25A813-E02F-43BE-8E34-260524EEEB93}" presName="vertThree" presStyleCnt="0"/>
      <dgm:spPr/>
    </dgm:pt>
    <dgm:pt modelId="{29CF7E73-2F0A-429A-AF3B-C56306CBF086}" type="pres">
      <dgm:prSet presAssocID="{8B25A813-E02F-43BE-8E34-260524EEEB93}" presName="txThree" presStyleLbl="node3" presStyleIdx="0" presStyleCnt="1">
        <dgm:presLayoutVars>
          <dgm:chPref val="3"/>
        </dgm:presLayoutVars>
      </dgm:prSet>
      <dgm:spPr/>
    </dgm:pt>
    <dgm:pt modelId="{F5656D6D-7D7E-4A32-A344-37F262EBEE09}" type="pres">
      <dgm:prSet presAssocID="{8B25A813-E02F-43BE-8E34-260524EEEB93}" presName="parTransThree" presStyleCnt="0"/>
      <dgm:spPr/>
    </dgm:pt>
    <dgm:pt modelId="{2071EE93-0C61-4CDA-9455-81B27DF785FA}" type="pres">
      <dgm:prSet presAssocID="{8B25A813-E02F-43BE-8E34-260524EEEB93}" presName="horzThree" presStyleCnt="0"/>
      <dgm:spPr/>
    </dgm:pt>
    <dgm:pt modelId="{396AD803-4CB0-4ADA-9C09-612B0A419FBC}" type="pres">
      <dgm:prSet presAssocID="{775BB5BF-11F6-496E-B496-21DA1EB9982F}" presName="vertFour" presStyleCnt="0">
        <dgm:presLayoutVars>
          <dgm:chPref val="3"/>
        </dgm:presLayoutVars>
      </dgm:prSet>
      <dgm:spPr/>
    </dgm:pt>
    <dgm:pt modelId="{3921EA63-02E8-4D6A-8A1D-F6B9D60ED88E}" type="pres">
      <dgm:prSet presAssocID="{775BB5BF-11F6-496E-B496-21DA1EB9982F}" presName="txFour" presStyleLbl="node4" presStyleIdx="0" presStyleCnt="1">
        <dgm:presLayoutVars>
          <dgm:chPref val="3"/>
        </dgm:presLayoutVars>
      </dgm:prSet>
      <dgm:spPr/>
    </dgm:pt>
    <dgm:pt modelId="{688C9A95-0F98-4A8A-B403-6E66775FAE61}" type="pres">
      <dgm:prSet presAssocID="{775BB5BF-11F6-496E-B496-21DA1EB9982F}" presName="horzFour" presStyleCnt="0"/>
      <dgm:spPr/>
    </dgm:pt>
  </dgm:ptLst>
  <dgm:cxnLst>
    <dgm:cxn modelId="{45155405-5331-40D3-A908-61D9506E1334}" srcId="{8B25A813-E02F-43BE-8E34-260524EEEB93}" destId="{775BB5BF-11F6-496E-B496-21DA1EB9982F}" srcOrd="0" destOrd="0" parTransId="{1EF733AB-225C-4B5D-8650-23C51C5F53F0}" sibTransId="{13C50881-9D3D-4BAF-A5E0-349557036305}"/>
    <dgm:cxn modelId="{0E5D010B-0629-4B75-80F7-937FFB4E254F}" type="presOf" srcId="{8B25A813-E02F-43BE-8E34-260524EEEB93}" destId="{29CF7E73-2F0A-429A-AF3B-C56306CBF086}" srcOrd="0" destOrd="0" presId="urn:microsoft.com/office/officeart/2005/8/layout/hierarchy4"/>
    <dgm:cxn modelId="{753D7911-2CC7-4DE9-91A1-A09F31ABF1C4}" type="presOf" srcId="{D6B0712D-A0AD-4B47-8799-3F4C40652B23}" destId="{92FC573B-5E78-4426-89AF-4100303786D9}" srcOrd="0" destOrd="0" presId="urn:microsoft.com/office/officeart/2005/8/layout/hierarchy4"/>
    <dgm:cxn modelId="{E27B3B34-FEFB-4C05-AE27-7BCBB72964AB}" srcId="{D6B0712D-A0AD-4B47-8799-3F4C40652B23}" destId="{C320178E-E083-4C80-8B83-E596D5AFACF5}" srcOrd="0" destOrd="0" parTransId="{34EEA894-3D9C-4A70-ACCA-7C75E3E5D10F}" sibTransId="{6C7C8D0B-0DC5-4EBA-B403-D791C9E58D31}"/>
    <dgm:cxn modelId="{106DD76A-6F79-4EB5-8EFB-09BF3AF0D525}" srcId="{B4E9238B-B94E-4BAF-AA69-7FED797ED0F9}" destId="{D6B0712D-A0AD-4B47-8799-3F4C40652B23}" srcOrd="0" destOrd="0" parTransId="{CB8438CE-1990-4FC8-B7BE-C4B43480E193}" sibTransId="{D8DC6414-E605-431E-9E74-D8DC5B1B8511}"/>
    <dgm:cxn modelId="{F0C2016E-9FD8-4054-9F86-C0D8B0EA663E}" type="presOf" srcId="{B4E9238B-B94E-4BAF-AA69-7FED797ED0F9}" destId="{4A43F67F-CAA1-4DCF-89A2-A6F0B2740397}" srcOrd="0" destOrd="0" presId="urn:microsoft.com/office/officeart/2005/8/layout/hierarchy4"/>
    <dgm:cxn modelId="{1B160B51-3804-4B02-A1DE-BDB70986563A}" type="presOf" srcId="{C320178E-E083-4C80-8B83-E596D5AFACF5}" destId="{0CBC8EB2-B72C-4D1D-BC4D-02D8F2106120}" srcOrd="0" destOrd="0" presId="urn:microsoft.com/office/officeart/2005/8/layout/hierarchy4"/>
    <dgm:cxn modelId="{B065E6B7-0AF3-408A-A15C-72BAA9B29B5B}" type="presOf" srcId="{775BB5BF-11F6-496E-B496-21DA1EB9982F}" destId="{3921EA63-02E8-4D6A-8A1D-F6B9D60ED88E}" srcOrd="0" destOrd="0" presId="urn:microsoft.com/office/officeart/2005/8/layout/hierarchy4"/>
    <dgm:cxn modelId="{D0C617E8-D2EA-46BA-9BB9-12F0D98BF944}" srcId="{C320178E-E083-4C80-8B83-E596D5AFACF5}" destId="{8B25A813-E02F-43BE-8E34-260524EEEB93}" srcOrd="0" destOrd="0" parTransId="{1130B00E-2DA9-4802-8451-908A9157AD34}" sibTransId="{1DD391FC-D5EA-472A-8B84-AFDA6FED37EB}"/>
    <dgm:cxn modelId="{AA9F3B2B-4A67-49ED-A471-24AD9735C57D}" type="presParOf" srcId="{4A43F67F-CAA1-4DCF-89A2-A6F0B2740397}" destId="{AD0E4B5E-C5C8-4641-A65B-73BD6F4D1B93}" srcOrd="0" destOrd="0" presId="urn:microsoft.com/office/officeart/2005/8/layout/hierarchy4"/>
    <dgm:cxn modelId="{75751559-857F-4CCC-B483-804FF81AC3CA}" type="presParOf" srcId="{AD0E4B5E-C5C8-4641-A65B-73BD6F4D1B93}" destId="{92FC573B-5E78-4426-89AF-4100303786D9}" srcOrd="0" destOrd="0" presId="urn:microsoft.com/office/officeart/2005/8/layout/hierarchy4"/>
    <dgm:cxn modelId="{B207E198-526D-40C5-A2EB-DFD41CD47A39}" type="presParOf" srcId="{AD0E4B5E-C5C8-4641-A65B-73BD6F4D1B93}" destId="{624E3044-97E3-4777-9A02-3D34D1E86644}" srcOrd="1" destOrd="0" presId="urn:microsoft.com/office/officeart/2005/8/layout/hierarchy4"/>
    <dgm:cxn modelId="{FFF5A751-0FC1-4545-B1E6-0DBBFD3245C6}" type="presParOf" srcId="{AD0E4B5E-C5C8-4641-A65B-73BD6F4D1B93}" destId="{462E28CE-CAF4-46BA-B8FB-257726CFE1E8}" srcOrd="2" destOrd="0" presId="urn:microsoft.com/office/officeart/2005/8/layout/hierarchy4"/>
    <dgm:cxn modelId="{369B0FE6-E49A-4DC7-AC4B-7E7C1AB018F2}" type="presParOf" srcId="{462E28CE-CAF4-46BA-B8FB-257726CFE1E8}" destId="{CBFBEBBA-E375-47CD-80BF-640678AF9977}" srcOrd="0" destOrd="0" presId="urn:microsoft.com/office/officeart/2005/8/layout/hierarchy4"/>
    <dgm:cxn modelId="{AD19F577-C5DB-45E3-BDC1-88981CDDBBDD}" type="presParOf" srcId="{CBFBEBBA-E375-47CD-80BF-640678AF9977}" destId="{0CBC8EB2-B72C-4D1D-BC4D-02D8F2106120}" srcOrd="0" destOrd="0" presId="urn:microsoft.com/office/officeart/2005/8/layout/hierarchy4"/>
    <dgm:cxn modelId="{51F776C8-D000-4075-92F2-9F121DE5B408}" type="presParOf" srcId="{CBFBEBBA-E375-47CD-80BF-640678AF9977}" destId="{A218EA08-401C-433A-B00F-EB1D9536A805}" srcOrd="1" destOrd="0" presId="urn:microsoft.com/office/officeart/2005/8/layout/hierarchy4"/>
    <dgm:cxn modelId="{CFF113F7-A4D8-4A8A-86D5-5EF61372C1D6}" type="presParOf" srcId="{CBFBEBBA-E375-47CD-80BF-640678AF9977}" destId="{C9B4C679-13C5-4785-B54F-AD8E2C4218DE}" srcOrd="2" destOrd="0" presId="urn:microsoft.com/office/officeart/2005/8/layout/hierarchy4"/>
    <dgm:cxn modelId="{4EAEE8C6-CDD7-484A-ACA5-997F01231372}" type="presParOf" srcId="{C9B4C679-13C5-4785-B54F-AD8E2C4218DE}" destId="{572EA720-1D5B-4BB6-8E20-5EAA85594610}" srcOrd="0" destOrd="0" presId="urn:microsoft.com/office/officeart/2005/8/layout/hierarchy4"/>
    <dgm:cxn modelId="{12CB516D-4A13-4D64-8C5A-52E924907D74}" type="presParOf" srcId="{572EA720-1D5B-4BB6-8E20-5EAA85594610}" destId="{29CF7E73-2F0A-429A-AF3B-C56306CBF086}" srcOrd="0" destOrd="0" presId="urn:microsoft.com/office/officeart/2005/8/layout/hierarchy4"/>
    <dgm:cxn modelId="{C03F37BA-627D-4781-8CE3-6F5124B259B8}" type="presParOf" srcId="{572EA720-1D5B-4BB6-8E20-5EAA85594610}" destId="{F5656D6D-7D7E-4A32-A344-37F262EBEE09}" srcOrd="1" destOrd="0" presId="urn:microsoft.com/office/officeart/2005/8/layout/hierarchy4"/>
    <dgm:cxn modelId="{B7C44770-9DAD-411E-9F15-15FDE45F250D}" type="presParOf" srcId="{572EA720-1D5B-4BB6-8E20-5EAA85594610}" destId="{2071EE93-0C61-4CDA-9455-81B27DF785FA}" srcOrd="2" destOrd="0" presId="urn:microsoft.com/office/officeart/2005/8/layout/hierarchy4"/>
    <dgm:cxn modelId="{997B29A5-297D-478E-8B3B-109D51C6E52D}" type="presParOf" srcId="{2071EE93-0C61-4CDA-9455-81B27DF785FA}" destId="{396AD803-4CB0-4ADA-9C09-612B0A419FBC}" srcOrd="0" destOrd="0" presId="urn:microsoft.com/office/officeart/2005/8/layout/hierarchy4"/>
    <dgm:cxn modelId="{CA09D98A-67F1-46E3-8931-62F805F8266A}" type="presParOf" srcId="{396AD803-4CB0-4ADA-9C09-612B0A419FBC}" destId="{3921EA63-02E8-4D6A-8A1D-F6B9D60ED88E}" srcOrd="0" destOrd="0" presId="urn:microsoft.com/office/officeart/2005/8/layout/hierarchy4"/>
    <dgm:cxn modelId="{6068F5CE-B494-4A9B-AAC9-3BF4F5CE2B49}" type="presParOf" srcId="{396AD803-4CB0-4ADA-9C09-612B0A419FBC}" destId="{688C9A95-0F98-4A8A-B403-6E66775FAE61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E9238B-B94E-4BAF-AA69-7FED797ED0F9}" type="doc">
      <dgm:prSet loTypeId="urn:microsoft.com/office/officeart/2005/8/layout/hierarchy4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B25A813-E02F-43BE-8E34-260524EEEB93}">
      <dgm:prSet phldrT="[Text]"/>
      <dgm:spPr/>
      <dgm:t>
        <a:bodyPr/>
        <a:lstStyle/>
        <a:p>
          <a:r>
            <a:rPr lang="en-GB" dirty="0"/>
            <a:t>Single Sentence Classification</a:t>
          </a:r>
          <a:endParaRPr lang="en-US" dirty="0"/>
        </a:p>
      </dgm:t>
    </dgm:pt>
    <dgm:pt modelId="{1130B00E-2DA9-4802-8451-908A9157AD34}" type="parTrans" cxnId="{D0C617E8-D2EA-46BA-9BB9-12F0D98BF944}">
      <dgm:prSet/>
      <dgm:spPr/>
      <dgm:t>
        <a:bodyPr/>
        <a:lstStyle/>
        <a:p>
          <a:endParaRPr lang="en-US"/>
        </a:p>
      </dgm:t>
    </dgm:pt>
    <dgm:pt modelId="{1DD391FC-D5EA-472A-8B84-AFDA6FED37EB}" type="sibTrans" cxnId="{D0C617E8-D2EA-46BA-9BB9-12F0D98BF944}">
      <dgm:prSet/>
      <dgm:spPr/>
      <dgm:t>
        <a:bodyPr/>
        <a:lstStyle/>
        <a:p>
          <a:endParaRPr lang="en-US"/>
        </a:p>
      </dgm:t>
    </dgm:pt>
    <dgm:pt modelId="{030C458B-3110-423A-B470-2A9C397BCDE5}">
      <dgm:prSet phldrT="[Text]"/>
      <dgm:spPr/>
      <dgm:t>
        <a:bodyPr/>
        <a:lstStyle/>
        <a:p>
          <a:r>
            <a:rPr lang="en-GB" dirty="0"/>
            <a:t>Pairwise Text Similarity</a:t>
          </a:r>
          <a:endParaRPr lang="en-US" dirty="0"/>
        </a:p>
      </dgm:t>
    </dgm:pt>
    <dgm:pt modelId="{0AF4DF51-03B8-46FB-977A-29CC20B52DB0}" type="parTrans" cxnId="{679A774B-2FD1-40EC-A131-F7632D39D0E3}">
      <dgm:prSet/>
      <dgm:spPr/>
      <dgm:t>
        <a:bodyPr/>
        <a:lstStyle/>
        <a:p>
          <a:endParaRPr lang="en-US"/>
        </a:p>
      </dgm:t>
    </dgm:pt>
    <dgm:pt modelId="{43EB7891-4297-49F5-BAEE-50F6CF85D7B1}" type="sibTrans" cxnId="{679A774B-2FD1-40EC-A131-F7632D39D0E3}">
      <dgm:prSet/>
      <dgm:spPr/>
      <dgm:t>
        <a:bodyPr/>
        <a:lstStyle/>
        <a:p>
          <a:endParaRPr lang="en-US"/>
        </a:p>
      </dgm:t>
    </dgm:pt>
    <dgm:pt modelId="{9A6A2046-65D7-4DA4-AFE7-BA813EEFE166}">
      <dgm:prSet phldrT="[Text]"/>
      <dgm:spPr/>
      <dgm:t>
        <a:bodyPr/>
        <a:lstStyle/>
        <a:p>
          <a:r>
            <a:rPr lang="en-GB" dirty="0"/>
            <a:t>Pairwise Text Classification</a:t>
          </a:r>
          <a:endParaRPr lang="en-US" dirty="0"/>
        </a:p>
      </dgm:t>
    </dgm:pt>
    <dgm:pt modelId="{5B62CB97-8C5C-49C2-84D5-32BB2E837741}" type="parTrans" cxnId="{DC046522-64ED-4A53-8570-F3BA56FCCD5E}">
      <dgm:prSet/>
      <dgm:spPr/>
      <dgm:t>
        <a:bodyPr/>
        <a:lstStyle/>
        <a:p>
          <a:endParaRPr lang="en-US"/>
        </a:p>
      </dgm:t>
    </dgm:pt>
    <dgm:pt modelId="{8AD1E85E-9BC6-49BE-BF14-3D962934A349}" type="sibTrans" cxnId="{DC046522-64ED-4A53-8570-F3BA56FCCD5E}">
      <dgm:prSet/>
      <dgm:spPr/>
      <dgm:t>
        <a:bodyPr/>
        <a:lstStyle/>
        <a:p>
          <a:endParaRPr lang="en-US"/>
        </a:p>
      </dgm:t>
    </dgm:pt>
    <dgm:pt modelId="{D9399FE9-35C7-43C3-92A0-11520830D93C}">
      <dgm:prSet phldrT="[Text]"/>
      <dgm:spPr/>
      <dgm:t>
        <a:bodyPr/>
        <a:lstStyle/>
        <a:p>
          <a:r>
            <a:rPr lang="en-GB" dirty="0"/>
            <a:t>Pairwise Ranking</a:t>
          </a:r>
          <a:endParaRPr lang="en-US" dirty="0"/>
        </a:p>
      </dgm:t>
    </dgm:pt>
    <dgm:pt modelId="{92623C33-5448-4AF3-B026-8FC1C5D580FD}" type="parTrans" cxnId="{56423933-83DF-4058-AD97-EB3228974899}">
      <dgm:prSet/>
      <dgm:spPr/>
      <dgm:t>
        <a:bodyPr/>
        <a:lstStyle/>
        <a:p>
          <a:endParaRPr lang="en-US"/>
        </a:p>
      </dgm:t>
    </dgm:pt>
    <dgm:pt modelId="{F20F6861-9F90-4374-9A47-7B37D2B8F338}" type="sibTrans" cxnId="{56423933-83DF-4058-AD97-EB3228974899}">
      <dgm:prSet/>
      <dgm:spPr/>
      <dgm:t>
        <a:bodyPr/>
        <a:lstStyle/>
        <a:p>
          <a:endParaRPr lang="en-US"/>
        </a:p>
      </dgm:t>
    </dgm:pt>
    <dgm:pt modelId="{C320178E-E083-4C80-8B83-E596D5AFACF5}">
      <dgm:prSet phldrT="[Text]"/>
      <dgm:spPr/>
      <dgm:t>
        <a:bodyPr/>
        <a:lstStyle/>
        <a:p>
          <a:r>
            <a:rPr lang="en-GB" dirty="0"/>
            <a:t>Lexicon Encoder</a:t>
          </a:r>
          <a:endParaRPr lang="en-US" dirty="0"/>
        </a:p>
      </dgm:t>
    </dgm:pt>
    <dgm:pt modelId="{34EEA894-3D9C-4A70-ACCA-7C75E3E5D10F}" type="parTrans" cxnId="{E27B3B34-FEFB-4C05-AE27-7BCBB72964AB}">
      <dgm:prSet/>
      <dgm:spPr/>
      <dgm:t>
        <a:bodyPr/>
        <a:lstStyle/>
        <a:p>
          <a:endParaRPr lang="en-US"/>
        </a:p>
      </dgm:t>
    </dgm:pt>
    <dgm:pt modelId="{6C7C8D0B-0DC5-4EBA-B403-D791C9E58D31}" type="sibTrans" cxnId="{E27B3B34-FEFB-4C05-AE27-7BCBB72964AB}">
      <dgm:prSet/>
      <dgm:spPr/>
      <dgm:t>
        <a:bodyPr/>
        <a:lstStyle/>
        <a:p>
          <a:endParaRPr lang="en-US"/>
        </a:p>
      </dgm:t>
    </dgm:pt>
    <dgm:pt modelId="{D6B0712D-A0AD-4B47-8799-3F4C40652B23}">
      <dgm:prSet phldrT="[Text]"/>
      <dgm:spPr/>
      <dgm:t>
        <a:bodyPr/>
        <a:lstStyle/>
        <a:p>
          <a:r>
            <a:rPr lang="en-GB" dirty="0"/>
            <a:t>Input</a:t>
          </a:r>
          <a:endParaRPr lang="en-US" dirty="0"/>
        </a:p>
      </dgm:t>
    </dgm:pt>
    <dgm:pt modelId="{CB8438CE-1990-4FC8-B7BE-C4B43480E193}" type="parTrans" cxnId="{106DD76A-6F79-4EB5-8EFB-09BF3AF0D525}">
      <dgm:prSet/>
      <dgm:spPr/>
      <dgm:t>
        <a:bodyPr/>
        <a:lstStyle/>
        <a:p>
          <a:endParaRPr lang="en-US"/>
        </a:p>
      </dgm:t>
    </dgm:pt>
    <dgm:pt modelId="{D8DC6414-E605-431E-9E74-D8DC5B1B8511}" type="sibTrans" cxnId="{106DD76A-6F79-4EB5-8EFB-09BF3AF0D525}">
      <dgm:prSet/>
      <dgm:spPr/>
      <dgm:t>
        <a:bodyPr/>
        <a:lstStyle/>
        <a:p>
          <a:endParaRPr lang="en-US"/>
        </a:p>
      </dgm:t>
    </dgm:pt>
    <dgm:pt modelId="{4F739FC8-85F4-4865-8ADA-0F327F30124E}">
      <dgm:prSet phldrT="[Text]"/>
      <dgm:spPr/>
      <dgm:t>
        <a:bodyPr/>
        <a:lstStyle/>
        <a:p>
          <a:r>
            <a:rPr lang="en-GB" dirty="0"/>
            <a:t>Transformer Encoder</a:t>
          </a:r>
          <a:endParaRPr lang="en-US" dirty="0"/>
        </a:p>
      </dgm:t>
    </dgm:pt>
    <dgm:pt modelId="{82D31313-8169-4048-99DA-D0B389EF3773}" type="parTrans" cxnId="{C7D6119F-FA0A-482C-8B90-D194F5345EF9}">
      <dgm:prSet/>
      <dgm:spPr/>
      <dgm:t>
        <a:bodyPr/>
        <a:lstStyle/>
        <a:p>
          <a:endParaRPr lang="en-US"/>
        </a:p>
      </dgm:t>
    </dgm:pt>
    <dgm:pt modelId="{1757B82F-EEB9-4181-967B-752A1C66B710}" type="sibTrans" cxnId="{C7D6119F-FA0A-482C-8B90-D194F5345EF9}">
      <dgm:prSet/>
      <dgm:spPr/>
      <dgm:t>
        <a:bodyPr/>
        <a:lstStyle/>
        <a:p>
          <a:endParaRPr lang="en-US"/>
        </a:p>
      </dgm:t>
    </dgm:pt>
    <dgm:pt modelId="{4A43F67F-CAA1-4DCF-89A2-A6F0B2740397}" type="pres">
      <dgm:prSet presAssocID="{B4E9238B-B94E-4BAF-AA69-7FED797ED0F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0E4B5E-C5C8-4641-A65B-73BD6F4D1B93}" type="pres">
      <dgm:prSet presAssocID="{D6B0712D-A0AD-4B47-8799-3F4C40652B23}" presName="vertOne" presStyleCnt="0"/>
      <dgm:spPr/>
    </dgm:pt>
    <dgm:pt modelId="{92FC573B-5E78-4426-89AF-4100303786D9}" type="pres">
      <dgm:prSet presAssocID="{D6B0712D-A0AD-4B47-8799-3F4C40652B23}" presName="txOne" presStyleLbl="node0" presStyleIdx="0" presStyleCnt="1" custLinFactNeighborX="203" custLinFactNeighborY="-689">
        <dgm:presLayoutVars>
          <dgm:chPref val="3"/>
        </dgm:presLayoutVars>
      </dgm:prSet>
      <dgm:spPr/>
    </dgm:pt>
    <dgm:pt modelId="{624E3044-97E3-4777-9A02-3D34D1E86644}" type="pres">
      <dgm:prSet presAssocID="{D6B0712D-A0AD-4B47-8799-3F4C40652B23}" presName="parTransOne" presStyleCnt="0"/>
      <dgm:spPr/>
    </dgm:pt>
    <dgm:pt modelId="{462E28CE-CAF4-46BA-B8FB-257726CFE1E8}" type="pres">
      <dgm:prSet presAssocID="{D6B0712D-A0AD-4B47-8799-3F4C40652B23}" presName="horzOne" presStyleCnt="0"/>
      <dgm:spPr/>
    </dgm:pt>
    <dgm:pt modelId="{CBFBEBBA-E375-47CD-80BF-640678AF9977}" type="pres">
      <dgm:prSet presAssocID="{C320178E-E083-4C80-8B83-E596D5AFACF5}" presName="vertTwo" presStyleCnt="0"/>
      <dgm:spPr/>
    </dgm:pt>
    <dgm:pt modelId="{0CBC8EB2-B72C-4D1D-BC4D-02D8F2106120}" type="pres">
      <dgm:prSet presAssocID="{C320178E-E083-4C80-8B83-E596D5AFACF5}" presName="txTwo" presStyleLbl="node2" presStyleIdx="0" presStyleCnt="1">
        <dgm:presLayoutVars>
          <dgm:chPref val="3"/>
        </dgm:presLayoutVars>
      </dgm:prSet>
      <dgm:spPr/>
    </dgm:pt>
    <dgm:pt modelId="{F4A078F3-49FE-4245-ACF7-A6377DEE0CA5}" type="pres">
      <dgm:prSet presAssocID="{C320178E-E083-4C80-8B83-E596D5AFACF5}" presName="parTransTwo" presStyleCnt="0"/>
      <dgm:spPr/>
    </dgm:pt>
    <dgm:pt modelId="{C9B4C679-13C5-4785-B54F-AD8E2C4218DE}" type="pres">
      <dgm:prSet presAssocID="{C320178E-E083-4C80-8B83-E596D5AFACF5}" presName="horzTwo" presStyleCnt="0"/>
      <dgm:spPr/>
    </dgm:pt>
    <dgm:pt modelId="{C74D10F9-77B4-407A-8D45-10B1884805C3}" type="pres">
      <dgm:prSet presAssocID="{4F739FC8-85F4-4865-8ADA-0F327F30124E}" presName="vertThree" presStyleCnt="0"/>
      <dgm:spPr/>
    </dgm:pt>
    <dgm:pt modelId="{9121DA04-C76D-461E-923C-6D90E51A3096}" type="pres">
      <dgm:prSet presAssocID="{4F739FC8-85F4-4865-8ADA-0F327F30124E}" presName="txThree" presStyleLbl="node3" presStyleIdx="0" presStyleCnt="1">
        <dgm:presLayoutVars>
          <dgm:chPref val="3"/>
        </dgm:presLayoutVars>
      </dgm:prSet>
      <dgm:spPr/>
    </dgm:pt>
    <dgm:pt modelId="{3BE56D70-8CC6-4668-AE42-E61690071266}" type="pres">
      <dgm:prSet presAssocID="{4F739FC8-85F4-4865-8ADA-0F327F30124E}" presName="parTransThree" presStyleCnt="0"/>
      <dgm:spPr/>
    </dgm:pt>
    <dgm:pt modelId="{48E5CD18-0094-49E8-BF62-C10FA242E8BA}" type="pres">
      <dgm:prSet presAssocID="{4F739FC8-85F4-4865-8ADA-0F327F30124E}" presName="horzThree" presStyleCnt="0"/>
      <dgm:spPr/>
    </dgm:pt>
    <dgm:pt modelId="{89746405-E722-407D-B880-E59FDFB9356E}" type="pres">
      <dgm:prSet presAssocID="{8B25A813-E02F-43BE-8E34-260524EEEB93}" presName="vertFour" presStyleCnt="0">
        <dgm:presLayoutVars>
          <dgm:chPref val="3"/>
        </dgm:presLayoutVars>
      </dgm:prSet>
      <dgm:spPr/>
    </dgm:pt>
    <dgm:pt modelId="{C5CC51FD-B506-4039-896B-130B75677D4D}" type="pres">
      <dgm:prSet presAssocID="{8B25A813-E02F-43BE-8E34-260524EEEB93}" presName="txFour" presStyleLbl="node4" presStyleIdx="0" presStyleCnt="4">
        <dgm:presLayoutVars>
          <dgm:chPref val="3"/>
        </dgm:presLayoutVars>
      </dgm:prSet>
      <dgm:spPr/>
    </dgm:pt>
    <dgm:pt modelId="{718B76FF-9EA5-4164-9051-A4C679156973}" type="pres">
      <dgm:prSet presAssocID="{8B25A813-E02F-43BE-8E34-260524EEEB93}" presName="horzFour" presStyleCnt="0"/>
      <dgm:spPr/>
    </dgm:pt>
    <dgm:pt modelId="{A95EB56D-C3A3-4A7B-A37B-8F840DB96309}" type="pres">
      <dgm:prSet presAssocID="{1DD391FC-D5EA-472A-8B84-AFDA6FED37EB}" presName="sibSpaceFour" presStyleCnt="0"/>
      <dgm:spPr/>
    </dgm:pt>
    <dgm:pt modelId="{C5621200-B811-4CE4-970B-1BC9F4CDDB22}" type="pres">
      <dgm:prSet presAssocID="{030C458B-3110-423A-B470-2A9C397BCDE5}" presName="vertFour" presStyleCnt="0">
        <dgm:presLayoutVars>
          <dgm:chPref val="3"/>
        </dgm:presLayoutVars>
      </dgm:prSet>
      <dgm:spPr/>
    </dgm:pt>
    <dgm:pt modelId="{B32848D0-2445-4878-A160-39AF1F1995B1}" type="pres">
      <dgm:prSet presAssocID="{030C458B-3110-423A-B470-2A9C397BCDE5}" presName="txFour" presStyleLbl="node4" presStyleIdx="1" presStyleCnt="4">
        <dgm:presLayoutVars>
          <dgm:chPref val="3"/>
        </dgm:presLayoutVars>
      </dgm:prSet>
      <dgm:spPr/>
    </dgm:pt>
    <dgm:pt modelId="{49AF830A-4B74-44C1-869F-242AC1C0759D}" type="pres">
      <dgm:prSet presAssocID="{030C458B-3110-423A-B470-2A9C397BCDE5}" presName="horzFour" presStyleCnt="0"/>
      <dgm:spPr/>
    </dgm:pt>
    <dgm:pt modelId="{49084270-0E71-4366-BCBE-4AD014894B1F}" type="pres">
      <dgm:prSet presAssocID="{43EB7891-4297-49F5-BAEE-50F6CF85D7B1}" presName="sibSpaceFour" presStyleCnt="0"/>
      <dgm:spPr/>
    </dgm:pt>
    <dgm:pt modelId="{A23544B9-7A72-45F5-A4F5-66FCEF73C320}" type="pres">
      <dgm:prSet presAssocID="{9A6A2046-65D7-4DA4-AFE7-BA813EEFE166}" presName="vertFour" presStyleCnt="0">
        <dgm:presLayoutVars>
          <dgm:chPref val="3"/>
        </dgm:presLayoutVars>
      </dgm:prSet>
      <dgm:spPr/>
    </dgm:pt>
    <dgm:pt modelId="{06AD3A67-C65B-4757-AABA-2706092B63E9}" type="pres">
      <dgm:prSet presAssocID="{9A6A2046-65D7-4DA4-AFE7-BA813EEFE166}" presName="txFour" presStyleLbl="node4" presStyleIdx="2" presStyleCnt="4">
        <dgm:presLayoutVars>
          <dgm:chPref val="3"/>
        </dgm:presLayoutVars>
      </dgm:prSet>
      <dgm:spPr/>
    </dgm:pt>
    <dgm:pt modelId="{7BF046AD-46E0-49BF-BC5E-605766B66D08}" type="pres">
      <dgm:prSet presAssocID="{9A6A2046-65D7-4DA4-AFE7-BA813EEFE166}" presName="horzFour" presStyleCnt="0"/>
      <dgm:spPr/>
    </dgm:pt>
    <dgm:pt modelId="{CC2924E1-3187-4A3A-9A58-EDEE3E15C3E7}" type="pres">
      <dgm:prSet presAssocID="{8AD1E85E-9BC6-49BE-BF14-3D962934A349}" presName="sibSpaceFour" presStyleCnt="0"/>
      <dgm:spPr/>
    </dgm:pt>
    <dgm:pt modelId="{645268EA-EF6A-4F56-8E1B-180558EB4FD2}" type="pres">
      <dgm:prSet presAssocID="{D9399FE9-35C7-43C3-92A0-11520830D93C}" presName="vertFour" presStyleCnt="0">
        <dgm:presLayoutVars>
          <dgm:chPref val="3"/>
        </dgm:presLayoutVars>
      </dgm:prSet>
      <dgm:spPr/>
    </dgm:pt>
    <dgm:pt modelId="{DC5E1A86-2FA4-4DFC-86C6-AF46F48F68AB}" type="pres">
      <dgm:prSet presAssocID="{D9399FE9-35C7-43C3-92A0-11520830D93C}" presName="txFour" presStyleLbl="node4" presStyleIdx="3" presStyleCnt="4">
        <dgm:presLayoutVars>
          <dgm:chPref val="3"/>
        </dgm:presLayoutVars>
      </dgm:prSet>
      <dgm:spPr/>
    </dgm:pt>
    <dgm:pt modelId="{DE2C335F-6C07-41A3-855C-7AFAA82AA997}" type="pres">
      <dgm:prSet presAssocID="{D9399FE9-35C7-43C3-92A0-11520830D93C}" presName="horzFour" presStyleCnt="0"/>
      <dgm:spPr/>
    </dgm:pt>
  </dgm:ptLst>
  <dgm:cxnLst>
    <dgm:cxn modelId="{753D7911-2CC7-4DE9-91A1-A09F31ABF1C4}" type="presOf" srcId="{D6B0712D-A0AD-4B47-8799-3F4C40652B23}" destId="{92FC573B-5E78-4426-89AF-4100303786D9}" srcOrd="0" destOrd="0" presId="urn:microsoft.com/office/officeart/2005/8/layout/hierarchy4"/>
    <dgm:cxn modelId="{DC046522-64ED-4A53-8570-F3BA56FCCD5E}" srcId="{4F739FC8-85F4-4865-8ADA-0F327F30124E}" destId="{9A6A2046-65D7-4DA4-AFE7-BA813EEFE166}" srcOrd="2" destOrd="0" parTransId="{5B62CB97-8C5C-49C2-84D5-32BB2E837741}" sibTransId="{8AD1E85E-9BC6-49BE-BF14-3D962934A349}"/>
    <dgm:cxn modelId="{C50CE12B-CD0F-4C54-AEF2-2E49949EA7B1}" type="presOf" srcId="{D9399FE9-35C7-43C3-92A0-11520830D93C}" destId="{DC5E1A86-2FA4-4DFC-86C6-AF46F48F68AB}" srcOrd="0" destOrd="0" presId="urn:microsoft.com/office/officeart/2005/8/layout/hierarchy4"/>
    <dgm:cxn modelId="{56423933-83DF-4058-AD97-EB3228974899}" srcId="{4F739FC8-85F4-4865-8ADA-0F327F30124E}" destId="{D9399FE9-35C7-43C3-92A0-11520830D93C}" srcOrd="3" destOrd="0" parTransId="{92623C33-5448-4AF3-B026-8FC1C5D580FD}" sibTransId="{F20F6861-9F90-4374-9A47-7B37D2B8F338}"/>
    <dgm:cxn modelId="{E27B3B34-FEFB-4C05-AE27-7BCBB72964AB}" srcId="{D6B0712D-A0AD-4B47-8799-3F4C40652B23}" destId="{C320178E-E083-4C80-8B83-E596D5AFACF5}" srcOrd="0" destOrd="0" parTransId="{34EEA894-3D9C-4A70-ACCA-7C75E3E5D10F}" sibTransId="{6C7C8D0B-0DC5-4EBA-B403-D791C9E58D31}"/>
    <dgm:cxn modelId="{106DD76A-6F79-4EB5-8EFB-09BF3AF0D525}" srcId="{B4E9238B-B94E-4BAF-AA69-7FED797ED0F9}" destId="{D6B0712D-A0AD-4B47-8799-3F4C40652B23}" srcOrd="0" destOrd="0" parTransId="{CB8438CE-1990-4FC8-B7BE-C4B43480E193}" sibTransId="{D8DC6414-E605-431E-9E74-D8DC5B1B8511}"/>
    <dgm:cxn modelId="{679A774B-2FD1-40EC-A131-F7632D39D0E3}" srcId="{4F739FC8-85F4-4865-8ADA-0F327F30124E}" destId="{030C458B-3110-423A-B470-2A9C397BCDE5}" srcOrd="1" destOrd="0" parTransId="{0AF4DF51-03B8-46FB-977A-29CC20B52DB0}" sibTransId="{43EB7891-4297-49F5-BAEE-50F6CF85D7B1}"/>
    <dgm:cxn modelId="{F0C2016E-9FD8-4054-9F86-C0D8B0EA663E}" type="presOf" srcId="{B4E9238B-B94E-4BAF-AA69-7FED797ED0F9}" destId="{4A43F67F-CAA1-4DCF-89A2-A6F0B2740397}" srcOrd="0" destOrd="0" presId="urn:microsoft.com/office/officeart/2005/8/layout/hierarchy4"/>
    <dgm:cxn modelId="{1B160B51-3804-4B02-A1DE-BDB70986563A}" type="presOf" srcId="{C320178E-E083-4C80-8B83-E596D5AFACF5}" destId="{0CBC8EB2-B72C-4D1D-BC4D-02D8F2106120}" srcOrd="0" destOrd="0" presId="urn:microsoft.com/office/officeart/2005/8/layout/hierarchy4"/>
    <dgm:cxn modelId="{4D50D696-46F5-49D7-9DBA-557B20C4826E}" type="presOf" srcId="{9A6A2046-65D7-4DA4-AFE7-BA813EEFE166}" destId="{06AD3A67-C65B-4757-AABA-2706092B63E9}" srcOrd="0" destOrd="0" presId="urn:microsoft.com/office/officeart/2005/8/layout/hierarchy4"/>
    <dgm:cxn modelId="{C7D6119F-FA0A-482C-8B90-D194F5345EF9}" srcId="{C320178E-E083-4C80-8B83-E596D5AFACF5}" destId="{4F739FC8-85F4-4865-8ADA-0F327F30124E}" srcOrd="0" destOrd="0" parTransId="{82D31313-8169-4048-99DA-D0B389EF3773}" sibTransId="{1757B82F-EEB9-4181-967B-752A1C66B710}"/>
    <dgm:cxn modelId="{2560B9C7-0DE5-41BD-AAD8-F0AD63C8ABE5}" type="presOf" srcId="{4F739FC8-85F4-4865-8ADA-0F327F30124E}" destId="{9121DA04-C76D-461E-923C-6D90E51A3096}" srcOrd="0" destOrd="0" presId="urn:microsoft.com/office/officeart/2005/8/layout/hierarchy4"/>
    <dgm:cxn modelId="{D0C617E8-D2EA-46BA-9BB9-12F0D98BF944}" srcId="{4F739FC8-85F4-4865-8ADA-0F327F30124E}" destId="{8B25A813-E02F-43BE-8E34-260524EEEB93}" srcOrd="0" destOrd="0" parTransId="{1130B00E-2DA9-4802-8451-908A9157AD34}" sibTransId="{1DD391FC-D5EA-472A-8B84-AFDA6FED37EB}"/>
    <dgm:cxn modelId="{1AC8F7EE-143D-4D15-A499-AE38CFB18575}" type="presOf" srcId="{030C458B-3110-423A-B470-2A9C397BCDE5}" destId="{B32848D0-2445-4878-A160-39AF1F1995B1}" srcOrd="0" destOrd="0" presId="urn:microsoft.com/office/officeart/2005/8/layout/hierarchy4"/>
    <dgm:cxn modelId="{97DC1CF1-A5A3-452D-B5F6-0A94760199EB}" type="presOf" srcId="{8B25A813-E02F-43BE-8E34-260524EEEB93}" destId="{C5CC51FD-B506-4039-896B-130B75677D4D}" srcOrd="0" destOrd="0" presId="urn:microsoft.com/office/officeart/2005/8/layout/hierarchy4"/>
    <dgm:cxn modelId="{AA9F3B2B-4A67-49ED-A471-24AD9735C57D}" type="presParOf" srcId="{4A43F67F-CAA1-4DCF-89A2-A6F0B2740397}" destId="{AD0E4B5E-C5C8-4641-A65B-73BD6F4D1B93}" srcOrd="0" destOrd="0" presId="urn:microsoft.com/office/officeart/2005/8/layout/hierarchy4"/>
    <dgm:cxn modelId="{75751559-857F-4CCC-B483-804FF81AC3CA}" type="presParOf" srcId="{AD0E4B5E-C5C8-4641-A65B-73BD6F4D1B93}" destId="{92FC573B-5E78-4426-89AF-4100303786D9}" srcOrd="0" destOrd="0" presId="urn:microsoft.com/office/officeart/2005/8/layout/hierarchy4"/>
    <dgm:cxn modelId="{B207E198-526D-40C5-A2EB-DFD41CD47A39}" type="presParOf" srcId="{AD0E4B5E-C5C8-4641-A65B-73BD6F4D1B93}" destId="{624E3044-97E3-4777-9A02-3D34D1E86644}" srcOrd="1" destOrd="0" presId="urn:microsoft.com/office/officeart/2005/8/layout/hierarchy4"/>
    <dgm:cxn modelId="{FFF5A751-0FC1-4545-B1E6-0DBBFD3245C6}" type="presParOf" srcId="{AD0E4B5E-C5C8-4641-A65B-73BD6F4D1B93}" destId="{462E28CE-CAF4-46BA-B8FB-257726CFE1E8}" srcOrd="2" destOrd="0" presId="urn:microsoft.com/office/officeart/2005/8/layout/hierarchy4"/>
    <dgm:cxn modelId="{369B0FE6-E49A-4DC7-AC4B-7E7C1AB018F2}" type="presParOf" srcId="{462E28CE-CAF4-46BA-B8FB-257726CFE1E8}" destId="{CBFBEBBA-E375-47CD-80BF-640678AF9977}" srcOrd="0" destOrd="0" presId="urn:microsoft.com/office/officeart/2005/8/layout/hierarchy4"/>
    <dgm:cxn modelId="{AD19F577-C5DB-45E3-BDC1-88981CDDBBDD}" type="presParOf" srcId="{CBFBEBBA-E375-47CD-80BF-640678AF9977}" destId="{0CBC8EB2-B72C-4D1D-BC4D-02D8F2106120}" srcOrd="0" destOrd="0" presId="urn:microsoft.com/office/officeart/2005/8/layout/hierarchy4"/>
    <dgm:cxn modelId="{E0904DF1-1FB2-474A-AF6C-AC0D063EA9EC}" type="presParOf" srcId="{CBFBEBBA-E375-47CD-80BF-640678AF9977}" destId="{F4A078F3-49FE-4245-ACF7-A6377DEE0CA5}" srcOrd="1" destOrd="0" presId="urn:microsoft.com/office/officeart/2005/8/layout/hierarchy4"/>
    <dgm:cxn modelId="{CFF113F7-A4D8-4A8A-86D5-5EF61372C1D6}" type="presParOf" srcId="{CBFBEBBA-E375-47CD-80BF-640678AF9977}" destId="{C9B4C679-13C5-4785-B54F-AD8E2C4218DE}" srcOrd="2" destOrd="0" presId="urn:microsoft.com/office/officeart/2005/8/layout/hierarchy4"/>
    <dgm:cxn modelId="{DCE19ED6-796A-4797-AFBC-05B97B62C6CA}" type="presParOf" srcId="{C9B4C679-13C5-4785-B54F-AD8E2C4218DE}" destId="{C74D10F9-77B4-407A-8D45-10B1884805C3}" srcOrd="0" destOrd="0" presId="urn:microsoft.com/office/officeart/2005/8/layout/hierarchy4"/>
    <dgm:cxn modelId="{142CDCF9-C7D0-42F6-9799-E245E33F7169}" type="presParOf" srcId="{C74D10F9-77B4-407A-8D45-10B1884805C3}" destId="{9121DA04-C76D-461E-923C-6D90E51A3096}" srcOrd="0" destOrd="0" presId="urn:microsoft.com/office/officeart/2005/8/layout/hierarchy4"/>
    <dgm:cxn modelId="{4499E94F-65D1-4865-85C7-8FBC038E32A4}" type="presParOf" srcId="{C74D10F9-77B4-407A-8D45-10B1884805C3}" destId="{3BE56D70-8CC6-4668-AE42-E61690071266}" srcOrd="1" destOrd="0" presId="urn:microsoft.com/office/officeart/2005/8/layout/hierarchy4"/>
    <dgm:cxn modelId="{5AED87AE-030B-4199-A769-1FF27DA8E6AF}" type="presParOf" srcId="{C74D10F9-77B4-407A-8D45-10B1884805C3}" destId="{48E5CD18-0094-49E8-BF62-C10FA242E8BA}" srcOrd="2" destOrd="0" presId="urn:microsoft.com/office/officeart/2005/8/layout/hierarchy4"/>
    <dgm:cxn modelId="{ADA4D747-8ADE-4E7F-9C5F-5388B877B5A2}" type="presParOf" srcId="{48E5CD18-0094-49E8-BF62-C10FA242E8BA}" destId="{89746405-E722-407D-B880-E59FDFB9356E}" srcOrd="0" destOrd="0" presId="urn:microsoft.com/office/officeart/2005/8/layout/hierarchy4"/>
    <dgm:cxn modelId="{41C4BB3C-EE28-4AF0-92D4-DB7022CB88BA}" type="presParOf" srcId="{89746405-E722-407D-B880-E59FDFB9356E}" destId="{C5CC51FD-B506-4039-896B-130B75677D4D}" srcOrd="0" destOrd="0" presId="urn:microsoft.com/office/officeart/2005/8/layout/hierarchy4"/>
    <dgm:cxn modelId="{A0F17EE0-A2CE-4CC5-BC08-7D01A55154E9}" type="presParOf" srcId="{89746405-E722-407D-B880-E59FDFB9356E}" destId="{718B76FF-9EA5-4164-9051-A4C679156973}" srcOrd="1" destOrd="0" presId="urn:microsoft.com/office/officeart/2005/8/layout/hierarchy4"/>
    <dgm:cxn modelId="{B48289DE-55E3-4883-86E6-C409BF14BEE2}" type="presParOf" srcId="{48E5CD18-0094-49E8-BF62-C10FA242E8BA}" destId="{A95EB56D-C3A3-4A7B-A37B-8F840DB96309}" srcOrd="1" destOrd="0" presId="urn:microsoft.com/office/officeart/2005/8/layout/hierarchy4"/>
    <dgm:cxn modelId="{FBDBA4A8-E2B6-415A-A4D2-526F90A93A06}" type="presParOf" srcId="{48E5CD18-0094-49E8-BF62-C10FA242E8BA}" destId="{C5621200-B811-4CE4-970B-1BC9F4CDDB22}" srcOrd="2" destOrd="0" presId="urn:microsoft.com/office/officeart/2005/8/layout/hierarchy4"/>
    <dgm:cxn modelId="{242DF475-D912-4621-B80C-33CD7B389BDD}" type="presParOf" srcId="{C5621200-B811-4CE4-970B-1BC9F4CDDB22}" destId="{B32848D0-2445-4878-A160-39AF1F1995B1}" srcOrd="0" destOrd="0" presId="urn:microsoft.com/office/officeart/2005/8/layout/hierarchy4"/>
    <dgm:cxn modelId="{89733FE1-9881-485C-9D84-24D8D575675D}" type="presParOf" srcId="{C5621200-B811-4CE4-970B-1BC9F4CDDB22}" destId="{49AF830A-4B74-44C1-869F-242AC1C0759D}" srcOrd="1" destOrd="0" presId="urn:microsoft.com/office/officeart/2005/8/layout/hierarchy4"/>
    <dgm:cxn modelId="{7503FDE8-8213-4362-A5ED-D882FCAA7B69}" type="presParOf" srcId="{48E5CD18-0094-49E8-BF62-C10FA242E8BA}" destId="{49084270-0E71-4366-BCBE-4AD014894B1F}" srcOrd="3" destOrd="0" presId="urn:microsoft.com/office/officeart/2005/8/layout/hierarchy4"/>
    <dgm:cxn modelId="{B3E96EC2-21E9-446D-9B6C-112ADA8F1908}" type="presParOf" srcId="{48E5CD18-0094-49E8-BF62-C10FA242E8BA}" destId="{A23544B9-7A72-45F5-A4F5-66FCEF73C320}" srcOrd="4" destOrd="0" presId="urn:microsoft.com/office/officeart/2005/8/layout/hierarchy4"/>
    <dgm:cxn modelId="{38EAAB26-9953-4035-A0DA-534FC0BBC65C}" type="presParOf" srcId="{A23544B9-7A72-45F5-A4F5-66FCEF73C320}" destId="{06AD3A67-C65B-4757-AABA-2706092B63E9}" srcOrd="0" destOrd="0" presId="urn:microsoft.com/office/officeart/2005/8/layout/hierarchy4"/>
    <dgm:cxn modelId="{09C7EC85-AB50-4AE5-9BF0-7028BAEEC0C3}" type="presParOf" srcId="{A23544B9-7A72-45F5-A4F5-66FCEF73C320}" destId="{7BF046AD-46E0-49BF-BC5E-605766B66D08}" srcOrd="1" destOrd="0" presId="urn:microsoft.com/office/officeart/2005/8/layout/hierarchy4"/>
    <dgm:cxn modelId="{AAA35A68-6708-4A21-A05C-519531852361}" type="presParOf" srcId="{48E5CD18-0094-49E8-BF62-C10FA242E8BA}" destId="{CC2924E1-3187-4A3A-9A58-EDEE3E15C3E7}" srcOrd="5" destOrd="0" presId="urn:microsoft.com/office/officeart/2005/8/layout/hierarchy4"/>
    <dgm:cxn modelId="{BA32E166-0221-4E2F-B47B-35306BA9158E}" type="presParOf" srcId="{48E5CD18-0094-49E8-BF62-C10FA242E8BA}" destId="{645268EA-EF6A-4F56-8E1B-180558EB4FD2}" srcOrd="6" destOrd="0" presId="urn:microsoft.com/office/officeart/2005/8/layout/hierarchy4"/>
    <dgm:cxn modelId="{3AB64728-D916-4012-85EE-79A3AAA1C395}" type="presParOf" srcId="{645268EA-EF6A-4F56-8E1B-180558EB4FD2}" destId="{DC5E1A86-2FA4-4DFC-86C6-AF46F48F68AB}" srcOrd="0" destOrd="0" presId="urn:microsoft.com/office/officeart/2005/8/layout/hierarchy4"/>
    <dgm:cxn modelId="{C16A37B1-7CDF-4907-B0E8-8D46CEBB80B5}" type="presParOf" srcId="{645268EA-EF6A-4F56-8E1B-180558EB4FD2}" destId="{DE2C335F-6C07-41A3-855C-7AFAA82AA99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4E9238B-B94E-4BAF-AA69-7FED797ED0F9}" type="doc">
      <dgm:prSet loTypeId="urn:microsoft.com/office/officeart/2005/8/layout/hierarchy4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B25A813-E02F-43BE-8E34-260524EEEB93}">
      <dgm:prSet phldrT="[Text]"/>
      <dgm:spPr/>
      <dgm:t>
        <a:bodyPr/>
        <a:lstStyle/>
        <a:p>
          <a:r>
            <a:rPr lang="en-GB" dirty="0"/>
            <a:t>Query Classification</a:t>
          </a:r>
          <a:endParaRPr lang="en-US" dirty="0"/>
        </a:p>
      </dgm:t>
    </dgm:pt>
    <dgm:pt modelId="{1130B00E-2DA9-4802-8451-908A9157AD34}" type="parTrans" cxnId="{D0C617E8-D2EA-46BA-9BB9-12F0D98BF944}">
      <dgm:prSet/>
      <dgm:spPr/>
      <dgm:t>
        <a:bodyPr/>
        <a:lstStyle/>
        <a:p>
          <a:endParaRPr lang="en-US"/>
        </a:p>
      </dgm:t>
    </dgm:pt>
    <dgm:pt modelId="{1DD391FC-D5EA-472A-8B84-AFDA6FED37EB}" type="sibTrans" cxnId="{D0C617E8-D2EA-46BA-9BB9-12F0D98BF944}">
      <dgm:prSet/>
      <dgm:spPr/>
      <dgm:t>
        <a:bodyPr/>
        <a:lstStyle/>
        <a:p>
          <a:endParaRPr lang="en-US"/>
        </a:p>
      </dgm:t>
    </dgm:pt>
    <dgm:pt modelId="{030C458B-3110-423A-B470-2A9C397BCDE5}">
      <dgm:prSet phldrT="[Text]"/>
      <dgm:spPr/>
      <dgm:t>
        <a:bodyPr/>
        <a:lstStyle/>
        <a:p>
          <a:r>
            <a:rPr lang="en-GB" dirty="0"/>
            <a:t>Document Ranking</a:t>
          </a:r>
          <a:endParaRPr lang="en-US" dirty="0"/>
        </a:p>
      </dgm:t>
    </dgm:pt>
    <dgm:pt modelId="{0AF4DF51-03B8-46FB-977A-29CC20B52DB0}" type="parTrans" cxnId="{679A774B-2FD1-40EC-A131-F7632D39D0E3}">
      <dgm:prSet/>
      <dgm:spPr/>
      <dgm:t>
        <a:bodyPr/>
        <a:lstStyle/>
        <a:p>
          <a:endParaRPr lang="en-US"/>
        </a:p>
      </dgm:t>
    </dgm:pt>
    <dgm:pt modelId="{43EB7891-4297-49F5-BAEE-50F6CF85D7B1}" type="sibTrans" cxnId="{679A774B-2FD1-40EC-A131-F7632D39D0E3}">
      <dgm:prSet/>
      <dgm:spPr/>
      <dgm:t>
        <a:bodyPr/>
        <a:lstStyle/>
        <a:p>
          <a:endParaRPr lang="en-US"/>
        </a:p>
      </dgm:t>
    </dgm:pt>
    <dgm:pt modelId="{C320178E-E083-4C80-8B83-E596D5AFACF5}">
      <dgm:prSet phldrT="[Text]"/>
      <dgm:spPr/>
      <dgm:t>
        <a:bodyPr/>
        <a:lstStyle/>
        <a:p>
          <a:r>
            <a:rPr lang="en-GB" dirty="0"/>
            <a:t>Word Hash Layer</a:t>
          </a:r>
          <a:endParaRPr lang="en-US" dirty="0"/>
        </a:p>
      </dgm:t>
    </dgm:pt>
    <dgm:pt modelId="{34EEA894-3D9C-4A70-ACCA-7C75E3E5D10F}" type="parTrans" cxnId="{E27B3B34-FEFB-4C05-AE27-7BCBB72964AB}">
      <dgm:prSet/>
      <dgm:spPr/>
      <dgm:t>
        <a:bodyPr/>
        <a:lstStyle/>
        <a:p>
          <a:endParaRPr lang="en-US"/>
        </a:p>
      </dgm:t>
    </dgm:pt>
    <dgm:pt modelId="{6C7C8D0B-0DC5-4EBA-B403-D791C9E58D31}" type="sibTrans" cxnId="{E27B3B34-FEFB-4C05-AE27-7BCBB72964AB}">
      <dgm:prSet/>
      <dgm:spPr/>
      <dgm:t>
        <a:bodyPr/>
        <a:lstStyle/>
        <a:p>
          <a:endParaRPr lang="en-US"/>
        </a:p>
      </dgm:t>
    </dgm:pt>
    <dgm:pt modelId="{D6B0712D-A0AD-4B47-8799-3F4C40652B23}">
      <dgm:prSet phldrT="[Text]"/>
      <dgm:spPr/>
      <dgm:t>
        <a:bodyPr/>
        <a:lstStyle/>
        <a:p>
          <a:r>
            <a:rPr lang="en-GB" dirty="0"/>
            <a:t>Input</a:t>
          </a:r>
          <a:endParaRPr lang="en-US" dirty="0"/>
        </a:p>
      </dgm:t>
    </dgm:pt>
    <dgm:pt modelId="{CB8438CE-1990-4FC8-B7BE-C4B43480E193}" type="parTrans" cxnId="{106DD76A-6F79-4EB5-8EFB-09BF3AF0D525}">
      <dgm:prSet/>
      <dgm:spPr/>
      <dgm:t>
        <a:bodyPr/>
        <a:lstStyle/>
        <a:p>
          <a:endParaRPr lang="en-US"/>
        </a:p>
      </dgm:t>
    </dgm:pt>
    <dgm:pt modelId="{D8DC6414-E605-431E-9E74-D8DC5B1B8511}" type="sibTrans" cxnId="{106DD76A-6F79-4EB5-8EFB-09BF3AF0D525}">
      <dgm:prSet/>
      <dgm:spPr/>
      <dgm:t>
        <a:bodyPr/>
        <a:lstStyle/>
        <a:p>
          <a:endParaRPr lang="en-US"/>
        </a:p>
      </dgm:t>
    </dgm:pt>
    <dgm:pt modelId="{4F739FC8-85F4-4865-8ADA-0F327F30124E}">
      <dgm:prSet phldrT="[Text]"/>
      <dgm:spPr/>
      <dgm:t>
        <a:bodyPr/>
        <a:lstStyle/>
        <a:p>
          <a:r>
            <a:rPr lang="en-GB" dirty="0"/>
            <a:t>Semantic Representation Layer</a:t>
          </a:r>
          <a:endParaRPr lang="en-US" dirty="0"/>
        </a:p>
      </dgm:t>
    </dgm:pt>
    <dgm:pt modelId="{82D31313-8169-4048-99DA-D0B389EF3773}" type="parTrans" cxnId="{C7D6119F-FA0A-482C-8B90-D194F5345EF9}">
      <dgm:prSet/>
      <dgm:spPr/>
      <dgm:t>
        <a:bodyPr/>
        <a:lstStyle/>
        <a:p>
          <a:endParaRPr lang="en-US"/>
        </a:p>
      </dgm:t>
    </dgm:pt>
    <dgm:pt modelId="{1757B82F-EEB9-4181-967B-752A1C66B710}" type="sibTrans" cxnId="{C7D6119F-FA0A-482C-8B90-D194F5345EF9}">
      <dgm:prSet/>
      <dgm:spPr/>
      <dgm:t>
        <a:bodyPr/>
        <a:lstStyle/>
        <a:p>
          <a:endParaRPr lang="en-US"/>
        </a:p>
      </dgm:t>
    </dgm:pt>
    <dgm:pt modelId="{4A43F67F-CAA1-4DCF-89A2-A6F0B2740397}" type="pres">
      <dgm:prSet presAssocID="{B4E9238B-B94E-4BAF-AA69-7FED797ED0F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0E4B5E-C5C8-4641-A65B-73BD6F4D1B93}" type="pres">
      <dgm:prSet presAssocID="{D6B0712D-A0AD-4B47-8799-3F4C40652B23}" presName="vertOne" presStyleCnt="0"/>
      <dgm:spPr/>
    </dgm:pt>
    <dgm:pt modelId="{92FC573B-5E78-4426-89AF-4100303786D9}" type="pres">
      <dgm:prSet presAssocID="{D6B0712D-A0AD-4B47-8799-3F4C40652B23}" presName="txOne" presStyleLbl="node0" presStyleIdx="0" presStyleCnt="1" custLinFactNeighborX="-250" custLinFactNeighborY="-629">
        <dgm:presLayoutVars>
          <dgm:chPref val="3"/>
        </dgm:presLayoutVars>
      </dgm:prSet>
      <dgm:spPr/>
    </dgm:pt>
    <dgm:pt modelId="{624E3044-97E3-4777-9A02-3D34D1E86644}" type="pres">
      <dgm:prSet presAssocID="{D6B0712D-A0AD-4B47-8799-3F4C40652B23}" presName="parTransOne" presStyleCnt="0"/>
      <dgm:spPr/>
    </dgm:pt>
    <dgm:pt modelId="{462E28CE-CAF4-46BA-B8FB-257726CFE1E8}" type="pres">
      <dgm:prSet presAssocID="{D6B0712D-A0AD-4B47-8799-3F4C40652B23}" presName="horzOne" presStyleCnt="0"/>
      <dgm:spPr/>
    </dgm:pt>
    <dgm:pt modelId="{CBFBEBBA-E375-47CD-80BF-640678AF9977}" type="pres">
      <dgm:prSet presAssocID="{C320178E-E083-4C80-8B83-E596D5AFACF5}" presName="vertTwo" presStyleCnt="0"/>
      <dgm:spPr/>
    </dgm:pt>
    <dgm:pt modelId="{0CBC8EB2-B72C-4D1D-BC4D-02D8F2106120}" type="pres">
      <dgm:prSet presAssocID="{C320178E-E083-4C80-8B83-E596D5AFACF5}" presName="txTwo" presStyleLbl="node2" presStyleIdx="0" presStyleCnt="1">
        <dgm:presLayoutVars>
          <dgm:chPref val="3"/>
        </dgm:presLayoutVars>
      </dgm:prSet>
      <dgm:spPr/>
    </dgm:pt>
    <dgm:pt modelId="{F4A078F3-49FE-4245-ACF7-A6377DEE0CA5}" type="pres">
      <dgm:prSet presAssocID="{C320178E-E083-4C80-8B83-E596D5AFACF5}" presName="parTransTwo" presStyleCnt="0"/>
      <dgm:spPr/>
    </dgm:pt>
    <dgm:pt modelId="{C9B4C679-13C5-4785-B54F-AD8E2C4218DE}" type="pres">
      <dgm:prSet presAssocID="{C320178E-E083-4C80-8B83-E596D5AFACF5}" presName="horzTwo" presStyleCnt="0"/>
      <dgm:spPr/>
    </dgm:pt>
    <dgm:pt modelId="{C74D10F9-77B4-407A-8D45-10B1884805C3}" type="pres">
      <dgm:prSet presAssocID="{4F739FC8-85F4-4865-8ADA-0F327F30124E}" presName="vertThree" presStyleCnt="0"/>
      <dgm:spPr/>
    </dgm:pt>
    <dgm:pt modelId="{9121DA04-C76D-461E-923C-6D90E51A3096}" type="pres">
      <dgm:prSet presAssocID="{4F739FC8-85F4-4865-8ADA-0F327F30124E}" presName="txThree" presStyleLbl="node3" presStyleIdx="0" presStyleCnt="1">
        <dgm:presLayoutVars>
          <dgm:chPref val="3"/>
        </dgm:presLayoutVars>
      </dgm:prSet>
      <dgm:spPr/>
    </dgm:pt>
    <dgm:pt modelId="{3BE56D70-8CC6-4668-AE42-E61690071266}" type="pres">
      <dgm:prSet presAssocID="{4F739FC8-85F4-4865-8ADA-0F327F30124E}" presName="parTransThree" presStyleCnt="0"/>
      <dgm:spPr/>
    </dgm:pt>
    <dgm:pt modelId="{48E5CD18-0094-49E8-BF62-C10FA242E8BA}" type="pres">
      <dgm:prSet presAssocID="{4F739FC8-85F4-4865-8ADA-0F327F30124E}" presName="horzThree" presStyleCnt="0"/>
      <dgm:spPr/>
    </dgm:pt>
    <dgm:pt modelId="{89746405-E722-407D-B880-E59FDFB9356E}" type="pres">
      <dgm:prSet presAssocID="{8B25A813-E02F-43BE-8E34-260524EEEB93}" presName="vertFour" presStyleCnt="0">
        <dgm:presLayoutVars>
          <dgm:chPref val="3"/>
        </dgm:presLayoutVars>
      </dgm:prSet>
      <dgm:spPr/>
    </dgm:pt>
    <dgm:pt modelId="{C5CC51FD-B506-4039-896B-130B75677D4D}" type="pres">
      <dgm:prSet presAssocID="{8B25A813-E02F-43BE-8E34-260524EEEB93}" presName="txFour" presStyleLbl="node4" presStyleIdx="0" presStyleCnt="2">
        <dgm:presLayoutVars>
          <dgm:chPref val="3"/>
        </dgm:presLayoutVars>
      </dgm:prSet>
      <dgm:spPr/>
    </dgm:pt>
    <dgm:pt modelId="{718B76FF-9EA5-4164-9051-A4C679156973}" type="pres">
      <dgm:prSet presAssocID="{8B25A813-E02F-43BE-8E34-260524EEEB93}" presName="horzFour" presStyleCnt="0"/>
      <dgm:spPr/>
    </dgm:pt>
    <dgm:pt modelId="{A95EB56D-C3A3-4A7B-A37B-8F840DB96309}" type="pres">
      <dgm:prSet presAssocID="{1DD391FC-D5EA-472A-8B84-AFDA6FED37EB}" presName="sibSpaceFour" presStyleCnt="0"/>
      <dgm:spPr/>
    </dgm:pt>
    <dgm:pt modelId="{C5621200-B811-4CE4-970B-1BC9F4CDDB22}" type="pres">
      <dgm:prSet presAssocID="{030C458B-3110-423A-B470-2A9C397BCDE5}" presName="vertFour" presStyleCnt="0">
        <dgm:presLayoutVars>
          <dgm:chPref val="3"/>
        </dgm:presLayoutVars>
      </dgm:prSet>
      <dgm:spPr/>
    </dgm:pt>
    <dgm:pt modelId="{B32848D0-2445-4878-A160-39AF1F1995B1}" type="pres">
      <dgm:prSet presAssocID="{030C458B-3110-423A-B470-2A9C397BCDE5}" presName="txFour" presStyleLbl="node4" presStyleIdx="1" presStyleCnt="2">
        <dgm:presLayoutVars>
          <dgm:chPref val="3"/>
        </dgm:presLayoutVars>
      </dgm:prSet>
      <dgm:spPr/>
    </dgm:pt>
    <dgm:pt modelId="{49AF830A-4B74-44C1-869F-242AC1C0759D}" type="pres">
      <dgm:prSet presAssocID="{030C458B-3110-423A-B470-2A9C397BCDE5}" presName="horzFour" presStyleCnt="0"/>
      <dgm:spPr/>
    </dgm:pt>
  </dgm:ptLst>
  <dgm:cxnLst>
    <dgm:cxn modelId="{753D7911-2CC7-4DE9-91A1-A09F31ABF1C4}" type="presOf" srcId="{D6B0712D-A0AD-4B47-8799-3F4C40652B23}" destId="{92FC573B-5E78-4426-89AF-4100303786D9}" srcOrd="0" destOrd="0" presId="urn:microsoft.com/office/officeart/2005/8/layout/hierarchy4"/>
    <dgm:cxn modelId="{E27B3B34-FEFB-4C05-AE27-7BCBB72964AB}" srcId="{D6B0712D-A0AD-4B47-8799-3F4C40652B23}" destId="{C320178E-E083-4C80-8B83-E596D5AFACF5}" srcOrd="0" destOrd="0" parTransId="{34EEA894-3D9C-4A70-ACCA-7C75E3E5D10F}" sibTransId="{6C7C8D0B-0DC5-4EBA-B403-D791C9E58D31}"/>
    <dgm:cxn modelId="{106DD76A-6F79-4EB5-8EFB-09BF3AF0D525}" srcId="{B4E9238B-B94E-4BAF-AA69-7FED797ED0F9}" destId="{D6B0712D-A0AD-4B47-8799-3F4C40652B23}" srcOrd="0" destOrd="0" parTransId="{CB8438CE-1990-4FC8-B7BE-C4B43480E193}" sibTransId="{D8DC6414-E605-431E-9E74-D8DC5B1B8511}"/>
    <dgm:cxn modelId="{679A774B-2FD1-40EC-A131-F7632D39D0E3}" srcId="{4F739FC8-85F4-4865-8ADA-0F327F30124E}" destId="{030C458B-3110-423A-B470-2A9C397BCDE5}" srcOrd="1" destOrd="0" parTransId="{0AF4DF51-03B8-46FB-977A-29CC20B52DB0}" sibTransId="{43EB7891-4297-49F5-BAEE-50F6CF85D7B1}"/>
    <dgm:cxn modelId="{F0C2016E-9FD8-4054-9F86-C0D8B0EA663E}" type="presOf" srcId="{B4E9238B-B94E-4BAF-AA69-7FED797ED0F9}" destId="{4A43F67F-CAA1-4DCF-89A2-A6F0B2740397}" srcOrd="0" destOrd="0" presId="urn:microsoft.com/office/officeart/2005/8/layout/hierarchy4"/>
    <dgm:cxn modelId="{1B160B51-3804-4B02-A1DE-BDB70986563A}" type="presOf" srcId="{C320178E-E083-4C80-8B83-E596D5AFACF5}" destId="{0CBC8EB2-B72C-4D1D-BC4D-02D8F2106120}" srcOrd="0" destOrd="0" presId="urn:microsoft.com/office/officeart/2005/8/layout/hierarchy4"/>
    <dgm:cxn modelId="{C7D6119F-FA0A-482C-8B90-D194F5345EF9}" srcId="{C320178E-E083-4C80-8B83-E596D5AFACF5}" destId="{4F739FC8-85F4-4865-8ADA-0F327F30124E}" srcOrd="0" destOrd="0" parTransId="{82D31313-8169-4048-99DA-D0B389EF3773}" sibTransId="{1757B82F-EEB9-4181-967B-752A1C66B710}"/>
    <dgm:cxn modelId="{2560B9C7-0DE5-41BD-AAD8-F0AD63C8ABE5}" type="presOf" srcId="{4F739FC8-85F4-4865-8ADA-0F327F30124E}" destId="{9121DA04-C76D-461E-923C-6D90E51A3096}" srcOrd="0" destOrd="0" presId="urn:microsoft.com/office/officeart/2005/8/layout/hierarchy4"/>
    <dgm:cxn modelId="{D0C617E8-D2EA-46BA-9BB9-12F0D98BF944}" srcId="{4F739FC8-85F4-4865-8ADA-0F327F30124E}" destId="{8B25A813-E02F-43BE-8E34-260524EEEB93}" srcOrd="0" destOrd="0" parTransId="{1130B00E-2DA9-4802-8451-908A9157AD34}" sibTransId="{1DD391FC-D5EA-472A-8B84-AFDA6FED37EB}"/>
    <dgm:cxn modelId="{1AC8F7EE-143D-4D15-A499-AE38CFB18575}" type="presOf" srcId="{030C458B-3110-423A-B470-2A9C397BCDE5}" destId="{B32848D0-2445-4878-A160-39AF1F1995B1}" srcOrd="0" destOrd="0" presId="urn:microsoft.com/office/officeart/2005/8/layout/hierarchy4"/>
    <dgm:cxn modelId="{97DC1CF1-A5A3-452D-B5F6-0A94760199EB}" type="presOf" srcId="{8B25A813-E02F-43BE-8E34-260524EEEB93}" destId="{C5CC51FD-B506-4039-896B-130B75677D4D}" srcOrd="0" destOrd="0" presId="urn:microsoft.com/office/officeart/2005/8/layout/hierarchy4"/>
    <dgm:cxn modelId="{AA9F3B2B-4A67-49ED-A471-24AD9735C57D}" type="presParOf" srcId="{4A43F67F-CAA1-4DCF-89A2-A6F0B2740397}" destId="{AD0E4B5E-C5C8-4641-A65B-73BD6F4D1B93}" srcOrd="0" destOrd="0" presId="urn:microsoft.com/office/officeart/2005/8/layout/hierarchy4"/>
    <dgm:cxn modelId="{75751559-857F-4CCC-B483-804FF81AC3CA}" type="presParOf" srcId="{AD0E4B5E-C5C8-4641-A65B-73BD6F4D1B93}" destId="{92FC573B-5E78-4426-89AF-4100303786D9}" srcOrd="0" destOrd="0" presId="urn:microsoft.com/office/officeart/2005/8/layout/hierarchy4"/>
    <dgm:cxn modelId="{B207E198-526D-40C5-A2EB-DFD41CD47A39}" type="presParOf" srcId="{AD0E4B5E-C5C8-4641-A65B-73BD6F4D1B93}" destId="{624E3044-97E3-4777-9A02-3D34D1E86644}" srcOrd="1" destOrd="0" presId="urn:microsoft.com/office/officeart/2005/8/layout/hierarchy4"/>
    <dgm:cxn modelId="{FFF5A751-0FC1-4545-B1E6-0DBBFD3245C6}" type="presParOf" srcId="{AD0E4B5E-C5C8-4641-A65B-73BD6F4D1B93}" destId="{462E28CE-CAF4-46BA-B8FB-257726CFE1E8}" srcOrd="2" destOrd="0" presId="urn:microsoft.com/office/officeart/2005/8/layout/hierarchy4"/>
    <dgm:cxn modelId="{369B0FE6-E49A-4DC7-AC4B-7E7C1AB018F2}" type="presParOf" srcId="{462E28CE-CAF4-46BA-B8FB-257726CFE1E8}" destId="{CBFBEBBA-E375-47CD-80BF-640678AF9977}" srcOrd="0" destOrd="0" presId="urn:microsoft.com/office/officeart/2005/8/layout/hierarchy4"/>
    <dgm:cxn modelId="{AD19F577-C5DB-45E3-BDC1-88981CDDBBDD}" type="presParOf" srcId="{CBFBEBBA-E375-47CD-80BF-640678AF9977}" destId="{0CBC8EB2-B72C-4D1D-BC4D-02D8F2106120}" srcOrd="0" destOrd="0" presId="urn:microsoft.com/office/officeart/2005/8/layout/hierarchy4"/>
    <dgm:cxn modelId="{E0904DF1-1FB2-474A-AF6C-AC0D063EA9EC}" type="presParOf" srcId="{CBFBEBBA-E375-47CD-80BF-640678AF9977}" destId="{F4A078F3-49FE-4245-ACF7-A6377DEE0CA5}" srcOrd="1" destOrd="0" presId="urn:microsoft.com/office/officeart/2005/8/layout/hierarchy4"/>
    <dgm:cxn modelId="{CFF113F7-A4D8-4A8A-86D5-5EF61372C1D6}" type="presParOf" srcId="{CBFBEBBA-E375-47CD-80BF-640678AF9977}" destId="{C9B4C679-13C5-4785-B54F-AD8E2C4218DE}" srcOrd="2" destOrd="0" presId="urn:microsoft.com/office/officeart/2005/8/layout/hierarchy4"/>
    <dgm:cxn modelId="{DCE19ED6-796A-4797-AFBC-05B97B62C6CA}" type="presParOf" srcId="{C9B4C679-13C5-4785-B54F-AD8E2C4218DE}" destId="{C74D10F9-77B4-407A-8D45-10B1884805C3}" srcOrd="0" destOrd="0" presId="urn:microsoft.com/office/officeart/2005/8/layout/hierarchy4"/>
    <dgm:cxn modelId="{142CDCF9-C7D0-42F6-9799-E245E33F7169}" type="presParOf" srcId="{C74D10F9-77B4-407A-8D45-10B1884805C3}" destId="{9121DA04-C76D-461E-923C-6D90E51A3096}" srcOrd="0" destOrd="0" presId="urn:microsoft.com/office/officeart/2005/8/layout/hierarchy4"/>
    <dgm:cxn modelId="{4499E94F-65D1-4865-85C7-8FBC038E32A4}" type="presParOf" srcId="{C74D10F9-77B4-407A-8D45-10B1884805C3}" destId="{3BE56D70-8CC6-4668-AE42-E61690071266}" srcOrd="1" destOrd="0" presId="urn:microsoft.com/office/officeart/2005/8/layout/hierarchy4"/>
    <dgm:cxn modelId="{5AED87AE-030B-4199-A769-1FF27DA8E6AF}" type="presParOf" srcId="{C74D10F9-77B4-407A-8D45-10B1884805C3}" destId="{48E5CD18-0094-49E8-BF62-C10FA242E8BA}" srcOrd="2" destOrd="0" presId="urn:microsoft.com/office/officeart/2005/8/layout/hierarchy4"/>
    <dgm:cxn modelId="{ADA4D747-8ADE-4E7F-9C5F-5388B877B5A2}" type="presParOf" srcId="{48E5CD18-0094-49E8-BF62-C10FA242E8BA}" destId="{89746405-E722-407D-B880-E59FDFB9356E}" srcOrd="0" destOrd="0" presId="urn:microsoft.com/office/officeart/2005/8/layout/hierarchy4"/>
    <dgm:cxn modelId="{41C4BB3C-EE28-4AF0-92D4-DB7022CB88BA}" type="presParOf" srcId="{89746405-E722-407D-B880-E59FDFB9356E}" destId="{C5CC51FD-B506-4039-896B-130B75677D4D}" srcOrd="0" destOrd="0" presId="urn:microsoft.com/office/officeart/2005/8/layout/hierarchy4"/>
    <dgm:cxn modelId="{A0F17EE0-A2CE-4CC5-BC08-7D01A55154E9}" type="presParOf" srcId="{89746405-E722-407D-B880-E59FDFB9356E}" destId="{718B76FF-9EA5-4164-9051-A4C679156973}" srcOrd="1" destOrd="0" presId="urn:microsoft.com/office/officeart/2005/8/layout/hierarchy4"/>
    <dgm:cxn modelId="{B48289DE-55E3-4883-86E6-C409BF14BEE2}" type="presParOf" srcId="{48E5CD18-0094-49E8-BF62-C10FA242E8BA}" destId="{A95EB56D-C3A3-4A7B-A37B-8F840DB96309}" srcOrd="1" destOrd="0" presId="urn:microsoft.com/office/officeart/2005/8/layout/hierarchy4"/>
    <dgm:cxn modelId="{FBDBA4A8-E2B6-415A-A4D2-526F90A93A06}" type="presParOf" srcId="{48E5CD18-0094-49E8-BF62-C10FA242E8BA}" destId="{C5621200-B811-4CE4-970B-1BC9F4CDDB22}" srcOrd="2" destOrd="0" presId="urn:microsoft.com/office/officeart/2005/8/layout/hierarchy4"/>
    <dgm:cxn modelId="{242DF475-D912-4621-B80C-33CD7B389BDD}" type="presParOf" srcId="{C5621200-B811-4CE4-970B-1BC9F4CDDB22}" destId="{B32848D0-2445-4878-A160-39AF1F1995B1}" srcOrd="0" destOrd="0" presId="urn:microsoft.com/office/officeart/2005/8/layout/hierarchy4"/>
    <dgm:cxn modelId="{89733FE1-9881-485C-9D84-24D8D575675D}" type="presParOf" srcId="{C5621200-B811-4CE4-970B-1BC9F4CDDB22}" destId="{49AF830A-4B74-44C1-869F-242AC1C0759D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4E9238B-B94E-4BAF-AA69-7FED797ED0F9}" type="doc">
      <dgm:prSet loTypeId="urn:microsoft.com/office/officeart/2005/8/layout/hierarchy4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B25A813-E02F-43BE-8E34-260524EEEB93}">
      <dgm:prSet phldrT="[Text]"/>
      <dgm:spPr/>
      <dgm:t>
        <a:bodyPr/>
        <a:lstStyle/>
        <a:p>
          <a:r>
            <a:rPr lang="en-GB" dirty="0"/>
            <a:t>Single Sentence Classification</a:t>
          </a:r>
          <a:endParaRPr lang="en-US" dirty="0"/>
        </a:p>
      </dgm:t>
    </dgm:pt>
    <dgm:pt modelId="{1130B00E-2DA9-4802-8451-908A9157AD34}" type="parTrans" cxnId="{D0C617E8-D2EA-46BA-9BB9-12F0D98BF944}">
      <dgm:prSet/>
      <dgm:spPr/>
      <dgm:t>
        <a:bodyPr/>
        <a:lstStyle/>
        <a:p>
          <a:endParaRPr lang="en-US"/>
        </a:p>
      </dgm:t>
    </dgm:pt>
    <dgm:pt modelId="{1DD391FC-D5EA-472A-8B84-AFDA6FED37EB}" type="sibTrans" cxnId="{D0C617E8-D2EA-46BA-9BB9-12F0D98BF944}">
      <dgm:prSet/>
      <dgm:spPr/>
      <dgm:t>
        <a:bodyPr/>
        <a:lstStyle/>
        <a:p>
          <a:endParaRPr lang="en-US"/>
        </a:p>
      </dgm:t>
    </dgm:pt>
    <dgm:pt modelId="{030C458B-3110-423A-B470-2A9C397BCDE5}">
      <dgm:prSet phldrT="[Text]"/>
      <dgm:spPr/>
      <dgm:t>
        <a:bodyPr/>
        <a:lstStyle/>
        <a:p>
          <a:r>
            <a:rPr lang="en-GB" dirty="0"/>
            <a:t>Pairwise Text Similarity</a:t>
          </a:r>
          <a:endParaRPr lang="en-US" dirty="0"/>
        </a:p>
      </dgm:t>
    </dgm:pt>
    <dgm:pt modelId="{0AF4DF51-03B8-46FB-977A-29CC20B52DB0}" type="parTrans" cxnId="{679A774B-2FD1-40EC-A131-F7632D39D0E3}">
      <dgm:prSet/>
      <dgm:spPr/>
      <dgm:t>
        <a:bodyPr/>
        <a:lstStyle/>
        <a:p>
          <a:endParaRPr lang="en-US"/>
        </a:p>
      </dgm:t>
    </dgm:pt>
    <dgm:pt modelId="{43EB7891-4297-49F5-BAEE-50F6CF85D7B1}" type="sibTrans" cxnId="{679A774B-2FD1-40EC-A131-F7632D39D0E3}">
      <dgm:prSet/>
      <dgm:spPr/>
      <dgm:t>
        <a:bodyPr/>
        <a:lstStyle/>
        <a:p>
          <a:endParaRPr lang="en-US"/>
        </a:p>
      </dgm:t>
    </dgm:pt>
    <dgm:pt modelId="{9A6A2046-65D7-4DA4-AFE7-BA813EEFE166}">
      <dgm:prSet phldrT="[Text]"/>
      <dgm:spPr/>
      <dgm:t>
        <a:bodyPr/>
        <a:lstStyle/>
        <a:p>
          <a:r>
            <a:rPr lang="en-GB" dirty="0"/>
            <a:t>Pairwise Text Classification</a:t>
          </a:r>
          <a:endParaRPr lang="en-US" dirty="0"/>
        </a:p>
      </dgm:t>
    </dgm:pt>
    <dgm:pt modelId="{5B62CB97-8C5C-49C2-84D5-32BB2E837741}" type="parTrans" cxnId="{DC046522-64ED-4A53-8570-F3BA56FCCD5E}">
      <dgm:prSet/>
      <dgm:spPr/>
      <dgm:t>
        <a:bodyPr/>
        <a:lstStyle/>
        <a:p>
          <a:endParaRPr lang="en-US"/>
        </a:p>
      </dgm:t>
    </dgm:pt>
    <dgm:pt modelId="{8AD1E85E-9BC6-49BE-BF14-3D962934A349}" type="sibTrans" cxnId="{DC046522-64ED-4A53-8570-F3BA56FCCD5E}">
      <dgm:prSet/>
      <dgm:spPr/>
      <dgm:t>
        <a:bodyPr/>
        <a:lstStyle/>
        <a:p>
          <a:endParaRPr lang="en-US"/>
        </a:p>
      </dgm:t>
    </dgm:pt>
    <dgm:pt modelId="{D9399FE9-35C7-43C3-92A0-11520830D93C}">
      <dgm:prSet phldrT="[Text]"/>
      <dgm:spPr/>
      <dgm:t>
        <a:bodyPr/>
        <a:lstStyle/>
        <a:p>
          <a:r>
            <a:rPr lang="en-GB" dirty="0"/>
            <a:t>Pairwise Ranking</a:t>
          </a:r>
          <a:endParaRPr lang="en-US" dirty="0"/>
        </a:p>
      </dgm:t>
    </dgm:pt>
    <dgm:pt modelId="{92623C33-5448-4AF3-B026-8FC1C5D580FD}" type="parTrans" cxnId="{56423933-83DF-4058-AD97-EB3228974899}">
      <dgm:prSet/>
      <dgm:spPr/>
      <dgm:t>
        <a:bodyPr/>
        <a:lstStyle/>
        <a:p>
          <a:endParaRPr lang="en-US"/>
        </a:p>
      </dgm:t>
    </dgm:pt>
    <dgm:pt modelId="{F20F6861-9F90-4374-9A47-7B37D2B8F338}" type="sibTrans" cxnId="{56423933-83DF-4058-AD97-EB3228974899}">
      <dgm:prSet/>
      <dgm:spPr/>
      <dgm:t>
        <a:bodyPr/>
        <a:lstStyle/>
        <a:p>
          <a:endParaRPr lang="en-US"/>
        </a:p>
      </dgm:t>
    </dgm:pt>
    <dgm:pt modelId="{C320178E-E083-4C80-8B83-E596D5AFACF5}">
      <dgm:prSet phldrT="[Text]"/>
      <dgm:spPr/>
      <dgm:t>
        <a:bodyPr/>
        <a:lstStyle/>
        <a:p>
          <a:r>
            <a:rPr lang="en-GB" dirty="0"/>
            <a:t>Lexicon Encoder</a:t>
          </a:r>
          <a:endParaRPr lang="en-US" dirty="0"/>
        </a:p>
      </dgm:t>
    </dgm:pt>
    <dgm:pt modelId="{34EEA894-3D9C-4A70-ACCA-7C75E3E5D10F}" type="parTrans" cxnId="{E27B3B34-FEFB-4C05-AE27-7BCBB72964AB}">
      <dgm:prSet/>
      <dgm:spPr/>
      <dgm:t>
        <a:bodyPr/>
        <a:lstStyle/>
        <a:p>
          <a:endParaRPr lang="en-US"/>
        </a:p>
      </dgm:t>
    </dgm:pt>
    <dgm:pt modelId="{6C7C8D0B-0DC5-4EBA-B403-D791C9E58D31}" type="sibTrans" cxnId="{E27B3B34-FEFB-4C05-AE27-7BCBB72964AB}">
      <dgm:prSet/>
      <dgm:spPr/>
      <dgm:t>
        <a:bodyPr/>
        <a:lstStyle/>
        <a:p>
          <a:endParaRPr lang="en-US"/>
        </a:p>
      </dgm:t>
    </dgm:pt>
    <dgm:pt modelId="{D6B0712D-A0AD-4B47-8799-3F4C40652B23}">
      <dgm:prSet phldrT="[Text]"/>
      <dgm:spPr/>
      <dgm:t>
        <a:bodyPr/>
        <a:lstStyle/>
        <a:p>
          <a:r>
            <a:rPr lang="en-GB" dirty="0"/>
            <a:t>Input</a:t>
          </a:r>
          <a:endParaRPr lang="en-US" dirty="0"/>
        </a:p>
      </dgm:t>
    </dgm:pt>
    <dgm:pt modelId="{CB8438CE-1990-4FC8-B7BE-C4B43480E193}" type="parTrans" cxnId="{106DD76A-6F79-4EB5-8EFB-09BF3AF0D525}">
      <dgm:prSet/>
      <dgm:spPr/>
      <dgm:t>
        <a:bodyPr/>
        <a:lstStyle/>
        <a:p>
          <a:endParaRPr lang="en-US"/>
        </a:p>
      </dgm:t>
    </dgm:pt>
    <dgm:pt modelId="{D8DC6414-E605-431E-9E74-D8DC5B1B8511}" type="sibTrans" cxnId="{106DD76A-6F79-4EB5-8EFB-09BF3AF0D525}">
      <dgm:prSet/>
      <dgm:spPr/>
      <dgm:t>
        <a:bodyPr/>
        <a:lstStyle/>
        <a:p>
          <a:endParaRPr lang="en-US"/>
        </a:p>
      </dgm:t>
    </dgm:pt>
    <dgm:pt modelId="{4F739FC8-85F4-4865-8ADA-0F327F30124E}">
      <dgm:prSet phldrT="[Text]"/>
      <dgm:spPr/>
      <dgm:t>
        <a:bodyPr/>
        <a:lstStyle/>
        <a:p>
          <a:r>
            <a:rPr lang="en-GB" dirty="0"/>
            <a:t>Transformer Encoder</a:t>
          </a:r>
          <a:endParaRPr lang="en-US" dirty="0"/>
        </a:p>
      </dgm:t>
    </dgm:pt>
    <dgm:pt modelId="{82D31313-8169-4048-99DA-D0B389EF3773}" type="parTrans" cxnId="{C7D6119F-FA0A-482C-8B90-D194F5345EF9}">
      <dgm:prSet/>
      <dgm:spPr/>
      <dgm:t>
        <a:bodyPr/>
        <a:lstStyle/>
        <a:p>
          <a:endParaRPr lang="en-US"/>
        </a:p>
      </dgm:t>
    </dgm:pt>
    <dgm:pt modelId="{1757B82F-EEB9-4181-967B-752A1C66B710}" type="sibTrans" cxnId="{C7D6119F-FA0A-482C-8B90-D194F5345EF9}">
      <dgm:prSet/>
      <dgm:spPr/>
      <dgm:t>
        <a:bodyPr/>
        <a:lstStyle/>
        <a:p>
          <a:endParaRPr lang="en-US"/>
        </a:p>
      </dgm:t>
    </dgm:pt>
    <dgm:pt modelId="{4A43F67F-CAA1-4DCF-89A2-A6F0B2740397}" type="pres">
      <dgm:prSet presAssocID="{B4E9238B-B94E-4BAF-AA69-7FED797ED0F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0E4B5E-C5C8-4641-A65B-73BD6F4D1B93}" type="pres">
      <dgm:prSet presAssocID="{D6B0712D-A0AD-4B47-8799-3F4C40652B23}" presName="vertOne" presStyleCnt="0"/>
      <dgm:spPr/>
    </dgm:pt>
    <dgm:pt modelId="{92FC573B-5E78-4426-89AF-4100303786D9}" type="pres">
      <dgm:prSet presAssocID="{D6B0712D-A0AD-4B47-8799-3F4C40652B23}" presName="txOne" presStyleLbl="node0" presStyleIdx="0" presStyleCnt="1" custLinFactNeighborX="203" custLinFactNeighborY="-689">
        <dgm:presLayoutVars>
          <dgm:chPref val="3"/>
        </dgm:presLayoutVars>
      </dgm:prSet>
      <dgm:spPr/>
    </dgm:pt>
    <dgm:pt modelId="{624E3044-97E3-4777-9A02-3D34D1E86644}" type="pres">
      <dgm:prSet presAssocID="{D6B0712D-A0AD-4B47-8799-3F4C40652B23}" presName="parTransOne" presStyleCnt="0"/>
      <dgm:spPr/>
    </dgm:pt>
    <dgm:pt modelId="{462E28CE-CAF4-46BA-B8FB-257726CFE1E8}" type="pres">
      <dgm:prSet presAssocID="{D6B0712D-A0AD-4B47-8799-3F4C40652B23}" presName="horzOne" presStyleCnt="0"/>
      <dgm:spPr/>
    </dgm:pt>
    <dgm:pt modelId="{CBFBEBBA-E375-47CD-80BF-640678AF9977}" type="pres">
      <dgm:prSet presAssocID="{C320178E-E083-4C80-8B83-E596D5AFACF5}" presName="vertTwo" presStyleCnt="0"/>
      <dgm:spPr/>
    </dgm:pt>
    <dgm:pt modelId="{0CBC8EB2-B72C-4D1D-BC4D-02D8F2106120}" type="pres">
      <dgm:prSet presAssocID="{C320178E-E083-4C80-8B83-E596D5AFACF5}" presName="txTwo" presStyleLbl="node2" presStyleIdx="0" presStyleCnt="1">
        <dgm:presLayoutVars>
          <dgm:chPref val="3"/>
        </dgm:presLayoutVars>
      </dgm:prSet>
      <dgm:spPr/>
    </dgm:pt>
    <dgm:pt modelId="{F4A078F3-49FE-4245-ACF7-A6377DEE0CA5}" type="pres">
      <dgm:prSet presAssocID="{C320178E-E083-4C80-8B83-E596D5AFACF5}" presName="parTransTwo" presStyleCnt="0"/>
      <dgm:spPr/>
    </dgm:pt>
    <dgm:pt modelId="{C9B4C679-13C5-4785-B54F-AD8E2C4218DE}" type="pres">
      <dgm:prSet presAssocID="{C320178E-E083-4C80-8B83-E596D5AFACF5}" presName="horzTwo" presStyleCnt="0"/>
      <dgm:spPr/>
    </dgm:pt>
    <dgm:pt modelId="{C74D10F9-77B4-407A-8D45-10B1884805C3}" type="pres">
      <dgm:prSet presAssocID="{4F739FC8-85F4-4865-8ADA-0F327F30124E}" presName="vertThree" presStyleCnt="0"/>
      <dgm:spPr/>
    </dgm:pt>
    <dgm:pt modelId="{9121DA04-C76D-461E-923C-6D90E51A3096}" type="pres">
      <dgm:prSet presAssocID="{4F739FC8-85F4-4865-8ADA-0F327F30124E}" presName="txThree" presStyleLbl="node3" presStyleIdx="0" presStyleCnt="1">
        <dgm:presLayoutVars>
          <dgm:chPref val="3"/>
        </dgm:presLayoutVars>
      </dgm:prSet>
      <dgm:spPr/>
    </dgm:pt>
    <dgm:pt modelId="{3BE56D70-8CC6-4668-AE42-E61690071266}" type="pres">
      <dgm:prSet presAssocID="{4F739FC8-85F4-4865-8ADA-0F327F30124E}" presName="parTransThree" presStyleCnt="0"/>
      <dgm:spPr/>
    </dgm:pt>
    <dgm:pt modelId="{48E5CD18-0094-49E8-BF62-C10FA242E8BA}" type="pres">
      <dgm:prSet presAssocID="{4F739FC8-85F4-4865-8ADA-0F327F30124E}" presName="horzThree" presStyleCnt="0"/>
      <dgm:spPr/>
    </dgm:pt>
    <dgm:pt modelId="{89746405-E722-407D-B880-E59FDFB9356E}" type="pres">
      <dgm:prSet presAssocID="{8B25A813-E02F-43BE-8E34-260524EEEB93}" presName="vertFour" presStyleCnt="0">
        <dgm:presLayoutVars>
          <dgm:chPref val="3"/>
        </dgm:presLayoutVars>
      </dgm:prSet>
      <dgm:spPr/>
    </dgm:pt>
    <dgm:pt modelId="{C5CC51FD-B506-4039-896B-130B75677D4D}" type="pres">
      <dgm:prSet presAssocID="{8B25A813-E02F-43BE-8E34-260524EEEB93}" presName="txFour" presStyleLbl="node4" presStyleIdx="0" presStyleCnt="4">
        <dgm:presLayoutVars>
          <dgm:chPref val="3"/>
        </dgm:presLayoutVars>
      </dgm:prSet>
      <dgm:spPr/>
    </dgm:pt>
    <dgm:pt modelId="{718B76FF-9EA5-4164-9051-A4C679156973}" type="pres">
      <dgm:prSet presAssocID="{8B25A813-E02F-43BE-8E34-260524EEEB93}" presName="horzFour" presStyleCnt="0"/>
      <dgm:spPr/>
    </dgm:pt>
    <dgm:pt modelId="{A95EB56D-C3A3-4A7B-A37B-8F840DB96309}" type="pres">
      <dgm:prSet presAssocID="{1DD391FC-D5EA-472A-8B84-AFDA6FED37EB}" presName="sibSpaceFour" presStyleCnt="0"/>
      <dgm:spPr/>
    </dgm:pt>
    <dgm:pt modelId="{C5621200-B811-4CE4-970B-1BC9F4CDDB22}" type="pres">
      <dgm:prSet presAssocID="{030C458B-3110-423A-B470-2A9C397BCDE5}" presName="vertFour" presStyleCnt="0">
        <dgm:presLayoutVars>
          <dgm:chPref val="3"/>
        </dgm:presLayoutVars>
      </dgm:prSet>
      <dgm:spPr/>
    </dgm:pt>
    <dgm:pt modelId="{B32848D0-2445-4878-A160-39AF1F1995B1}" type="pres">
      <dgm:prSet presAssocID="{030C458B-3110-423A-B470-2A9C397BCDE5}" presName="txFour" presStyleLbl="node4" presStyleIdx="1" presStyleCnt="4">
        <dgm:presLayoutVars>
          <dgm:chPref val="3"/>
        </dgm:presLayoutVars>
      </dgm:prSet>
      <dgm:spPr/>
    </dgm:pt>
    <dgm:pt modelId="{49AF830A-4B74-44C1-869F-242AC1C0759D}" type="pres">
      <dgm:prSet presAssocID="{030C458B-3110-423A-B470-2A9C397BCDE5}" presName="horzFour" presStyleCnt="0"/>
      <dgm:spPr/>
    </dgm:pt>
    <dgm:pt modelId="{49084270-0E71-4366-BCBE-4AD014894B1F}" type="pres">
      <dgm:prSet presAssocID="{43EB7891-4297-49F5-BAEE-50F6CF85D7B1}" presName="sibSpaceFour" presStyleCnt="0"/>
      <dgm:spPr/>
    </dgm:pt>
    <dgm:pt modelId="{A23544B9-7A72-45F5-A4F5-66FCEF73C320}" type="pres">
      <dgm:prSet presAssocID="{9A6A2046-65D7-4DA4-AFE7-BA813EEFE166}" presName="vertFour" presStyleCnt="0">
        <dgm:presLayoutVars>
          <dgm:chPref val="3"/>
        </dgm:presLayoutVars>
      </dgm:prSet>
      <dgm:spPr/>
    </dgm:pt>
    <dgm:pt modelId="{06AD3A67-C65B-4757-AABA-2706092B63E9}" type="pres">
      <dgm:prSet presAssocID="{9A6A2046-65D7-4DA4-AFE7-BA813EEFE166}" presName="txFour" presStyleLbl="node4" presStyleIdx="2" presStyleCnt="4">
        <dgm:presLayoutVars>
          <dgm:chPref val="3"/>
        </dgm:presLayoutVars>
      </dgm:prSet>
      <dgm:spPr/>
    </dgm:pt>
    <dgm:pt modelId="{7BF046AD-46E0-49BF-BC5E-605766B66D08}" type="pres">
      <dgm:prSet presAssocID="{9A6A2046-65D7-4DA4-AFE7-BA813EEFE166}" presName="horzFour" presStyleCnt="0"/>
      <dgm:spPr/>
    </dgm:pt>
    <dgm:pt modelId="{CC2924E1-3187-4A3A-9A58-EDEE3E15C3E7}" type="pres">
      <dgm:prSet presAssocID="{8AD1E85E-9BC6-49BE-BF14-3D962934A349}" presName="sibSpaceFour" presStyleCnt="0"/>
      <dgm:spPr/>
    </dgm:pt>
    <dgm:pt modelId="{645268EA-EF6A-4F56-8E1B-180558EB4FD2}" type="pres">
      <dgm:prSet presAssocID="{D9399FE9-35C7-43C3-92A0-11520830D93C}" presName="vertFour" presStyleCnt="0">
        <dgm:presLayoutVars>
          <dgm:chPref val="3"/>
        </dgm:presLayoutVars>
      </dgm:prSet>
      <dgm:spPr/>
    </dgm:pt>
    <dgm:pt modelId="{DC5E1A86-2FA4-4DFC-86C6-AF46F48F68AB}" type="pres">
      <dgm:prSet presAssocID="{D9399FE9-35C7-43C3-92A0-11520830D93C}" presName="txFour" presStyleLbl="node4" presStyleIdx="3" presStyleCnt="4">
        <dgm:presLayoutVars>
          <dgm:chPref val="3"/>
        </dgm:presLayoutVars>
      </dgm:prSet>
      <dgm:spPr/>
    </dgm:pt>
    <dgm:pt modelId="{DE2C335F-6C07-41A3-855C-7AFAA82AA997}" type="pres">
      <dgm:prSet presAssocID="{D9399FE9-35C7-43C3-92A0-11520830D93C}" presName="horzFour" presStyleCnt="0"/>
      <dgm:spPr/>
    </dgm:pt>
  </dgm:ptLst>
  <dgm:cxnLst>
    <dgm:cxn modelId="{753D7911-2CC7-4DE9-91A1-A09F31ABF1C4}" type="presOf" srcId="{D6B0712D-A0AD-4B47-8799-3F4C40652B23}" destId="{92FC573B-5E78-4426-89AF-4100303786D9}" srcOrd="0" destOrd="0" presId="urn:microsoft.com/office/officeart/2005/8/layout/hierarchy4"/>
    <dgm:cxn modelId="{DC046522-64ED-4A53-8570-F3BA56FCCD5E}" srcId="{4F739FC8-85F4-4865-8ADA-0F327F30124E}" destId="{9A6A2046-65D7-4DA4-AFE7-BA813EEFE166}" srcOrd="2" destOrd="0" parTransId="{5B62CB97-8C5C-49C2-84D5-32BB2E837741}" sibTransId="{8AD1E85E-9BC6-49BE-BF14-3D962934A349}"/>
    <dgm:cxn modelId="{C50CE12B-CD0F-4C54-AEF2-2E49949EA7B1}" type="presOf" srcId="{D9399FE9-35C7-43C3-92A0-11520830D93C}" destId="{DC5E1A86-2FA4-4DFC-86C6-AF46F48F68AB}" srcOrd="0" destOrd="0" presId="urn:microsoft.com/office/officeart/2005/8/layout/hierarchy4"/>
    <dgm:cxn modelId="{56423933-83DF-4058-AD97-EB3228974899}" srcId="{4F739FC8-85F4-4865-8ADA-0F327F30124E}" destId="{D9399FE9-35C7-43C3-92A0-11520830D93C}" srcOrd="3" destOrd="0" parTransId="{92623C33-5448-4AF3-B026-8FC1C5D580FD}" sibTransId="{F20F6861-9F90-4374-9A47-7B37D2B8F338}"/>
    <dgm:cxn modelId="{E27B3B34-FEFB-4C05-AE27-7BCBB72964AB}" srcId="{D6B0712D-A0AD-4B47-8799-3F4C40652B23}" destId="{C320178E-E083-4C80-8B83-E596D5AFACF5}" srcOrd="0" destOrd="0" parTransId="{34EEA894-3D9C-4A70-ACCA-7C75E3E5D10F}" sibTransId="{6C7C8D0B-0DC5-4EBA-B403-D791C9E58D31}"/>
    <dgm:cxn modelId="{106DD76A-6F79-4EB5-8EFB-09BF3AF0D525}" srcId="{B4E9238B-B94E-4BAF-AA69-7FED797ED0F9}" destId="{D6B0712D-A0AD-4B47-8799-3F4C40652B23}" srcOrd="0" destOrd="0" parTransId="{CB8438CE-1990-4FC8-B7BE-C4B43480E193}" sibTransId="{D8DC6414-E605-431E-9E74-D8DC5B1B8511}"/>
    <dgm:cxn modelId="{679A774B-2FD1-40EC-A131-F7632D39D0E3}" srcId="{4F739FC8-85F4-4865-8ADA-0F327F30124E}" destId="{030C458B-3110-423A-B470-2A9C397BCDE5}" srcOrd="1" destOrd="0" parTransId="{0AF4DF51-03B8-46FB-977A-29CC20B52DB0}" sibTransId="{43EB7891-4297-49F5-BAEE-50F6CF85D7B1}"/>
    <dgm:cxn modelId="{F0C2016E-9FD8-4054-9F86-C0D8B0EA663E}" type="presOf" srcId="{B4E9238B-B94E-4BAF-AA69-7FED797ED0F9}" destId="{4A43F67F-CAA1-4DCF-89A2-A6F0B2740397}" srcOrd="0" destOrd="0" presId="urn:microsoft.com/office/officeart/2005/8/layout/hierarchy4"/>
    <dgm:cxn modelId="{1B160B51-3804-4B02-A1DE-BDB70986563A}" type="presOf" srcId="{C320178E-E083-4C80-8B83-E596D5AFACF5}" destId="{0CBC8EB2-B72C-4D1D-BC4D-02D8F2106120}" srcOrd="0" destOrd="0" presId="urn:microsoft.com/office/officeart/2005/8/layout/hierarchy4"/>
    <dgm:cxn modelId="{4D50D696-46F5-49D7-9DBA-557B20C4826E}" type="presOf" srcId="{9A6A2046-65D7-4DA4-AFE7-BA813EEFE166}" destId="{06AD3A67-C65B-4757-AABA-2706092B63E9}" srcOrd="0" destOrd="0" presId="urn:microsoft.com/office/officeart/2005/8/layout/hierarchy4"/>
    <dgm:cxn modelId="{C7D6119F-FA0A-482C-8B90-D194F5345EF9}" srcId="{C320178E-E083-4C80-8B83-E596D5AFACF5}" destId="{4F739FC8-85F4-4865-8ADA-0F327F30124E}" srcOrd="0" destOrd="0" parTransId="{82D31313-8169-4048-99DA-D0B389EF3773}" sibTransId="{1757B82F-EEB9-4181-967B-752A1C66B710}"/>
    <dgm:cxn modelId="{2560B9C7-0DE5-41BD-AAD8-F0AD63C8ABE5}" type="presOf" srcId="{4F739FC8-85F4-4865-8ADA-0F327F30124E}" destId="{9121DA04-C76D-461E-923C-6D90E51A3096}" srcOrd="0" destOrd="0" presId="urn:microsoft.com/office/officeart/2005/8/layout/hierarchy4"/>
    <dgm:cxn modelId="{D0C617E8-D2EA-46BA-9BB9-12F0D98BF944}" srcId="{4F739FC8-85F4-4865-8ADA-0F327F30124E}" destId="{8B25A813-E02F-43BE-8E34-260524EEEB93}" srcOrd="0" destOrd="0" parTransId="{1130B00E-2DA9-4802-8451-908A9157AD34}" sibTransId="{1DD391FC-D5EA-472A-8B84-AFDA6FED37EB}"/>
    <dgm:cxn modelId="{1AC8F7EE-143D-4D15-A499-AE38CFB18575}" type="presOf" srcId="{030C458B-3110-423A-B470-2A9C397BCDE5}" destId="{B32848D0-2445-4878-A160-39AF1F1995B1}" srcOrd="0" destOrd="0" presId="urn:microsoft.com/office/officeart/2005/8/layout/hierarchy4"/>
    <dgm:cxn modelId="{97DC1CF1-A5A3-452D-B5F6-0A94760199EB}" type="presOf" srcId="{8B25A813-E02F-43BE-8E34-260524EEEB93}" destId="{C5CC51FD-B506-4039-896B-130B75677D4D}" srcOrd="0" destOrd="0" presId="urn:microsoft.com/office/officeart/2005/8/layout/hierarchy4"/>
    <dgm:cxn modelId="{AA9F3B2B-4A67-49ED-A471-24AD9735C57D}" type="presParOf" srcId="{4A43F67F-CAA1-4DCF-89A2-A6F0B2740397}" destId="{AD0E4B5E-C5C8-4641-A65B-73BD6F4D1B93}" srcOrd="0" destOrd="0" presId="urn:microsoft.com/office/officeart/2005/8/layout/hierarchy4"/>
    <dgm:cxn modelId="{75751559-857F-4CCC-B483-804FF81AC3CA}" type="presParOf" srcId="{AD0E4B5E-C5C8-4641-A65B-73BD6F4D1B93}" destId="{92FC573B-5E78-4426-89AF-4100303786D9}" srcOrd="0" destOrd="0" presId="urn:microsoft.com/office/officeart/2005/8/layout/hierarchy4"/>
    <dgm:cxn modelId="{B207E198-526D-40C5-A2EB-DFD41CD47A39}" type="presParOf" srcId="{AD0E4B5E-C5C8-4641-A65B-73BD6F4D1B93}" destId="{624E3044-97E3-4777-9A02-3D34D1E86644}" srcOrd="1" destOrd="0" presId="urn:microsoft.com/office/officeart/2005/8/layout/hierarchy4"/>
    <dgm:cxn modelId="{FFF5A751-0FC1-4545-B1E6-0DBBFD3245C6}" type="presParOf" srcId="{AD0E4B5E-C5C8-4641-A65B-73BD6F4D1B93}" destId="{462E28CE-CAF4-46BA-B8FB-257726CFE1E8}" srcOrd="2" destOrd="0" presId="urn:microsoft.com/office/officeart/2005/8/layout/hierarchy4"/>
    <dgm:cxn modelId="{369B0FE6-E49A-4DC7-AC4B-7E7C1AB018F2}" type="presParOf" srcId="{462E28CE-CAF4-46BA-B8FB-257726CFE1E8}" destId="{CBFBEBBA-E375-47CD-80BF-640678AF9977}" srcOrd="0" destOrd="0" presId="urn:microsoft.com/office/officeart/2005/8/layout/hierarchy4"/>
    <dgm:cxn modelId="{AD19F577-C5DB-45E3-BDC1-88981CDDBBDD}" type="presParOf" srcId="{CBFBEBBA-E375-47CD-80BF-640678AF9977}" destId="{0CBC8EB2-B72C-4D1D-BC4D-02D8F2106120}" srcOrd="0" destOrd="0" presId="urn:microsoft.com/office/officeart/2005/8/layout/hierarchy4"/>
    <dgm:cxn modelId="{E0904DF1-1FB2-474A-AF6C-AC0D063EA9EC}" type="presParOf" srcId="{CBFBEBBA-E375-47CD-80BF-640678AF9977}" destId="{F4A078F3-49FE-4245-ACF7-A6377DEE0CA5}" srcOrd="1" destOrd="0" presId="urn:microsoft.com/office/officeart/2005/8/layout/hierarchy4"/>
    <dgm:cxn modelId="{CFF113F7-A4D8-4A8A-86D5-5EF61372C1D6}" type="presParOf" srcId="{CBFBEBBA-E375-47CD-80BF-640678AF9977}" destId="{C9B4C679-13C5-4785-B54F-AD8E2C4218DE}" srcOrd="2" destOrd="0" presId="urn:microsoft.com/office/officeart/2005/8/layout/hierarchy4"/>
    <dgm:cxn modelId="{DCE19ED6-796A-4797-AFBC-05B97B62C6CA}" type="presParOf" srcId="{C9B4C679-13C5-4785-B54F-AD8E2C4218DE}" destId="{C74D10F9-77B4-407A-8D45-10B1884805C3}" srcOrd="0" destOrd="0" presId="urn:microsoft.com/office/officeart/2005/8/layout/hierarchy4"/>
    <dgm:cxn modelId="{142CDCF9-C7D0-42F6-9799-E245E33F7169}" type="presParOf" srcId="{C74D10F9-77B4-407A-8D45-10B1884805C3}" destId="{9121DA04-C76D-461E-923C-6D90E51A3096}" srcOrd="0" destOrd="0" presId="urn:microsoft.com/office/officeart/2005/8/layout/hierarchy4"/>
    <dgm:cxn modelId="{4499E94F-65D1-4865-85C7-8FBC038E32A4}" type="presParOf" srcId="{C74D10F9-77B4-407A-8D45-10B1884805C3}" destId="{3BE56D70-8CC6-4668-AE42-E61690071266}" srcOrd="1" destOrd="0" presId="urn:microsoft.com/office/officeart/2005/8/layout/hierarchy4"/>
    <dgm:cxn modelId="{5AED87AE-030B-4199-A769-1FF27DA8E6AF}" type="presParOf" srcId="{C74D10F9-77B4-407A-8D45-10B1884805C3}" destId="{48E5CD18-0094-49E8-BF62-C10FA242E8BA}" srcOrd="2" destOrd="0" presId="urn:microsoft.com/office/officeart/2005/8/layout/hierarchy4"/>
    <dgm:cxn modelId="{ADA4D747-8ADE-4E7F-9C5F-5388B877B5A2}" type="presParOf" srcId="{48E5CD18-0094-49E8-BF62-C10FA242E8BA}" destId="{89746405-E722-407D-B880-E59FDFB9356E}" srcOrd="0" destOrd="0" presId="urn:microsoft.com/office/officeart/2005/8/layout/hierarchy4"/>
    <dgm:cxn modelId="{41C4BB3C-EE28-4AF0-92D4-DB7022CB88BA}" type="presParOf" srcId="{89746405-E722-407D-B880-E59FDFB9356E}" destId="{C5CC51FD-B506-4039-896B-130B75677D4D}" srcOrd="0" destOrd="0" presId="urn:microsoft.com/office/officeart/2005/8/layout/hierarchy4"/>
    <dgm:cxn modelId="{A0F17EE0-A2CE-4CC5-BC08-7D01A55154E9}" type="presParOf" srcId="{89746405-E722-407D-B880-E59FDFB9356E}" destId="{718B76FF-9EA5-4164-9051-A4C679156973}" srcOrd="1" destOrd="0" presId="urn:microsoft.com/office/officeart/2005/8/layout/hierarchy4"/>
    <dgm:cxn modelId="{B48289DE-55E3-4883-86E6-C409BF14BEE2}" type="presParOf" srcId="{48E5CD18-0094-49E8-BF62-C10FA242E8BA}" destId="{A95EB56D-C3A3-4A7B-A37B-8F840DB96309}" srcOrd="1" destOrd="0" presId="urn:microsoft.com/office/officeart/2005/8/layout/hierarchy4"/>
    <dgm:cxn modelId="{FBDBA4A8-E2B6-415A-A4D2-526F90A93A06}" type="presParOf" srcId="{48E5CD18-0094-49E8-BF62-C10FA242E8BA}" destId="{C5621200-B811-4CE4-970B-1BC9F4CDDB22}" srcOrd="2" destOrd="0" presId="urn:microsoft.com/office/officeart/2005/8/layout/hierarchy4"/>
    <dgm:cxn modelId="{242DF475-D912-4621-B80C-33CD7B389BDD}" type="presParOf" srcId="{C5621200-B811-4CE4-970B-1BC9F4CDDB22}" destId="{B32848D0-2445-4878-A160-39AF1F1995B1}" srcOrd="0" destOrd="0" presId="urn:microsoft.com/office/officeart/2005/8/layout/hierarchy4"/>
    <dgm:cxn modelId="{89733FE1-9881-485C-9D84-24D8D575675D}" type="presParOf" srcId="{C5621200-B811-4CE4-970B-1BC9F4CDDB22}" destId="{49AF830A-4B74-44C1-869F-242AC1C0759D}" srcOrd="1" destOrd="0" presId="urn:microsoft.com/office/officeart/2005/8/layout/hierarchy4"/>
    <dgm:cxn modelId="{7503FDE8-8213-4362-A5ED-D882FCAA7B69}" type="presParOf" srcId="{48E5CD18-0094-49E8-BF62-C10FA242E8BA}" destId="{49084270-0E71-4366-BCBE-4AD014894B1F}" srcOrd="3" destOrd="0" presId="urn:microsoft.com/office/officeart/2005/8/layout/hierarchy4"/>
    <dgm:cxn modelId="{B3E96EC2-21E9-446D-9B6C-112ADA8F1908}" type="presParOf" srcId="{48E5CD18-0094-49E8-BF62-C10FA242E8BA}" destId="{A23544B9-7A72-45F5-A4F5-66FCEF73C320}" srcOrd="4" destOrd="0" presId="urn:microsoft.com/office/officeart/2005/8/layout/hierarchy4"/>
    <dgm:cxn modelId="{38EAAB26-9953-4035-A0DA-534FC0BBC65C}" type="presParOf" srcId="{A23544B9-7A72-45F5-A4F5-66FCEF73C320}" destId="{06AD3A67-C65B-4757-AABA-2706092B63E9}" srcOrd="0" destOrd="0" presId="urn:microsoft.com/office/officeart/2005/8/layout/hierarchy4"/>
    <dgm:cxn modelId="{09C7EC85-AB50-4AE5-9BF0-7028BAEEC0C3}" type="presParOf" srcId="{A23544B9-7A72-45F5-A4F5-66FCEF73C320}" destId="{7BF046AD-46E0-49BF-BC5E-605766B66D08}" srcOrd="1" destOrd="0" presId="urn:microsoft.com/office/officeart/2005/8/layout/hierarchy4"/>
    <dgm:cxn modelId="{AAA35A68-6708-4A21-A05C-519531852361}" type="presParOf" srcId="{48E5CD18-0094-49E8-BF62-C10FA242E8BA}" destId="{CC2924E1-3187-4A3A-9A58-EDEE3E15C3E7}" srcOrd="5" destOrd="0" presId="urn:microsoft.com/office/officeart/2005/8/layout/hierarchy4"/>
    <dgm:cxn modelId="{BA32E166-0221-4E2F-B47B-35306BA9158E}" type="presParOf" srcId="{48E5CD18-0094-49E8-BF62-C10FA242E8BA}" destId="{645268EA-EF6A-4F56-8E1B-180558EB4FD2}" srcOrd="6" destOrd="0" presId="urn:microsoft.com/office/officeart/2005/8/layout/hierarchy4"/>
    <dgm:cxn modelId="{3AB64728-D916-4012-85EE-79A3AAA1C395}" type="presParOf" srcId="{645268EA-EF6A-4F56-8E1B-180558EB4FD2}" destId="{DC5E1A86-2FA4-4DFC-86C6-AF46F48F68AB}" srcOrd="0" destOrd="0" presId="urn:microsoft.com/office/officeart/2005/8/layout/hierarchy4"/>
    <dgm:cxn modelId="{C16A37B1-7CDF-4907-B0E8-8D46CEBB80B5}" type="presParOf" srcId="{645268EA-EF6A-4F56-8E1B-180558EB4FD2}" destId="{DE2C335F-6C07-41A3-855C-7AFAA82AA99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4E9238B-B94E-4BAF-AA69-7FED797ED0F9}" type="doc">
      <dgm:prSet loTypeId="urn:microsoft.com/office/officeart/2005/8/layout/hierarchy4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B25A813-E02F-43BE-8E34-260524EEEB93}">
      <dgm:prSet phldrT="[Text]"/>
      <dgm:spPr/>
      <dgm:t>
        <a:bodyPr/>
        <a:lstStyle/>
        <a:p>
          <a:r>
            <a:rPr lang="en-GB" dirty="0"/>
            <a:t>Single Sentence Classification</a:t>
          </a:r>
          <a:endParaRPr lang="en-US" dirty="0"/>
        </a:p>
      </dgm:t>
    </dgm:pt>
    <dgm:pt modelId="{1130B00E-2DA9-4802-8451-908A9157AD34}" type="parTrans" cxnId="{D0C617E8-D2EA-46BA-9BB9-12F0D98BF944}">
      <dgm:prSet/>
      <dgm:spPr/>
      <dgm:t>
        <a:bodyPr/>
        <a:lstStyle/>
        <a:p>
          <a:endParaRPr lang="en-US"/>
        </a:p>
      </dgm:t>
    </dgm:pt>
    <dgm:pt modelId="{1DD391FC-D5EA-472A-8B84-AFDA6FED37EB}" type="sibTrans" cxnId="{D0C617E8-D2EA-46BA-9BB9-12F0D98BF944}">
      <dgm:prSet/>
      <dgm:spPr/>
      <dgm:t>
        <a:bodyPr/>
        <a:lstStyle/>
        <a:p>
          <a:endParaRPr lang="en-US"/>
        </a:p>
      </dgm:t>
    </dgm:pt>
    <dgm:pt modelId="{030C458B-3110-423A-B470-2A9C397BCDE5}">
      <dgm:prSet phldrT="[Text]"/>
      <dgm:spPr/>
      <dgm:t>
        <a:bodyPr/>
        <a:lstStyle/>
        <a:p>
          <a:r>
            <a:rPr lang="en-GB" dirty="0"/>
            <a:t>Pairwise Text Similarity</a:t>
          </a:r>
          <a:endParaRPr lang="en-US" dirty="0"/>
        </a:p>
      </dgm:t>
    </dgm:pt>
    <dgm:pt modelId="{0AF4DF51-03B8-46FB-977A-29CC20B52DB0}" type="parTrans" cxnId="{679A774B-2FD1-40EC-A131-F7632D39D0E3}">
      <dgm:prSet/>
      <dgm:spPr/>
      <dgm:t>
        <a:bodyPr/>
        <a:lstStyle/>
        <a:p>
          <a:endParaRPr lang="en-US"/>
        </a:p>
      </dgm:t>
    </dgm:pt>
    <dgm:pt modelId="{43EB7891-4297-49F5-BAEE-50F6CF85D7B1}" type="sibTrans" cxnId="{679A774B-2FD1-40EC-A131-F7632D39D0E3}">
      <dgm:prSet/>
      <dgm:spPr/>
      <dgm:t>
        <a:bodyPr/>
        <a:lstStyle/>
        <a:p>
          <a:endParaRPr lang="en-US"/>
        </a:p>
      </dgm:t>
    </dgm:pt>
    <dgm:pt modelId="{9A6A2046-65D7-4DA4-AFE7-BA813EEFE166}">
      <dgm:prSet phldrT="[Text]"/>
      <dgm:spPr/>
      <dgm:t>
        <a:bodyPr/>
        <a:lstStyle/>
        <a:p>
          <a:r>
            <a:rPr lang="en-GB" dirty="0"/>
            <a:t>Pairwise Text Classification</a:t>
          </a:r>
          <a:endParaRPr lang="en-US" dirty="0"/>
        </a:p>
      </dgm:t>
    </dgm:pt>
    <dgm:pt modelId="{5B62CB97-8C5C-49C2-84D5-32BB2E837741}" type="parTrans" cxnId="{DC046522-64ED-4A53-8570-F3BA56FCCD5E}">
      <dgm:prSet/>
      <dgm:spPr/>
      <dgm:t>
        <a:bodyPr/>
        <a:lstStyle/>
        <a:p>
          <a:endParaRPr lang="en-US"/>
        </a:p>
      </dgm:t>
    </dgm:pt>
    <dgm:pt modelId="{8AD1E85E-9BC6-49BE-BF14-3D962934A349}" type="sibTrans" cxnId="{DC046522-64ED-4A53-8570-F3BA56FCCD5E}">
      <dgm:prSet/>
      <dgm:spPr/>
      <dgm:t>
        <a:bodyPr/>
        <a:lstStyle/>
        <a:p>
          <a:endParaRPr lang="en-US"/>
        </a:p>
      </dgm:t>
    </dgm:pt>
    <dgm:pt modelId="{D9399FE9-35C7-43C3-92A0-11520830D93C}">
      <dgm:prSet phldrT="[Text]"/>
      <dgm:spPr/>
      <dgm:t>
        <a:bodyPr/>
        <a:lstStyle/>
        <a:p>
          <a:r>
            <a:rPr lang="en-GB" dirty="0"/>
            <a:t>Pairwise Ranking</a:t>
          </a:r>
          <a:endParaRPr lang="en-US" dirty="0"/>
        </a:p>
      </dgm:t>
    </dgm:pt>
    <dgm:pt modelId="{92623C33-5448-4AF3-B026-8FC1C5D580FD}" type="parTrans" cxnId="{56423933-83DF-4058-AD97-EB3228974899}">
      <dgm:prSet/>
      <dgm:spPr/>
      <dgm:t>
        <a:bodyPr/>
        <a:lstStyle/>
        <a:p>
          <a:endParaRPr lang="en-US"/>
        </a:p>
      </dgm:t>
    </dgm:pt>
    <dgm:pt modelId="{F20F6861-9F90-4374-9A47-7B37D2B8F338}" type="sibTrans" cxnId="{56423933-83DF-4058-AD97-EB3228974899}">
      <dgm:prSet/>
      <dgm:spPr/>
      <dgm:t>
        <a:bodyPr/>
        <a:lstStyle/>
        <a:p>
          <a:endParaRPr lang="en-US"/>
        </a:p>
      </dgm:t>
    </dgm:pt>
    <dgm:pt modelId="{C320178E-E083-4C80-8B83-E596D5AFACF5}">
      <dgm:prSet phldrT="[Text]"/>
      <dgm:spPr/>
      <dgm:t>
        <a:bodyPr/>
        <a:lstStyle/>
        <a:p>
          <a:r>
            <a:rPr lang="en-GB" dirty="0"/>
            <a:t>Word Hash Layer</a:t>
          </a:r>
          <a:endParaRPr lang="en-US" dirty="0"/>
        </a:p>
      </dgm:t>
    </dgm:pt>
    <dgm:pt modelId="{34EEA894-3D9C-4A70-ACCA-7C75E3E5D10F}" type="parTrans" cxnId="{E27B3B34-FEFB-4C05-AE27-7BCBB72964AB}">
      <dgm:prSet/>
      <dgm:spPr/>
      <dgm:t>
        <a:bodyPr/>
        <a:lstStyle/>
        <a:p>
          <a:endParaRPr lang="en-US"/>
        </a:p>
      </dgm:t>
    </dgm:pt>
    <dgm:pt modelId="{6C7C8D0B-0DC5-4EBA-B403-D791C9E58D31}" type="sibTrans" cxnId="{E27B3B34-FEFB-4C05-AE27-7BCBB72964AB}">
      <dgm:prSet/>
      <dgm:spPr/>
      <dgm:t>
        <a:bodyPr/>
        <a:lstStyle/>
        <a:p>
          <a:endParaRPr lang="en-US"/>
        </a:p>
      </dgm:t>
    </dgm:pt>
    <dgm:pt modelId="{D6B0712D-A0AD-4B47-8799-3F4C40652B23}">
      <dgm:prSet phldrT="[Text]"/>
      <dgm:spPr/>
      <dgm:t>
        <a:bodyPr/>
        <a:lstStyle/>
        <a:p>
          <a:r>
            <a:rPr lang="en-GB" dirty="0"/>
            <a:t>Input</a:t>
          </a:r>
          <a:endParaRPr lang="en-US" dirty="0"/>
        </a:p>
      </dgm:t>
    </dgm:pt>
    <dgm:pt modelId="{CB8438CE-1990-4FC8-B7BE-C4B43480E193}" type="parTrans" cxnId="{106DD76A-6F79-4EB5-8EFB-09BF3AF0D525}">
      <dgm:prSet/>
      <dgm:spPr/>
      <dgm:t>
        <a:bodyPr/>
        <a:lstStyle/>
        <a:p>
          <a:endParaRPr lang="en-US"/>
        </a:p>
      </dgm:t>
    </dgm:pt>
    <dgm:pt modelId="{D8DC6414-E605-431E-9E74-D8DC5B1B8511}" type="sibTrans" cxnId="{106DD76A-6F79-4EB5-8EFB-09BF3AF0D525}">
      <dgm:prSet/>
      <dgm:spPr/>
      <dgm:t>
        <a:bodyPr/>
        <a:lstStyle/>
        <a:p>
          <a:endParaRPr lang="en-US"/>
        </a:p>
      </dgm:t>
    </dgm:pt>
    <dgm:pt modelId="{4F739FC8-85F4-4865-8ADA-0F327F30124E}">
      <dgm:prSet phldrT="[Text]"/>
      <dgm:spPr/>
      <dgm:t>
        <a:bodyPr/>
        <a:lstStyle/>
        <a:p>
          <a:r>
            <a:rPr lang="en-GB" dirty="0"/>
            <a:t>Semantic Representation Layer</a:t>
          </a:r>
          <a:endParaRPr lang="en-US" dirty="0"/>
        </a:p>
      </dgm:t>
    </dgm:pt>
    <dgm:pt modelId="{82D31313-8169-4048-99DA-D0B389EF3773}" type="parTrans" cxnId="{C7D6119F-FA0A-482C-8B90-D194F5345EF9}">
      <dgm:prSet/>
      <dgm:spPr/>
      <dgm:t>
        <a:bodyPr/>
        <a:lstStyle/>
        <a:p>
          <a:endParaRPr lang="en-US"/>
        </a:p>
      </dgm:t>
    </dgm:pt>
    <dgm:pt modelId="{1757B82F-EEB9-4181-967B-752A1C66B710}" type="sibTrans" cxnId="{C7D6119F-FA0A-482C-8B90-D194F5345EF9}">
      <dgm:prSet/>
      <dgm:spPr/>
      <dgm:t>
        <a:bodyPr/>
        <a:lstStyle/>
        <a:p>
          <a:endParaRPr lang="en-US"/>
        </a:p>
      </dgm:t>
    </dgm:pt>
    <dgm:pt modelId="{4A43F67F-CAA1-4DCF-89A2-A6F0B2740397}" type="pres">
      <dgm:prSet presAssocID="{B4E9238B-B94E-4BAF-AA69-7FED797ED0F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0E4B5E-C5C8-4641-A65B-73BD6F4D1B93}" type="pres">
      <dgm:prSet presAssocID="{D6B0712D-A0AD-4B47-8799-3F4C40652B23}" presName="vertOne" presStyleCnt="0"/>
      <dgm:spPr/>
    </dgm:pt>
    <dgm:pt modelId="{92FC573B-5E78-4426-89AF-4100303786D9}" type="pres">
      <dgm:prSet presAssocID="{D6B0712D-A0AD-4B47-8799-3F4C40652B23}" presName="txOne" presStyleLbl="node0" presStyleIdx="0" presStyleCnt="1" custLinFactNeighborX="-250" custLinFactNeighborY="-629">
        <dgm:presLayoutVars>
          <dgm:chPref val="3"/>
        </dgm:presLayoutVars>
      </dgm:prSet>
      <dgm:spPr/>
    </dgm:pt>
    <dgm:pt modelId="{624E3044-97E3-4777-9A02-3D34D1E86644}" type="pres">
      <dgm:prSet presAssocID="{D6B0712D-A0AD-4B47-8799-3F4C40652B23}" presName="parTransOne" presStyleCnt="0"/>
      <dgm:spPr/>
    </dgm:pt>
    <dgm:pt modelId="{462E28CE-CAF4-46BA-B8FB-257726CFE1E8}" type="pres">
      <dgm:prSet presAssocID="{D6B0712D-A0AD-4B47-8799-3F4C40652B23}" presName="horzOne" presStyleCnt="0"/>
      <dgm:spPr/>
    </dgm:pt>
    <dgm:pt modelId="{CBFBEBBA-E375-47CD-80BF-640678AF9977}" type="pres">
      <dgm:prSet presAssocID="{C320178E-E083-4C80-8B83-E596D5AFACF5}" presName="vertTwo" presStyleCnt="0"/>
      <dgm:spPr/>
    </dgm:pt>
    <dgm:pt modelId="{0CBC8EB2-B72C-4D1D-BC4D-02D8F2106120}" type="pres">
      <dgm:prSet presAssocID="{C320178E-E083-4C80-8B83-E596D5AFACF5}" presName="txTwo" presStyleLbl="node2" presStyleIdx="0" presStyleCnt="1">
        <dgm:presLayoutVars>
          <dgm:chPref val="3"/>
        </dgm:presLayoutVars>
      </dgm:prSet>
      <dgm:spPr/>
    </dgm:pt>
    <dgm:pt modelId="{F4A078F3-49FE-4245-ACF7-A6377DEE0CA5}" type="pres">
      <dgm:prSet presAssocID="{C320178E-E083-4C80-8B83-E596D5AFACF5}" presName="parTransTwo" presStyleCnt="0"/>
      <dgm:spPr/>
    </dgm:pt>
    <dgm:pt modelId="{C9B4C679-13C5-4785-B54F-AD8E2C4218DE}" type="pres">
      <dgm:prSet presAssocID="{C320178E-E083-4C80-8B83-E596D5AFACF5}" presName="horzTwo" presStyleCnt="0"/>
      <dgm:spPr/>
    </dgm:pt>
    <dgm:pt modelId="{C74D10F9-77B4-407A-8D45-10B1884805C3}" type="pres">
      <dgm:prSet presAssocID="{4F739FC8-85F4-4865-8ADA-0F327F30124E}" presName="vertThree" presStyleCnt="0"/>
      <dgm:spPr/>
    </dgm:pt>
    <dgm:pt modelId="{9121DA04-C76D-461E-923C-6D90E51A3096}" type="pres">
      <dgm:prSet presAssocID="{4F739FC8-85F4-4865-8ADA-0F327F30124E}" presName="txThree" presStyleLbl="node3" presStyleIdx="0" presStyleCnt="1">
        <dgm:presLayoutVars>
          <dgm:chPref val="3"/>
        </dgm:presLayoutVars>
      </dgm:prSet>
      <dgm:spPr/>
    </dgm:pt>
    <dgm:pt modelId="{3BE56D70-8CC6-4668-AE42-E61690071266}" type="pres">
      <dgm:prSet presAssocID="{4F739FC8-85F4-4865-8ADA-0F327F30124E}" presName="parTransThree" presStyleCnt="0"/>
      <dgm:spPr/>
    </dgm:pt>
    <dgm:pt modelId="{48E5CD18-0094-49E8-BF62-C10FA242E8BA}" type="pres">
      <dgm:prSet presAssocID="{4F739FC8-85F4-4865-8ADA-0F327F30124E}" presName="horzThree" presStyleCnt="0"/>
      <dgm:spPr/>
    </dgm:pt>
    <dgm:pt modelId="{89746405-E722-407D-B880-E59FDFB9356E}" type="pres">
      <dgm:prSet presAssocID="{8B25A813-E02F-43BE-8E34-260524EEEB93}" presName="vertFour" presStyleCnt="0">
        <dgm:presLayoutVars>
          <dgm:chPref val="3"/>
        </dgm:presLayoutVars>
      </dgm:prSet>
      <dgm:spPr/>
    </dgm:pt>
    <dgm:pt modelId="{C5CC51FD-B506-4039-896B-130B75677D4D}" type="pres">
      <dgm:prSet presAssocID="{8B25A813-E02F-43BE-8E34-260524EEEB93}" presName="txFour" presStyleLbl="node4" presStyleIdx="0" presStyleCnt="4">
        <dgm:presLayoutVars>
          <dgm:chPref val="3"/>
        </dgm:presLayoutVars>
      </dgm:prSet>
      <dgm:spPr/>
    </dgm:pt>
    <dgm:pt modelId="{718B76FF-9EA5-4164-9051-A4C679156973}" type="pres">
      <dgm:prSet presAssocID="{8B25A813-E02F-43BE-8E34-260524EEEB93}" presName="horzFour" presStyleCnt="0"/>
      <dgm:spPr/>
    </dgm:pt>
    <dgm:pt modelId="{A95EB56D-C3A3-4A7B-A37B-8F840DB96309}" type="pres">
      <dgm:prSet presAssocID="{1DD391FC-D5EA-472A-8B84-AFDA6FED37EB}" presName="sibSpaceFour" presStyleCnt="0"/>
      <dgm:spPr/>
    </dgm:pt>
    <dgm:pt modelId="{C5621200-B811-4CE4-970B-1BC9F4CDDB22}" type="pres">
      <dgm:prSet presAssocID="{030C458B-3110-423A-B470-2A9C397BCDE5}" presName="vertFour" presStyleCnt="0">
        <dgm:presLayoutVars>
          <dgm:chPref val="3"/>
        </dgm:presLayoutVars>
      </dgm:prSet>
      <dgm:spPr/>
    </dgm:pt>
    <dgm:pt modelId="{B32848D0-2445-4878-A160-39AF1F1995B1}" type="pres">
      <dgm:prSet presAssocID="{030C458B-3110-423A-B470-2A9C397BCDE5}" presName="txFour" presStyleLbl="node4" presStyleIdx="1" presStyleCnt="4">
        <dgm:presLayoutVars>
          <dgm:chPref val="3"/>
        </dgm:presLayoutVars>
      </dgm:prSet>
      <dgm:spPr/>
    </dgm:pt>
    <dgm:pt modelId="{49AF830A-4B74-44C1-869F-242AC1C0759D}" type="pres">
      <dgm:prSet presAssocID="{030C458B-3110-423A-B470-2A9C397BCDE5}" presName="horzFour" presStyleCnt="0"/>
      <dgm:spPr/>
    </dgm:pt>
    <dgm:pt modelId="{49084270-0E71-4366-BCBE-4AD014894B1F}" type="pres">
      <dgm:prSet presAssocID="{43EB7891-4297-49F5-BAEE-50F6CF85D7B1}" presName="sibSpaceFour" presStyleCnt="0"/>
      <dgm:spPr/>
    </dgm:pt>
    <dgm:pt modelId="{A23544B9-7A72-45F5-A4F5-66FCEF73C320}" type="pres">
      <dgm:prSet presAssocID="{9A6A2046-65D7-4DA4-AFE7-BA813EEFE166}" presName="vertFour" presStyleCnt="0">
        <dgm:presLayoutVars>
          <dgm:chPref val="3"/>
        </dgm:presLayoutVars>
      </dgm:prSet>
      <dgm:spPr/>
    </dgm:pt>
    <dgm:pt modelId="{06AD3A67-C65B-4757-AABA-2706092B63E9}" type="pres">
      <dgm:prSet presAssocID="{9A6A2046-65D7-4DA4-AFE7-BA813EEFE166}" presName="txFour" presStyleLbl="node4" presStyleIdx="2" presStyleCnt="4">
        <dgm:presLayoutVars>
          <dgm:chPref val="3"/>
        </dgm:presLayoutVars>
      </dgm:prSet>
      <dgm:spPr/>
    </dgm:pt>
    <dgm:pt modelId="{7BF046AD-46E0-49BF-BC5E-605766B66D08}" type="pres">
      <dgm:prSet presAssocID="{9A6A2046-65D7-4DA4-AFE7-BA813EEFE166}" presName="horzFour" presStyleCnt="0"/>
      <dgm:spPr/>
    </dgm:pt>
    <dgm:pt modelId="{CC2924E1-3187-4A3A-9A58-EDEE3E15C3E7}" type="pres">
      <dgm:prSet presAssocID="{8AD1E85E-9BC6-49BE-BF14-3D962934A349}" presName="sibSpaceFour" presStyleCnt="0"/>
      <dgm:spPr/>
    </dgm:pt>
    <dgm:pt modelId="{645268EA-EF6A-4F56-8E1B-180558EB4FD2}" type="pres">
      <dgm:prSet presAssocID="{D9399FE9-35C7-43C3-92A0-11520830D93C}" presName="vertFour" presStyleCnt="0">
        <dgm:presLayoutVars>
          <dgm:chPref val="3"/>
        </dgm:presLayoutVars>
      </dgm:prSet>
      <dgm:spPr/>
    </dgm:pt>
    <dgm:pt modelId="{DC5E1A86-2FA4-4DFC-86C6-AF46F48F68AB}" type="pres">
      <dgm:prSet presAssocID="{D9399FE9-35C7-43C3-92A0-11520830D93C}" presName="txFour" presStyleLbl="node4" presStyleIdx="3" presStyleCnt="4">
        <dgm:presLayoutVars>
          <dgm:chPref val="3"/>
        </dgm:presLayoutVars>
      </dgm:prSet>
      <dgm:spPr/>
    </dgm:pt>
    <dgm:pt modelId="{DE2C335F-6C07-41A3-855C-7AFAA82AA997}" type="pres">
      <dgm:prSet presAssocID="{D9399FE9-35C7-43C3-92A0-11520830D93C}" presName="horzFour" presStyleCnt="0"/>
      <dgm:spPr/>
    </dgm:pt>
  </dgm:ptLst>
  <dgm:cxnLst>
    <dgm:cxn modelId="{753D7911-2CC7-4DE9-91A1-A09F31ABF1C4}" type="presOf" srcId="{D6B0712D-A0AD-4B47-8799-3F4C40652B23}" destId="{92FC573B-5E78-4426-89AF-4100303786D9}" srcOrd="0" destOrd="0" presId="urn:microsoft.com/office/officeart/2005/8/layout/hierarchy4"/>
    <dgm:cxn modelId="{DC046522-64ED-4A53-8570-F3BA56FCCD5E}" srcId="{4F739FC8-85F4-4865-8ADA-0F327F30124E}" destId="{9A6A2046-65D7-4DA4-AFE7-BA813EEFE166}" srcOrd="2" destOrd="0" parTransId="{5B62CB97-8C5C-49C2-84D5-32BB2E837741}" sibTransId="{8AD1E85E-9BC6-49BE-BF14-3D962934A349}"/>
    <dgm:cxn modelId="{C50CE12B-CD0F-4C54-AEF2-2E49949EA7B1}" type="presOf" srcId="{D9399FE9-35C7-43C3-92A0-11520830D93C}" destId="{DC5E1A86-2FA4-4DFC-86C6-AF46F48F68AB}" srcOrd="0" destOrd="0" presId="urn:microsoft.com/office/officeart/2005/8/layout/hierarchy4"/>
    <dgm:cxn modelId="{56423933-83DF-4058-AD97-EB3228974899}" srcId="{4F739FC8-85F4-4865-8ADA-0F327F30124E}" destId="{D9399FE9-35C7-43C3-92A0-11520830D93C}" srcOrd="3" destOrd="0" parTransId="{92623C33-5448-4AF3-B026-8FC1C5D580FD}" sibTransId="{F20F6861-9F90-4374-9A47-7B37D2B8F338}"/>
    <dgm:cxn modelId="{E27B3B34-FEFB-4C05-AE27-7BCBB72964AB}" srcId="{D6B0712D-A0AD-4B47-8799-3F4C40652B23}" destId="{C320178E-E083-4C80-8B83-E596D5AFACF5}" srcOrd="0" destOrd="0" parTransId="{34EEA894-3D9C-4A70-ACCA-7C75E3E5D10F}" sibTransId="{6C7C8D0B-0DC5-4EBA-B403-D791C9E58D31}"/>
    <dgm:cxn modelId="{106DD76A-6F79-4EB5-8EFB-09BF3AF0D525}" srcId="{B4E9238B-B94E-4BAF-AA69-7FED797ED0F9}" destId="{D6B0712D-A0AD-4B47-8799-3F4C40652B23}" srcOrd="0" destOrd="0" parTransId="{CB8438CE-1990-4FC8-B7BE-C4B43480E193}" sibTransId="{D8DC6414-E605-431E-9E74-D8DC5B1B8511}"/>
    <dgm:cxn modelId="{679A774B-2FD1-40EC-A131-F7632D39D0E3}" srcId="{4F739FC8-85F4-4865-8ADA-0F327F30124E}" destId="{030C458B-3110-423A-B470-2A9C397BCDE5}" srcOrd="1" destOrd="0" parTransId="{0AF4DF51-03B8-46FB-977A-29CC20B52DB0}" sibTransId="{43EB7891-4297-49F5-BAEE-50F6CF85D7B1}"/>
    <dgm:cxn modelId="{F0C2016E-9FD8-4054-9F86-C0D8B0EA663E}" type="presOf" srcId="{B4E9238B-B94E-4BAF-AA69-7FED797ED0F9}" destId="{4A43F67F-CAA1-4DCF-89A2-A6F0B2740397}" srcOrd="0" destOrd="0" presId="urn:microsoft.com/office/officeart/2005/8/layout/hierarchy4"/>
    <dgm:cxn modelId="{1B160B51-3804-4B02-A1DE-BDB70986563A}" type="presOf" srcId="{C320178E-E083-4C80-8B83-E596D5AFACF5}" destId="{0CBC8EB2-B72C-4D1D-BC4D-02D8F2106120}" srcOrd="0" destOrd="0" presId="urn:microsoft.com/office/officeart/2005/8/layout/hierarchy4"/>
    <dgm:cxn modelId="{4D50D696-46F5-49D7-9DBA-557B20C4826E}" type="presOf" srcId="{9A6A2046-65D7-4DA4-AFE7-BA813EEFE166}" destId="{06AD3A67-C65B-4757-AABA-2706092B63E9}" srcOrd="0" destOrd="0" presId="urn:microsoft.com/office/officeart/2005/8/layout/hierarchy4"/>
    <dgm:cxn modelId="{C7D6119F-FA0A-482C-8B90-D194F5345EF9}" srcId="{C320178E-E083-4C80-8B83-E596D5AFACF5}" destId="{4F739FC8-85F4-4865-8ADA-0F327F30124E}" srcOrd="0" destOrd="0" parTransId="{82D31313-8169-4048-99DA-D0B389EF3773}" sibTransId="{1757B82F-EEB9-4181-967B-752A1C66B710}"/>
    <dgm:cxn modelId="{2560B9C7-0DE5-41BD-AAD8-F0AD63C8ABE5}" type="presOf" srcId="{4F739FC8-85F4-4865-8ADA-0F327F30124E}" destId="{9121DA04-C76D-461E-923C-6D90E51A3096}" srcOrd="0" destOrd="0" presId="urn:microsoft.com/office/officeart/2005/8/layout/hierarchy4"/>
    <dgm:cxn modelId="{D0C617E8-D2EA-46BA-9BB9-12F0D98BF944}" srcId="{4F739FC8-85F4-4865-8ADA-0F327F30124E}" destId="{8B25A813-E02F-43BE-8E34-260524EEEB93}" srcOrd="0" destOrd="0" parTransId="{1130B00E-2DA9-4802-8451-908A9157AD34}" sibTransId="{1DD391FC-D5EA-472A-8B84-AFDA6FED37EB}"/>
    <dgm:cxn modelId="{1AC8F7EE-143D-4D15-A499-AE38CFB18575}" type="presOf" srcId="{030C458B-3110-423A-B470-2A9C397BCDE5}" destId="{B32848D0-2445-4878-A160-39AF1F1995B1}" srcOrd="0" destOrd="0" presId="urn:microsoft.com/office/officeart/2005/8/layout/hierarchy4"/>
    <dgm:cxn modelId="{97DC1CF1-A5A3-452D-B5F6-0A94760199EB}" type="presOf" srcId="{8B25A813-E02F-43BE-8E34-260524EEEB93}" destId="{C5CC51FD-B506-4039-896B-130B75677D4D}" srcOrd="0" destOrd="0" presId="urn:microsoft.com/office/officeart/2005/8/layout/hierarchy4"/>
    <dgm:cxn modelId="{AA9F3B2B-4A67-49ED-A471-24AD9735C57D}" type="presParOf" srcId="{4A43F67F-CAA1-4DCF-89A2-A6F0B2740397}" destId="{AD0E4B5E-C5C8-4641-A65B-73BD6F4D1B93}" srcOrd="0" destOrd="0" presId="urn:microsoft.com/office/officeart/2005/8/layout/hierarchy4"/>
    <dgm:cxn modelId="{75751559-857F-4CCC-B483-804FF81AC3CA}" type="presParOf" srcId="{AD0E4B5E-C5C8-4641-A65B-73BD6F4D1B93}" destId="{92FC573B-5E78-4426-89AF-4100303786D9}" srcOrd="0" destOrd="0" presId="urn:microsoft.com/office/officeart/2005/8/layout/hierarchy4"/>
    <dgm:cxn modelId="{B207E198-526D-40C5-A2EB-DFD41CD47A39}" type="presParOf" srcId="{AD0E4B5E-C5C8-4641-A65B-73BD6F4D1B93}" destId="{624E3044-97E3-4777-9A02-3D34D1E86644}" srcOrd="1" destOrd="0" presId="urn:microsoft.com/office/officeart/2005/8/layout/hierarchy4"/>
    <dgm:cxn modelId="{FFF5A751-0FC1-4545-B1E6-0DBBFD3245C6}" type="presParOf" srcId="{AD0E4B5E-C5C8-4641-A65B-73BD6F4D1B93}" destId="{462E28CE-CAF4-46BA-B8FB-257726CFE1E8}" srcOrd="2" destOrd="0" presId="urn:microsoft.com/office/officeart/2005/8/layout/hierarchy4"/>
    <dgm:cxn modelId="{369B0FE6-E49A-4DC7-AC4B-7E7C1AB018F2}" type="presParOf" srcId="{462E28CE-CAF4-46BA-B8FB-257726CFE1E8}" destId="{CBFBEBBA-E375-47CD-80BF-640678AF9977}" srcOrd="0" destOrd="0" presId="urn:microsoft.com/office/officeart/2005/8/layout/hierarchy4"/>
    <dgm:cxn modelId="{AD19F577-C5DB-45E3-BDC1-88981CDDBBDD}" type="presParOf" srcId="{CBFBEBBA-E375-47CD-80BF-640678AF9977}" destId="{0CBC8EB2-B72C-4D1D-BC4D-02D8F2106120}" srcOrd="0" destOrd="0" presId="urn:microsoft.com/office/officeart/2005/8/layout/hierarchy4"/>
    <dgm:cxn modelId="{E0904DF1-1FB2-474A-AF6C-AC0D063EA9EC}" type="presParOf" srcId="{CBFBEBBA-E375-47CD-80BF-640678AF9977}" destId="{F4A078F3-49FE-4245-ACF7-A6377DEE0CA5}" srcOrd="1" destOrd="0" presId="urn:microsoft.com/office/officeart/2005/8/layout/hierarchy4"/>
    <dgm:cxn modelId="{CFF113F7-A4D8-4A8A-86D5-5EF61372C1D6}" type="presParOf" srcId="{CBFBEBBA-E375-47CD-80BF-640678AF9977}" destId="{C9B4C679-13C5-4785-B54F-AD8E2C4218DE}" srcOrd="2" destOrd="0" presId="urn:microsoft.com/office/officeart/2005/8/layout/hierarchy4"/>
    <dgm:cxn modelId="{DCE19ED6-796A-4797-AFBC-05B97B62C6CA}" type="presParOf" srcId="{C9B4C679-13C5-4785-B54F-AD8E2C4218DE}" destId="{C74D10F9-77B4-407A-8D45-10B1884805C3}" srcOrd="0" destOrd="0" presId="urn:microsoft.com/office/officeart/2005/8/layout/hierarchy4"/>
    <dgm:cxn modelId="{142CDCF9-C7D0-42F6-9799-E245E33F7169}" type="presParOf" srcId="{C74D10F9-77B4-407A-8D45-10B1884805C3}" destId="{9121DA04-C76D-461E-923C-6D90E51A3096}" srcOrd="0" destOrd="0" presId="urn:microsoft.com/office/officeart/2005/8/layout/hierarchy4"/>
    <dgm:cxn modelId="{4499E94F-65D1-4865-85C7-8FBC038E32A4}" type="presParOf" srcId="{C74D10F9-77B4-407A-8D45-10B1884805C3}" destId="{3BE56D70-8CC6-4668-AE42-E61690071266}" srcOrd="1" destOrd="0" presId="urn:microsoft.com/office/officeart/2005/8/layout/hierarchy4"/>
    <dgm:cxn modelId="{5AED87AE-030B-4199-A769-1FF27DA8E6AF}" type="presParOf" srcId="{C74D10F9-77B4-407A-8D45-10B1884805C3}" destId="{48E5CD18-0094-49E8-BF62-C10FA242E8BA}" srcOrd="2" destOrd="0" presId="urn:microsoft.com/office/officeart/2005/8/layout/hierarchy4"/>
    <dgm:cxn modelId="{ADA4D747-8ADE-4E7F-9C5F-5388B877B5A2}" type="presParOf" srcId="{48E5CD18-0094-49E8-BF62-C10FA242E8BA}" destId="{89746405-E722-407D-B880-E59FDFB9356E}" srcOrd="0" destOrd="0" presId="urn:microsoft.com/office/officeart/2005/8/layout/hierarchy4"/>
    <dgm:cxn modelId="{41C4BB3C-EE28-4AF0-92D4-DB7022CB88BA}" type="presParOf" srcId="{89746405-E722-407D-B880-E59FDFB9356E}" destId="{C5CC51FD-B506-4039-896B-130B75677D4D}" srcOrd="0" destOrd="0" presId="urn:microsoft.com/office/officeart/2005/8/layout/hierarchy4"/>
    <dgm:cxn modelId="{A0F17EE0-A2CE-4CC5-BC08-7D01A55154E9}" type="presParOf" srcId="{89746405-E722-407D-B880-E59FDFB9356E}" destId="{718B76FF-9EA5-4164-9051-A4C679156973}" srcOrd="1" destOrd="0" presId="urn:microsoft.com/office/officeart/2005/8/layout/hierarchy4"/>
    <dgm:cxn modelId="{B48289DE-55E3-4883-86E6-C409BF14BEE2}" type="presParOf" srcId="{48E5CD18-0094-49E8-BF62-C10FA242E8BA}" destId="{A95EB56D-C3A3-4A7B-A37B-8F840DB96309}" srcOrd="1" destOrd="0" presId="urn:microsoft.com/office/officeart/2005/8/layout/hierarchy4"/>
    <dgm:cxn modelId="{FBDBA4A8-E2B6-415A-A4D2-526F90A93A06}" type="presParOf" srcId="{48E5CD18-0094-49E8-BF62-C10FA242E8BA}" destId="{C5621200-B811-4CE4-970B-1BC9F4CDDB22}" srcOrd="2" destOrd="0" presId="urn:microsoft.com/office/officeart/2005/8/layout/hierarchy4"/>
    <dgm:cxn modelId="{242DF475-D912-4621-B80C-33CD7B389BDD}" type="presParOf" srcId="{C5621200-B811-4CE4-970B-1BC9F4CDDB22}" destId="{B32848D0-2445-4878-A160-39AF1F1995B1}" srcOrd="0" destOrd="0" presId="urn:microsoft.com/office/officeart/2005/8/layout/hierarchy4"/>
    <dgm:cxn modelId="{89733FE1-9881-485C-9D84-24D8D575675D}" type="presParOf" srcId="{C5621200-B811-4CE4-970B-1BC9F4CDDB22}" destId="{49AF830A-4B74-44C1-869F-242AC1C0759D}" srcOrd="1" destOrd="0" presId="urn:microsoft.com/office/officeart/2005/8/layout/hierarchy4"/>
    <dgm:cxn modelId="{7503FDE8-8213-4362-A5ED-D882FCAA7B69}" type="presParOf" srcId="{48E5CD18-0094-49E8-BF62-C10FA242E8BA}" destId="{49084270-0E71-4366-BCBE-4AD014894B1F}" srcOrd="3" destOrd="0" presId="urn:microsoft.com/office/officeart/2005/8/layout/hierarchy4"/>
    <dgm:cxn modelId="{B3E96EC2-21E9-446D-9B6C-112ADA8F1908}" type="presParOf" srcId="{48E5CD18-0094-49E8-BF62-C10FA242E8BA}" destId="{A23544B9-7A72-45F5-A4F5-66FCEF73C320}" srcOrd="4" destOrd="0" presId="urn:microsoft.com/office/officeart/2005/8/layout/hierarchy4"/>
    <dgm:cxn modelId="{38EAAB26-9953-4035-A0DA-534FC0BBC65C}" type="presParOf" srcId="{A23544B9-7A72-45F5-A4F5-66FCEF73C320}" destId="{06AD3A67-C65B-4757-AABA-2706092B63E9}" srcOrd="0" destOrd="0" presId="urn:microsoft.com/office/officeart/2005/8/layout/hierarchy4"/>
    <dgm:cxn modelId="{09C7EC85-AB50-4AE5-9BF0-7028BAEEC0C3}" type="presParOf" srcId="{A23544B9-7A72-45F5-A4F5-66FCEF73C320}" destId="{7BF046AD-46E0-49BF-BC5E-605766B66D08}" srcOrd="1" destOrd="0" presId="urn:microsoft.com/office/officeart/2005/8/layout/hierarchy4"/>
    <dgm:cxn modelId="{AAA35A68-6708-4A21-A05C-519531852361}" type="presParOf" srcId="{48E5CD18-0094-49E8-BF62-C10FA242E8BA}" destId="{CC2924E1-3187-4A3A-9A58-EDEE3E15C3E7}" srcOrd="5" destOrd="0" presId="urn:microsoft.com/office/officeart/2005/8/layout/hierarchy4"/>
    <dgm:cxn modelId="{BA32E166-0221-4E2F-B47B-35306BA9158E}" type="presParOf" srcId="{48E5CD18-0094-49E8-BF62-C10FA242E8BA}" destId="{645268EA-EF6A-4F56-8E1B-180558EB4FD2}" srcOrd="6" destOrd="0" presId="urn:microsoft.com/office/officeart/2005/8/layout/hierarchy4"/>
    <dgm:cxn modelId="{3AB64728-D916-4012-85EE-79A3AAA1C395}" type="presParOf" srcId="{645268EA-EF6A-4F56-8E1B-180558EB4FD2}" destId="{DC5E1A86-2FA4-4DFC-86C6-AF46F48F68AB}" srcOrd="0" destOrd="0" presId="urn:microsoft.com/office/officeart/2005/8/layout/hierarchy4"/>
    <dgm:cxn modelId="{C16A37B1-7CDF-4907-B0E8-8D46CEBB80B5}" type="presParOf" srcId="{645268EA-EF6A-4F56-8E1B-180558EB4FD2}" destId="{DE2C335F-6C07-41A3-855C-7AFAA82AA99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B5A47-F545-4C02-AD7E-78BA908B5C72}">
      <dsp:nvSpPr>
        <dsp:cNvPr id="0" name=""/>
        <dsp:cNvSpPr/>
      </dsp:nvSpPr>
      <dsp:spPr>
        <a:xfrm>
          <a:off x="448872" y="0"/>
          <a:ext cx="5087221" cy="3600423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A00B1-0E88-4E5E-8BD9-8F5D03FA4375}">
      <dsp:nvSpPr>
        <dsp:cNvPr id="0" name=""/>
        <dsp:cNvSpPr/>
      </dsp:nvSpPr>
      <dsp:spPr>
        <a:xfrm>
          <a:off x="1894" y="1080126"/>
          <a:ext cx="1925050" cy="144016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Anotasi Gen</a:t>
          </a:r>
          <a:endParaRPr lang="en-U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 err="1"/>
            <a:t>Struktur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 err="1"/>
            <a:t>Fungsi</a:t>
          </a:r>
          <a:endParaRPr lang="en-US" sz="1300" kern="1200" dirty="0"/>
        </a:p>
      </dsp:txBody>
      <dsp:txXfrm>
        <a:off x="72197" y="1150429"/>
        <a:ext cx="1784444" cy="1299563"/>
      </dsp:txXfrm>
    </dsp:sp>
    <dsp:sp modelId="{EDE8D485-E761-49BD-9244-0473A6078164}">
      <dsp:nvSpPr>
        <dsp:cNvPr id="0" name=""/>
        <dsp:cNvSpPr/>
      </dsp:nvSpPr>
      <dsp:spPr>
        <a:xfrm>
          <a:off x="2029957" y="1080126"/>
          <a:ext cx="1925050" cy="1440169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Proteomik</a:t>
          </a:r>
          <a:endParaRPr lang="en-U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 err="1"/>
            <a:t>Struktur</a:t>
          </a:r>
          <a:r>
            <a:rPr lang="en-GB" sz="1300" kern="1200" dirty="0"/>
            <a:t> (Alpha, Beta, Transmembrane)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Fungsi </a:t>
          </a:r>
          <a:r>
            <a:rPr lang="en-GB" sz="1300" kern="1200" dirty="0"/>
            <a:t>Protein</a:t>
          </a:r>
          <a:endParaRPr lang="en-US" sz="1300" kern="1200" dirty="0"/>
        </a:p>
      </dsp:txBody>
      <dsp:txXfrm>
        <a:off x="2100260" y="1150429"/>
        <a:ext cx="1784444" cy="1299563"/>
      </dsp:txXfrm>
    </dsp:sp>
    <dsp:sp modelId="{5E93C135-022D-4378-A18C-3A3F6FBF01BA}">
      <dsp:nvSpPr>
        <dsp:cNvPr id="0" name=""/>
        <dsp:cNvSpPr/>
      </dsp:nvSpPr>
      <dsp:spPr>
        <a:xfrm>
          <a:off x="4058020" y="1080126"/>
          <a:ext cx="1925050" cy="1440169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Metabolomik</a:t>
          </a:r>
          <a:endParaRPr lang="en-U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 err="1"/>
            <a:t>Hubungan</a:t>
          </a:r>
          <a:r>
            <a:rPr lang="en-GB" sz="1300" kern="1200" dirty="0"/>
            <a:t> </a:t>
          </a:r>
          <a:r>
            <a:rPr lang="en-GB" sz="1300" kern="1200" dirty="0" err="1"/>
            <a:t>antara</a:t>
          </a:r>
          <a:r>
            <a:rPr lang="en-GB" sz="1300" kern="1200" dirty="0"/>
            <a:t> protein </a:t>
          </a:r>
          <a:r>
            <a:rPr lang="en-GB" sz="1300" kern="1200" dirty="0" err="1"/>
            <a:t>dalam</a:t>
          </a:r>
          <a:r>
            <a:rPr lang="en-GB" sz="1300" kern="1200" dirty="0"/>
            <a:t> </a:t>
          </a:r>
          <a:r>
            <a:rPr lang="en-GB" sz="1300" kern="1200" dirty="0" err="1"/>
            <a:t>metabolisme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Metabolism Pathway</a:t>
          </a:r>
          <a:endParaRPr lang="en-US" sz="1300" kern="1200" dirty="0"/>
        </a:p>
      </dsp:txBody>
      <dsp:txXfrm>
        <a:off x="4128323" y="1150429"/>
        <a:ext cx="1784444" cy="1299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41E39B-F973-49C0-95EC-2182861E980A}">
      <dsp:nvSpPr>
        <dsp:cNvPr id="0" name=""/>
        <dsp:cNvSpPr/>
      </dsp:nvSpPr>
      <dsp:spPr>
        <a:xfrm>
          <a:off x="3497117" y="1453"/>
          <a:ext cx="5245675" cy="787183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DNABERT-Prom-300 (Ji et. al., 2021)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 err="1"/>
            <a:t>DeePromoter</a:t>
          </a:r>
          <a:r>
            <a:rPr lang="en-GB" sz="1900" kern="1200" dirty="0"/>
            <a:t> (</a:t>
          </a:r>
          <a:r>
            <a:rPr lang="en-GB" sz="1900" kern="1200" dirty="0" err="1"/>
            <a:t>Oubounyt</a:t>
          </a:r>
          <a:r>
            <a:rPr lang="en-GB" sz="1900" kern="1200" dirty="0"/>
            <a:t> et. al., 2019)</a:t>
          </a:r>
          <a:endParaRPr lang="en-US" sz="1900" kern="1200" dirty="0"/>
        </a:p>
      </dsp:txBody>
      <dsp:txXfrm>
        <a:off x="3497117" y="99851"/>
        <a:ext cx="4950481" cy="590387"/>
      </dsp:txXfrm>
    </dsp:sp>
    <dsp:sp modelId="{6502ACA6-722A-43AE-A464-677730DD5B89}">
      <dsp:nvSpPr>
        <dsp:cNvPr id="0" name=""/>
        <dsp:cNvSpPr/>
      </dsp:nvSpPr>
      <dsp:spPr>
        <a:xfrm>
          <a:off x="0" y="1453"/>
          <a:ext cx="3497117" cy="78718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Prediksi</a:t>
          </a:r>
          <a:r>
            <a:rPr lang="en-GB" sz="2900" kern="1200" dirty="0"/>
            <a:t> Promoter</a:t>
          </a:r>
          <a:endParaRPr lang="en-US" sz="2900" kern="1200" dirty="0"/>
        </a:p>
      </dsp:txBody>
      <dsp:txXfrm>
        <a:off x="38427" y="39880"/>
        <a:ext cx="3420263" cy="710329"/>
      </dsp:txXfrm>
    </dsp:sp>
    <dsp:sp modelId="{5AC2C034-95AD-4975-AEAA-AA13E648E6F5}">
      <dsp:nvSpPr>
        <dsp:cNvPr id="0" name=""/>
        <dsp:cNvSpPr/>
      </dsp:nvSpPr>
      <dsp:spPr>
        <a:xfrm>
          <a:off x="3497117" y="867355"/>
          <a:ext cx="5245675" cy="787183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Splice2Deep (</a:t>
          </a:r>
          <a:r>
            <a:rPr lang="en-GB" sz="1900" kern="1200" dirty="0" err="1"/>
            <a:t>Albaradei</a:t>
          </a:r>
          <a:r>
            <a:rPr lang="en-GB" sz="1900" kern="1200" dirty="0"/>
            <a:t> et. al., 2020)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DNABERT-Splice (Ji et. al., 2021)</a:t>
          </a:r>
          <a:endParaRPr lang="en-US" sz="1900" kern="1200" dirty="0"/>
        </a:p>
      </dsp:txBody>
      <dsp:txXfrm>
        <a:off x="3497117" y="965753"/>
        <a:ext cx="4950481" cy="590387"/>
      </dsp:txXfrm>
    </dsp:sp>
    <dsp:sp modelId="{ECD62D9A-6F12-4B93-A50B-4D163D2C8AB7}">
      <dsp:nvSpPr>
        <dsp:cNvPr id="0" name=""/>
        <dsp:cNvSpPr/>
      </dsp:nvSpPr>
      <dsp:spPr>
        <a:xfrm>
          <a:off x="0" y="867355"/>
          <a:ext cx="3497117" cy="787183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Prediksi</a:t>
          </a:r>
          <a:r>
            <a:rPr lang="en-GB" sz="2900" kern="1200" dirty="0"/>
            <a:t> Splice Sites</a:t>
          </a:r>
          <a:endParaRPr lang="en-US" sz="2900" kern="1200" dirty="0"/>
        </a:p>
      </dsp:txBody>
      <dsp:txXfrm>
        <a:off x="38427" y="905782"/>
        <a:ext cx="3420263" cy="710329"/>
      </dsp:txXfrm>
    </dsp:sp>
    <dsp:sp modelId="{990D8C5E-7880-4EF0-8E60-45A1ACB0DB43}">
      <dsp:nvSpPr>
        <dsp:cNvPr id="0" name=""/>
        <dsp:cNvSpPr/>
      </dsp:nvSpPr>
      <dsp:spPr>
        <a:xfrm>
          <a:off x="3497117" y="1733256"/>
          <a:ext cx="5245675" cy="787183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 err="1"/>
            <a:t>SANPolyA</a:t>
          </a:r>
          <a:r>
            <a:rPr lang="en-GB" sz="1900" kern="1200" dirty="0"/>
            <a:t> (Yu dan Dai, 2020)</a:t>
          </a:r>
          <a:endParaRPr lang="en-US" sz="1900" kern="1200" dirty="0"/>
        </a:p>
      </dsp:txBody>
      <dsp:txXfrm>
        <a:off x="3497117" y="1831654"/>
        <a:ext cx="4950481" cy="590387"/>
      </dsp:txXfrm>
    </dsp:sp>
    <dsp:sp modelId="{CB09E3F0-E9E0-4260-9056-245B22784EC5}">
      <dsp:nvSpPr>
        <dsp:cNvPr id="0" name=""/>
        <dsp:cNvSpPr/>
      </dsp:nvSpPr>
      <dsp:spPr>
        <a:xfrm>
          <a:off x="0" y="1733256"/>
          <a:ext cx="3497117" cy="787183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Prediksi</a:t>
          </a:r>
          <a:r>
            <a:rPr lang="en-GB" sz="2900" kern="1200" dirty="0"/>
            <a:t> Poly-A</a:t>
          </a:r>
          <a:endParaRPr lang="en-US" sz="2900" kern="1200" dirty="0"/>
        </a:p>
      </dsp:txBody>
      <dsp:txXfrm>
        <a:off x="38427" y="1771683"/>
        <a:ext cx="3420263" cy="710329"/>
      </dsp:txXfrm>
    </dsp:sp>
    <dsp:sp modelId="{44949430-520E-4D8E-BA01-A62A7C40EB8F}">
      <dsp:nvSpPr>
        <dsp:cNvPr id="0" name=""/>
        <dsp:cNvSpPr/>
      </dsp:nvSpPr>
      <dsp:spPr>
        <a:xfrm>
          <a:off x="3497117" y="2599158"/>
          <a:ext cx="5245675" cy="787183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DNABERT (Ji et. al., 2021)</a:t>
          </a:r>
          <a:endParaRPr lang="en-US" sz="1900" kern="1200" dirty="0"/>
        </a:p>
      </dsp:txBody>
      <dsp:txXfrm>
        <a:off x="3497117" y="2697556"/>
        <a:ext cx="4950481" cy="590387"/>
      </dsp:txXfrm>
    </dsp:sp>
    <dsp:sp modelId="{B7C401F5-DBB0-437A-B6CE-D3D500D12AF6}">
      <dsp:nvSpPr>
        <dsp:cNvPr id="0" name=""/>
        <dsp:cNvSpPr/>
      </dsp:nvSpPr>
      <dsp:spPr>
        <a:xfrm>
          <a:off x="0" y="2599158"/>
          <a:ext cx="3497117" cy="787183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Prediksi</a:t>
          </a:r>
          <a:r>
            <a:rPr lang="en-GB" sz="2900" kern="1200" dirty="0"/>
            <a:t> Motif</a:t>
          </a:r>
          <a:endParaRPr lang="en-US" sz="2900" kern="1200" dirty="0"/>
        </a:p>
      </dsp:txBody>
      <dsp:txXfrm>
        <a:off x="38427" y="2637585"/>
        <a:ext cx="3420263" cy="710329"/>
      </dsp:txXfrm>
    </dsp:sp>
    <dsp:sp modelId="{1CAE2B4A-2BC6-4384-8F87-40E2184CC177}">
      <dsp:nvSpPr>
        <dsp:cNvPr id="0" name=""/>
        <dsp:cNvSpPr/>
      </dsp:nvSpPr>
      <dsp:spPr>
        <a:xfrm>
          <a:off x="3497117" y="3465059"/>
          <a:ext cx="5245675" cy="787183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ED83B-EFA5-4631-AD9C-E53A4735F2CA}">
      <dsp:nvSpPr>
        <dsp:cNvPr id="0" name=""/>
        <dsp:cNvSpPr/>
      </dsp:nvSpPr>
      <dsp:spPr>
        <a:xfrm>
          <a:off x="0" y="3465059"/>
          <a:ext cx="3497117" cy="787183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Prediksi</a:t>
          </a:r>
          <a:r>
            <a:rPr lang="en-GB" sz="2900" kern="1200" dirty="0"/>
            <a:t> </a:t>
          </a:r>
          <a:r>
            <a:rPr lang="en-GB" sz="2900" kern="1200" dirty="0" err="1"/>
            <a:t>Lainnya</a:t>
          </a:r>
          <a:endParaRPr lang="en-US" sz="2900" kern="1200" dirty="0"/>
        </a:p>
      </dsp:txBody>
      <dsp:txXfrm>
        <a:off x="38427" y="3503486"/>
        <a:ext cx="3420263" cy="7103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3E0962-A03F-4122-AFE6-0D15636E83D5}">
      <dsp:nvSpPr>
        <dsp:cNvPr id="0" name=""/>
        <dsp:cNvSpPr/>
      </dsp:nvSpPr>
      <dsp:spPr>
        <a:xfrm>
          <a:off x="0" y="10944"/>
          <a:ext cx="10017169" cy="3968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Satu Model </a:t>
          </a:r>
          <a:r>
            <a:rPr lang="en-GB" sz="2400" kern="1200" dirty="0" err="1"/>
            <a:t>untuk</a:t>
          </a:r>
          <a:r>
            <a:rPr lang="en-GB" sz="2400" kern="1200" dirty="0"/>
            <a:t> Satu Task dan Satu Data</a:t>
          </a:r>
          <a:endParaRPr lang="en-US" sz="2400" kern="1200" dirty="0"/>
        </a:p>
      </dsp:txBody>
      <dsp:txXfrm>
        <a:off x="19373" y="30317"/>
        <a:ext cx="9978423" cy="358109"/>
      </dsp:txXfrm>
    </dsp:sp>
    <dsp:sp modelId="{A11AD17A-7583-43E0-AD73-8B82BB589EA7}">
      <dsp:nvSpPr>
        <dsp:cNvPr id="0" name=""/>
        <dsp:cNvSpPr/>
      </dsp:nvSpPr>
      <dsp:spPr>
        <a:xfrm>
          <a:off x="0" y="407799"/>
          <a:ext cx="10017169" cy="1128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045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 dirty="0" err="1"/>
            <a:t>Tidak</a:t>
          </a:r>
          <a:r>
            <a:rPr lang="en-GB" sz="2000" kern="1200" dirty="0"/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fleksibel</a:t>
          </a:r>
          <a:r>
            <a:rPr lang="en-GB" sz="2000" kern="1200" dirty="0">
              <a:latin typeface="Tenorite"/>
              <a:ea typeface="+mn-ea"/>
              <a:cs typeface="+mn-cs"/>
            </a:rPr>
            <a:t> → Antara </a:t>
          </a:r>
          <a:r>
            <a:rPr lang="en-GB" sz="2000" kern="1200" dirty="0" err="1">
              <a:latin typeface="Tenorite"/>
              <a:ea typeface="+mn-ea"/>
              <a:cs typeface="+mn-cs"/>
            </a:rPr>
            <a:t>spesies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ada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kemiripan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tapi</a:t>
          </a:r>
          <a:r>
            <a:rPr lang="en-GB" sz="2000" kern="1200" dirty="0">
              <a:latin typeface="Tenorite"/>
              <a:ea typeface="+mn-ea"/>
              <a:cs typeface="+mn-cs"/>
            </a:rPr>
            <a:t> model </a:t>
          </a:r>
          <a:r>
            <a:rPr lang="en-GB" sz="2000" kern="1200" dirty="0" err="1">
              <a:latin typeface="Tenorite"/>
              <a:ea typeface="+mn-ea"/>
              <a:cs typeface="+mn-cs"/>
            </a:rPr>
            <a:t>tidak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bisa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menangkap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kemiripan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tersebut</a:t>
          </a:r>
          <a:endParaRPr lang="en-US" sz="2000" kern="1200" dirty="0">
            <a:latin typeface="Tenorite"/>
            <a:ea typeface="+mn-ea"/>
            <a:cs typeface="+mn-cs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 dirty="0" err="1">
              <a:latin typeface="Tenorite"/>
              <a:ea typeface="+mn-ea"/>
              <a:cs typeface="+mn-cs"/>
            </a:rPr>
            <a:t>Tidak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semua</a:t>
          </a:r>
          <a:r>
            <a:rPr lang="en-GB" sz="2000" kern="1200" dirty="0">
              <a:latin typeface="Tenorite"/>
              <a:ea typeface="+mn-ea"/>
              <a:cs typeface="+mn-cs"/>
            </a:rPr>
            <a:t> data </a:t>
          </a:r>
          <a:r>
            <a:rPr lang="en-GB" sz="2000" kern="1200" dirty="0" err="1">
              <a:latin typeface="Tenorite"/>
              <a:ea typeface="+mn-ea"/>
              <a:cs typeface="+mn-cs"/>
            </a:rPr>
            <a:t>memiliki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fitur</a:t>
          </a:r>
          <a:r>
            <a:rPr lang="en-GB" sz="2000" kern="1200" dirty="0">
              <a:latin typeface="Tenorite"/>
              <a:ea typeface="+mn-ea"/>
              <a:cs typeface="+mn-cs"/>
            </a:rPr>
            <a:t> yang </a:t>
          </a:r>
          <a:r>
            <a:rPr lang="en-GB" sz="2000" kern="1200" dirty="0" err="1">
              <a:latin typeface="Tenorite"/>
              <a:ea typeface="+mn-ea"/>
              <a:cs typeface="+mn-cs"/>
            </a:rPr>
            <a:t>cukup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untuk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prediksi</a:t>
          </a:r>
          <a:r>
            <a:rPr lang="en-GB" sz="2000" kern="1200" dirty="0">
              <a:latin typeface="Tenorite"/>
              <a:ea typeface="+mn-ea"/>
              <a:cs typeface="+mn-cs"/>
            </a:rPr>
            <a:t> </a:t>
          </a:r>
          <a:r>
            <a:rPr lang="en-GB" sz="2000" kern="1200" dirty="0" err="1">
              <a:latin typeface="Tenorite"/>
              <a:ea typeface="+mn-ea"/>
              <a:cs typeface="+mn-cs"/>
            </a:rPr>
            <a:t>sebuah</a:t>
          </a:r>
          <a:r>
            <a:rPr lang="en-GB" sz="2000" kern="1200" dirty="0">
              <a:latin typeface="Tenorite"/>
              <a:ea typeface="+mn-ea"/>
              <a:cs typeface="+mn-cs"/>
            </a:rPr>
            <a:t> task.</a:t>
          </a:r>
          <a:endParaRPr lang="en-US" sz="2000" kern="1200" dirty="0">
            <a:latin typeface="Tenorite"/>
            <a:ea typeface="+mn-ea"/>
            <a:cs typeface="+mn-cs"/>
          </a:endParaRPr>
        </a:p>
      </dsp:txBody>
      <dsp:txXfrm>
        <a:off x="0" y="407799"/>
        <a:ext cx="10017169" cy="1128655"/>
      </dsp:txXfrm>
    </dsp:sp>
    <dsp:sp modelId="{756FEDC9-A4D5-4CB0-AC72-6E60062193DE}">
      <dsp:nvSpPr>
        <dsp:cNvPr id="0" name=""/>
        <dsp:cNvSpPr/>
      </dsp:nvSpPr>
      <dsp:spPr>
        <a:xfrm>
          <a:off x="0" y="1536455"/>
          <a:ext cx="10017169" cy="35271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DNABERT (Ji et. al., 2021) </a:t>
          </a:r>
          <a:r>
            <a:rPr lang="en-GB" sz="2400" kern="1200" dirty="0" err="1"/>
            <a:t>bergantung</a:t>
          </a:r>
          <a:r>
            <a:rPr lang="en-GB" sz="2400" kern="1200" dirty="0"/>
            <a:t> pada data </a:t>
          </a:r>
          <a:r>
            <a:rPr lang="en-GB" sz="2400" i="1" kern="1200" dirty="0"/>
            <a:t>fine-tuning</a:t>
          </a:r>
          <a:endParaRPr lang="en-US" sz="2400" kern="1200" dirty="0"/>
        </a:p>
      </dsp:txBody>
      <dsp:txXfrm>
        <a:off x="17218" y="1553673"/>
        <a:ext cx="9982733" cy="318280"/>
      </dsp:txXfrm>
    </dsp:sp>
    <dsp:sp modelId="{DE7424A2-1847-4810-B345-56FDD903CBD3}">
      <dsp:nvSpPr>
        <dsp:cNvPr id="0" name=""/>
        <dsp:cNvSpPr/>
      </dsp:nvSpPr>
      <dsp:spPr>
        <a:xfrm>
          <a:off x="0" y="1889171"/>
          <a:ext cx="10017169" cy="2051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045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 dirty="0"/>
            <a:t>DNABERT </a:t>
          </a:r>
          <a:r>
            <a:rPr lang="en-GB" sz="2000" kern="1200" dirty="0" err="1"/>
            <a:t>dapat</a:t>
          </a:r>
          <a:r>
            <a:rPr lang="en-GB" sz="2000" kern="1200" dirty="0"/>
            <a:t> </a:t>
          </a:r>
          <a:r>
            <a:rPr lang="en-GB" sz="2000" kern="1200" dirty="0" err="1"/>
            <a:t>menangkap</a:t>
          </a:r>
          <a:r>
            <a:rPr lang="en-GB" sz="2000" kern="1200" dirty="0"/>
            <a:t> </a:t>
          </a:r>
          <a:r>
            <a:rPr lang="en-GB" sz="2000" kern="1200" dirty="0" err="1"/>
            <a:t>fitur</a:t>
          </a:r>
          <a:r>
            <a:rPr lang="en-GB" sz="2000" kern="1200" dirty="0"/>
            <a:t> </a:t>
          </a:r>
          <a:r>
            <a:rPr lang="en-GB" sz="2000" kern="1200" dirty="0" err="1"/>
            <a:t>generik</a:t>
          </a:r>
          <a:r>
            <a:rPr lang="en-GB" sz="2000" kern="1200" dirty="0"/>
            <a:t> </a:t>
          </a:r>
          <a:r>
            <a:rPr lang="en-GB" sz="2000" kern="1200" dirty="0" err="1"/>
            <a:t>dari</a:t>
          </a:r>
          <a:r>
            <a:rPr lang="en-GB" sz="2000" kern="1200" dirty="0"/>
            <a:t> </a:t>
          </a:r>
          <a:r>
            <a:rPr lang="en-GB" sz="2000" kern="1200" dirty="0" err="1"/>
            <a:t>genom</a:t>
          </a:r>
          <a:r>
            <a:rPr lang="en-GB" sz="2000" kern="1200" dirty="0"/>
            <a:t> </a:t>
          </a:r>
          <a:r>
            <a:rPr lang="en-GB" sz="2000" i="1" kern="1200" dirty="0"/>
            <a:t>H. sapiens </a:t>
          </a:r>
          <a:r>
            <a:rPr lang="en-GB" sz="2000" i="0" kern="1200" dirty="0" err="1"/>
            <a:t>tetapi</a:t>
          </a:r>
          <a:r>
            <a:rPr lang="en-GB" sz="2000" i="0" kern="1200" dirty="0"/>
            <a:t> </a:t>
          </a:r>
          <a:r>
            <a:rPr lang="en-GB" sz="2000" i="0" kern="1200" dirty="0" err="1"/>
            <a:t>tetap</a:t>
          </a:r>
          <a:r>
            <a:rPr lang="en-GB" sz="2000" i="0" kern="1200" dirty="0"/>
            <a:t> </a:t>
          </a:r>
          <a:r>
            <a:rPr lang="en-GB" sz="2000" i="0" kern="1200" dirty="0" err="1"/>
            <a:t>membutuhkan</a:t>
          </a:r>
          <a:r>
            <a:rPr lang="en-GB" sz="2000" i="0" kern="1200" dirty="0"/>
            <a:t> data </a:t>
          </a:r>
          <a:r>
            <a:rPr lang="en-GB" sz="2000" i="1" kern="1200" dirty="0"/>
            <a:t>fine-tuning </a:t>
          </a:r>
          <a:r>
            <a:rPr lang="en-GB" sz="2000" i="0" kern="1200" dirty="0" err="1"/>
            <a:t>untuk</a:t>
          </a:r>
          <a:r>
            <a:rPr lang="en-GB" sz="2000" i="0" kern="1200" dirty="0"/>
            <a:t> </a:t>
          </a:r>
          <a:r>
            <a:rPr lang="en-GB" sz="2000" i="0" kern="1200" dirty="0" err="1"/>
            <a:t>persoalan</a:t>
          </a:r>
          <a:r>
            <a:rPr lang="en-GB" sz="2000" i="0" kern="1200" dirty="0"/>
            <a:t> </a:t>
          </a:r>
          <a:r>
            <a:rPr lang="en-GB" sz="2000" i="0" kern="1200" dirty="0" err="1"/>
            <a:t>tertentu</a:t>
          </a:r>
          <a:endParaRPr lang="en-US" sz="2000" i="1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i="0" kern="1200" dirty="0" err="1"/>
            <a:t>Keberadaan</a:t>
          </a:r>
          <a:r>
            <a:rPr lang="en-GB" sz="2000" i="0" kern="1200" dirty="0"/>
            <a:t> data </a:t>
          </a:r>
          <a:r>
            <a:rPr lang="en-GB" sz="2000" i="1" kern="1200" dirty="0"/>
            <a:t>fine-tuning</a:t>
          </a:r>
          <a:r>
            <a:rPr lang="en-GB" sz="2000" i="0" kern="1200" dirty="0"/>
            <a:t> </a:t>
          </a:r>
          <a:r>
            <a:rPr lang="en-GB" sz="2000" i="0" kern="1200" dirty="0" err="1"/>
            <a:t>tidak</a:t>
          </a:r>
          <a:r>
            <a:rPr lang="en-GB" sz="2000" i="0" kern="1200" dirty="0"/>
            <a:t> </a:t>
          </a:r>
          <a:r>
            <a:rPr lang="en-GB" sz="2000" i="0" kern="1200" dirty="0" err="1"/>
            <a:t>ada</a:t>
          </a:r>
          <a:r>
            <a:rPr lang="en-GB" sz="2000" i="0" kern="1200" dirty="0"/>
            <a:t> / </a:t>
          </a:r>
          <a:r>
            <a:rPr lang="en-GB" sz="2000" i="0" kern="1200" dirty="0" err="1"/>
            <a:t>tidak</a:t>
          </a:r>
          <a:r>
            <a:rPr lang="en-GB" sz="2000" i="0" kern="1200" dirty="0"/>
            <a:t> </a:t>
          </a:r>
          <a:r>
            <a:rPr lang="en-GB" sz="2000" i="0" kern="1200" dirty="0" err="1"/>
            <a:t>lengkap</a:t>
          </a:r>
          <a:endParaRPr lang="en-US" sz="2000" i="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600" i="1" kern="1200" dirty="0"/>
        </a:p>
      </dsp:txBody>
      <dsp:txXfrm>
        <a:off x="0" y="1889171"/>
        <a:ext cx="10017169" cy="20513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C573B-5E78-4426-89AF-4100303786D9}">
      <dsp:nvSpPr>
        <dsp:cNvPr id="0" name=""/>
        <dsp:cNvSpPr/>
      </dsp:nvSpPr>
      <dsp:spPr>
        <a:xfrm>
          <a:off x="722" y="0"/>
          <a:ext cx="6607041" cy="6597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Input</a:t>
          </a:r>
          <a:endParaRPr lang="en-US" sz="2900" kern="1200" dirty="0"/>
        </a:p>
      </dsp:txBody>
      <dsp:txXfrm>
        <a:off x="20046" y="19324"/>
        <a:ext cx="6568393" cy="621110"/>
      </dsp:txXfrm>
    </dsp:sp>
    <dsp:sp modelId="{0CBC8EB2-B72C-4D1D-BC4D-02D8F2106120}">
      <dsp:nvSpPr>
        <dsp:cNvPr id="0" name=""/>
        <dsp:cNvSpPr/>
      </dsp:nvSpPr>
      <dsp:spPr>
        <a:xfrm>
          <a:off x="361" y="744718"/>
          <a:ext cx="6607041" cy="6597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Shared Parameter</a:t>
          </a:r>
          <a:endParaRPr lang="en-US" sz="2900" kern="1200" dirty="0"/>
        </a:p>
      </dsp:txBody>
      <dsp:txXfrm>
        <a:off x="19685" y="764042"/>
        <a:ext cx="6568393" cy="621110"/>
      </dsp:txXfrm>
    </dsp:sp>
    <dsp:sp modelId="{29CF7E73-2F0A-429A-AF3B-C56306CBF086}">
      <dsp:nvSpPr>
        <dsp:cNvPr id="0" name=""/>
        <dsp:cNvSpPr/>
      </dsp:nvSpPr>
      <dsp:spPr>
        <a:xfrm>
          <a:off x="361" y="1488855"/>
          <a:ext cx="2142360" cy="65975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Task Specific Layer 1</a:t>
          </a:r>
          <a:endParaRPr lang="en-US" sz="1700" kern="1200" dirty="0"/>
        </a:p>
      </dsp:txBody>
      <dsp:txXfrm>
        <a:off x="19685" y="1508179"/>
        <a:ext cx="2103712" cy="621110"/>
      </dsp:txXfrm>
    </dsp:sp>
    <dsp:sp modelId="{D219E210-3791-4E01-BC44-F5FA9D972635}">
      <dsp:nvSpPr>
        <dsp:cNvPr id="0" name=""/>
        <dsp:cNvSpPr/>
      </dsp:nvSpPr>
      <dsp:spPr>
        <a:xfrm>
          <a:off x="361" y="2232991"/>
          <a:ext cx="2142360" cy="65975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Output Layer 1</a:t>
          </a:r>
          <a:endParaRPr lang="en-US" sz="1700" kern="1200" dirty="0"/>
        </a:p>
      </dsp:txBody>
      <dsp:txXfrm>
        <a:off x="19685" y="2252315"/>
        <a:ext cx="2103712" cy="621110"/>
      </dsp:txXfrm>
    </dsp:sp>
    <dsp:sp modelId="{B18C4B09-0764-4FC1-8C65-9E850E13A59B}">
      <dsp:nvSpPr>
        <dsp:cNvPr id="0" name=""/>
        <dsp:cNvSpPr/>
      </dsp:nvSpPr>
      <dsp:spPr>
        <a:xfrm>
          <a:off x="2232701" y="1488855"/>
          <a:ext cx="2142360" cy="65975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Task Specific Layer …</a:t>
          </a:r>
          <a:endParaRPr lang="en-US" sz="1700" kern="1200" dirty="0"/>
        </a:p>
      </dsp:txBody>
      <dsp:txXfrm>
        <a:off x="2252025" y="1508179"/>
        <a:ext cx="2103712" cy="621110"/>
      </dsp:txXfrm>
    </dsp:sp>
    <dsp:sp modelId="{06AD3A67-C65B-4757-AABA-2706092B63E9}">
      <dsp:nvSpPr>
        <dsp:cNvPr id="0" name=""/>
        <dsp:cNvSpPr/>
      </dsp:nvSpPr>
      <dsp:spPr>
        <a:xfrm>
          <a:off x="2232701" y="2232991"/>
          <a:ext cx="2142360" cy="65975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Output Layer …</a:t>
          </a:r>
          <a:endParaRPr lang="en-US" sz="1700" kern="1200" dirty="0"/>
        </a:p>
      </dsp:txBody>
      <dsp:txXfrm>
        <a:off x="2252025" y="2252315"/>
        <a:ext cx="2103712" cy="621110"/>
      </dsp:txXfrm>
    </dsp:sp>
    <dsp:sp modelId="{D3B89ECB-0DCF-47D9-B0A9-5015ACDF2E6D}">
      <dsp:nvSpPr>
        <dsp:cNvPr id="0" name=""/>
        <dsp:cNvSpPr/>
      </dsp:nvSpPr>
      <dsp:spPr>
        <a:xfrm>
          <a:off x="4465041" y="1488855"/>
          <a:ext cx="2142360" cy="65975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Task Specific Layer N</a:t>
          </a:r>
          <a:endParaRPr lang="en-US" sz="1700" kern="1200" dirty="0"/>
        </a:p>
      </dsp:txBody>
      <dsp:txXfrm>
        <a:off x="4484365" y="1508179"/>
        <a:ext cx="2103712" cy="621110"/>
      </dsp:txXfrm>
    </dsp:sp>
    <dsp:sp modelId="{7F27E58A-A9C6-45BA-AB98-4647C9C32FD4}">
      <dsp:nvSpPr>
        <dsp:cNvPr id="0" name=""/>
        <dsp:cNvSpPr/>
      </dsp:nvSpPr>
      <dsp:spPr>
        <a:xfrm>
          <a:off x="4465041" y="2232991"/>
          <a:ext cx="2142360" cy="65975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Output Layer - N</a:t>
          </a:r>
          <a:endParaRPr lang="en-US" sz="1700" kern="1200" dirty="0"/>
        </a:p>
      </dsp:txBody>
      <dsp:txXfrm>
        <a:off x="4484365" y="2252315"/>
        <a:ext cx="2103712" cy="6211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C573B-5E78-4426-89AF-4100303786D9}">
      <dsp:nvSpPr>
        <dsp:cNvPr id="0" name=""/>
        <dsp:cNvSpPr/>
      </dsp:nvSpPr>
      <dsp:spPr>
        <a:xfrm>
          <a:off x="6452" y="0"/>
          <a:ext cx="6601311" cy="6597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Input</a:t>
          </a:r>
          <a:endParaRPr lang="en-US" sz="2900" kern="1200" dirty="0"/>
        </a:p>
      </dsp:txBody>
      <dsp:txXfrm>
        <a:off x="25776" y="19324"/>
        <a:ext cx="6562663" cy="621110"/>
      </dsp:txXfrm>
    </dsp:sp>
    <dsp:sp modelId="{0CBC8EB2-B72C-4D1D-BC4D-02D8F2106120}">
      <dsp:nvSpPr>
        <dsp:cNvPr id="0" name=""/>
        <dsp:cNvSpPr/>
      </dsp:nvSpPr>
      <dsp:spPr>
        <a:xfrm>
          <a:off x="3226" y="744718"/>
          <a:ext cx="6601311" cy="65975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i="1" kern="1200" dirty="0"/>
            <a:t>Shared Parameter</a:t>
          </a:r>
          <a:r>
            <a:rPr lang="en-GB" sz="2900" kern="1200" dirty="0"/>
            <a:t> Hasil </a:t>
          </a:r>
          <a:r>
            <a:rPr lang="en-GB" sz="2900" i="1" kern="1200" dirty="0"/>
            <a:t>Learning</a:t>
          </a:r>
          <a:endParaRPr lang="en-US" sz="2900" i="1" kern="1200" dirty="0"/>
        </a:p>
      </dsp:txBody>
      <dsp:txXfrm>
        <a:off x="22550" y="764042"/>
        <a:ext cx="6562663" cy="621110"/>
      </dsp:txXfrm>
    </dsp:sp>
    <dsp:sp modelId="{29CF7E73-2F0A-429A-AF3B-C56306CBF086}">
      <dsp:nvSpPr>
        <dsp:cNvPr id="0" name=""/>
        <dsp:cNvSpPr/>
      </dsp:nvSpPr>
      <dsp:spPr>
        <a:xfrm>
          <a:off x="3226" y="1488855"/>
          <a:ext cx="6601311" cy="65975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Task Specific Layer</a:t>
          </a:r>
          <a:endParaRPr lang="en-US" sz="2900" kern="1200" dirty="0"/>
        </a:p>
      </dsp:txBody>
      <dsp:txXfrm>
        <a:off x="22550" y="1508179"/>
        <a:ext cx="6562663" cy="621110"/>
      </dsp:txXfrm>
    </dsp:sp>
    <dsp:sp modelId="{3921EA63-02E8-4D6A-8A1D-F6B9D60ED88E}">
      <dsp:nvSpPr>
        <dsp:cNvPr id="0" name=""/>
        <dsp:cNvSpPr/>
      </dsp:nvSpPr>
      <dsp:spPr>
        <a:xfrm>
          <a:off x="3226" y="2232991"/>
          <a:ext cx="6601311" cy="6597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Output Layer</a:t>
          </a:r>
          <a:endParaRPr lang="en-US" sz="2900" kern="1200" dirty="0"/>
        </a:p>
      </dsp:txBody>
      <dsp:txXfrm>
        <a:off x="22550" y="2252315"/>
        <a:ext cx="6562663" cy="6211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C573B-5E78-4426-89AF-4100303786D9}">
      <dsp:nvSpPr>
        <dsp:cNvPr id="0" name=""/>
        <dsp:cNvSpPr/>
      </dsp:nvSpPr>
      <dsp:spPr>
        <a:xfrm>
          <a:off x="618" y="0"/>
          <a:ext cx="5110292" cy="6731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Input</a:t>
          </a:r>
          <a:endParaRPr lang="en-US" sz="2900" kern="1200" dirty="0"/>
        </a:p>
      </dsp:txBody>
      <dsp:txXfrm>
        <a:off x="20335" y="19717"/>
        <a:ext cx="5070858" cy="633746"/>
      </dsp:txXfrm>
    </dsp:sp>
    <dsp:sp modelId="{0CBC8EB2-B72C-4D1D-BC4D-02D8F2106120}">
      <dsp:nvSpPr>
        <dsp:cNvPr id="0" name=""/>
        <dsp:cNvSpPr/>
      </dsp:nvSpPr>
      <dsp:spPr>
        <a:xfrm>
          <a:off x="309" y="740190"/>
          <a:ext cx="5110292" cy="6731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Lexicon Encoder</a:t>
          </a:r>
          <a:endParaRPr lang="en-US" sz="2900" kern="1200" dirty="0"/>
        </a:p>
      </dsp:txBody>
      <dsp:txXfrm>
        <a:off x="20026" y="759907"/>
        <a:ext cx="5070858" cy="633746"/>
      </dsp:txXfrm>
    </dsp:sp>
    <dsp:sp modelId="{9121DA04-C76D-461E-923C-6D90E51A3096}">
      <dsp:nvSpPr>
        <dsp:cNvPr id="0" name=""/>
        <dsp:cNvSpPr/>
      </dsp:nvSpPr>
      <dsp:spPr>
        <a:xfrm>
          <a:off x="309" y="1479961"/>
          <a:ext cx="5110292" cy="673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Transformer Encoder</a:t>
          </a:r>
          <a:endParaRPr lang="en-US" sz="2900" kern="1200" dirty="0"/>
        </a:p>
      </dsp:txBody>
      <dsp:txXfrm>
        <a:off x="20026" y="1499678"/>
        <a:ext cx="5070858" cy="633746"/>
      </dsp:txXfrm>
    </dsp:sp>
    <dsp:sp modelId="{C5CC51FD-B506-4039-896B-130B75677D4D}">
      <dsp:nvSpPr>
        <dsp:cNvPr id="0" name=""/>
        <dsp:cNvSpPr/>
      </dsp:nvSpPr>
      <dsp:spPr>
        <a:xfrm>
          <a:off x="309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Single Sentence Classification</a:t>
          </a:r>
          <a:endParaRPr lang="en-US" sz="1300" kern="1200" dirty="0"/>
        </a:p>
      </dsp:txBody>
      <dsp:txXfrm>
        <a:off x="20026" y="2239450"/>
        <a:ext cx="1218329" cy="633746"/>
      </dsp:txXfrm>
    </dsp:sp>
    <dsp:sp modelId="{B32848D0-2445-4878-A160-39AF1F1995B1}">
      <dsp:nvSpPr>
        <dsp:cNvPr id="0" name=""/>
        <dsp:cNvSpPr/>
      </dsp:nvSpPr>
      <dsp:spPr>
        <a:xfrm>
          <a:off x="1284485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Pairwise Text Similarity</a:t>
          </a:r>
          <a:endParaRPr lang="en-US" sz="1300" kern="1200" dirty="0"/>
        </a:p>
      </dsp:txBody>
      <dsp:txXfrm>
        <a:off x="1304202" y="2239450"/>
        <a:ext cx="1218329" cy="633746"/>
      </dsp:txXfrm>
    </dsp:sp>
    <dsp:sp modelId="{06AD3A67-C65B-4757-AABA-2706092B63E9}">
      <dsp:nvSpPr>
        <dsp:cNvPr id="0" name=""/>
        <dsp:cNvSpPr/>
      </dsp:nvSpPr>
      <dsp:spPr>
        <a:xfrm>
          <a:off x="2568662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Pairwise Text Classification</a:t>
          </a:r>
          <a:endParaRPr lang="en-US" sz="1300" kern="1200" dirty="0"/>
        </a:p>
      </dsp:txBody>
      <dsp:txXfrm>
        <a:off x="2588379" y="2239450"/>
        <a:ext cx="1218329" cy="633746"/>
      </dsp:txXfrm>
    </dsp:sp>
    <dsp:sp modelId="{DC5E1A86-2FA4-4DFC-86C6-AF46F48F68AB}">
      <dsp:nvSpPr>
        <dsp:cNvPr id="0" name=""/>
        <dsp:cNvSpPr/>
      </dsp:nvSpPr>
      <dsp:spPr>
        <a:xfrm>
          <a:off x="3852838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Pairwise Ranking</a:t>
          </a:r>
          <a:endParaRPr lang="en-US" sz="1300" kern="1200" dirty="0"/>
        </a:p>
      </dsp:txBody>
      <dsp:txXfrm>
        <a:off x="3872555" y="2239450"/>
        <a:ext cx="1218329" cy="6337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C573B-5E78-4426-89AF-4100303786D9}">
      <dsp:nvSpPr>
        <dsp:cNvPr id="0" name=""/>
        <dsp:cNvSpPr/>
      </dsp:nvSpPr>
      <dsp:spPr>
        <a:xfrm>
          <a:off x="0" y="0"/>
          <a:ext cx="5109096" cy="6731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Input</a:t>
          </a:r>
          <a:endParaRPr lang="en-US" sz="2900" kern="1200" dirty="0"/>
        </a:p>
      </dsp:txBody>
      <dsp:txXfrm>
        <a:off x="19717" y="19717"/>
        <a:ext cx="5069662" cy="633746"/>
      </dsp:txXfrm>
    </dsp:sp>
    <dsp:sp modelId="{0CBC8EB2-B72C-4D1D-BC4D-02D8F2106120}">
      <dsp:nvSpPr>
        <dsp:cNvPr id="0" name=""/>
        <dsp:cNvSpPr/>
      </dsp:nvSpPr>
      <dsp:spPr>
        <a:xfrm>
          <a:off x="907" y="740190"/>
          <a:ext cx="5109096" cy="6731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Word Hash Layer</a:t>
          </a:r>
          <a:endParaRPr lang="en-US" sz="2900" kern="1200" dirty="0"/>
        </a:p>
      </dsp:txBody>
      <dsp:txXfrm>
        <a:off x="20624" y="759907"/>
        <a:ext cx="5069662" cy="633746"/>
      </dsp:txXfrm>
    </dsp:sp>
    <dsp:sp modelId="{9121DA04-C76D-461E-923C-6D90E51A3096}">
      <dsp:nvSpPr>
        <dsp:cNvPr id="0" name=""/>
        <dsp:cNvSpPr/>
      </dsp:nvSpPr>
      <dsp:spPr>
        <a:xfrm>
          <a:off x="907" y="1479961"/>
          <a:ext cx="5109096" cy="673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Semantic Representation Layer</a:t>
          </a:r>
          <a:endParaRPr lang="en-US" sz="2800" kern="1200" dirty="0"/>
        </a:p>
      </dsp:txBody>
      <dsp:txXfrm>
        <a:off x="20624" y="1499678"/>
        <a:ext cx="5069662" cy="633746"/>
      </dsp:txXfrm>
    </dsp:sp>
    <dsp:sp modelId="{C5CC51FD-B506-4039-896B-130B75677D4D}">
      <dsp:nvSpPr>
        <dsp:cNvPr id="0" name=""/>
        <dsp:cNvSpPr/>
      </dsp:nvSpPr>
      <dsp:spPr>
        <a:xfrm>
          <a:off x="907" y="2219733"/>
          <a:ext cx="2528004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Query Classification</a:t>
          </a:r>
          <a:endParaRPr lang="en-US" sz="2100" kern="1200" dirty="0"/>
        </a:p>
      </dsp:txBody>
      <dsp:txXfrm>
        <a:off x="20624" y="2239450"/>
        <a:ext cx="2488570" cy="633746"/>
      </dsp:txXfrm>
    </dsp:sp>
    <dsp:sp modelId="{B32848D0-2445-4878-A160-39AF1F1995B1}">
      <dsp:nvSpPr>
        <dsp:cNvPr id="0" name=""/>
        <dsp:cNvSpPr/>
      </dsp:nvSpPr>
      <dsp:spPr>
        <a:xfrm>
          <a:off x="2581999" y="2219733"/>
          <a:ext cx="2528004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Document Ranking</a:t>
          </a:r>
          <a:endParaRPr lang="en-US" sz="2100" kern="1200" dirty="0"/>
        </a:p>
      </dsp:txBody>
      <dsp:txXfrm>
        <a:off x="2601716" y="2239450"/>
        <a:ext cx="2488570" cy="6337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C573B-5E78-4426-89AF-4100303786D9}">
      <dsp:nvSpPr>
        <dsp:cNvPr id="0" name=""/>
        <dsp:cNvSpPr/>
      </dsp:nvSpPr>
      <dsp:spPr>
        <a:xfrm>
          <a:off x="618" y="0"/>
          <a:ext cx="5110292" cy="6731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Input</a:t>
          </a:r>
          <a:endParaRPr lang="en-US" sz="2900" kern="1200" dirty="0"/>
        </a:p>
      </dsp:txBody>
      <dsp:txXfrm>
        <a:off x="20335" y="19717"/>
        <a:ext cx="5070858" cy="633746"/>
      </dsp:txXfrm>
    </dsp:sp>
    <dsp:sp modelId="{0CBC8EB2-B72C-4D1D-BC4D-02D8F2106120}">
      <dsp:nvSpPr>
        <dsp:cNvPr id="0" name=""/>
        <dsp:cNvSpPr/>
      </dsp:nvSpPr>
      <dsp:spPr>
        <a:xfrm>
          <a:off x="309" y="740190"/>
          <a:ext cx="5110292" cy="6731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Lexicon Encoder</a:t>
          </a:r>
          <a:endParaRPr lang="en-US" sz="2900" kern="1200" dirty="0"/>
        </a:p>
      </dsp:txBody>
      <dsp:txXfrm>
        <a:off x="20026" y="759907"/>
        <a:ext cx="5070858" cy="633746"/>
      </dsp:txXfrm>
    </dsp:sp>
    <dsp:sp modelId="{9121DA04-C76D-461E-923C-6D90E51A3096}">
      <dsp:nvSpPr>
        <dsp:cNvPr id="0" name=""/>
        <dsp:cNvSpPr/>
      </dsp:nvSpPr>
      <dsp:spPr>
        <a:xfrm>
          <a:off x="309" y="1479961"/>
          <a:ext cx="5110292" cy="673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Transformer Encoder</a:t>
          </a:r>
          <a:endParaRPr lang="en-US" sz="2900" kern="1200" dirty="0"/>
        </a:p>
      </dsp:txBody>
      <dsp:txXfrm>
        <a:off x="20026" y="1499678"/>
        <a:ext cx="5070858" cy="633746"/>
      </dsp:txXfrm>
    </dsp:sp>
    <dsp:sp modelId="{C5CC51FD-B506-4039-896B-130B75677D4D}">
      <dsp:nvSpPr>
        <dsp:cNvPr id="0" name=""/>
        <dsp:cNvSpPr/>
      </dsp:nvSpPr>
      <dsp:spPr>
        <a:xfrm>
          <a:off x="309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Single Sentence Classification</a:t>
          </a:r>
          <a:endParaRPr lang="en-US" sz="1300" kern="1200" dirty="0"/>
        </a:p>
      </dsp:txBody>
      <dsp:txXfrm>
        <a:off x="20026" y="2239450"/>
        <a:ext cx="1218329" cy="633746"/>
      </dsp:txXfrm>
    </dsp:sp>
    <dsp:sp modelId="{B32848D0-2445-4878-A160-39AF1F1995B1}">
      <dsp:nvSpPr>
        <dsp:cNvPr id="0" name=""/>
        <dsp:cNvSpPr/>
      </dsp:nvSpPr>
      <dsp:spPr>
        <a:xfrm>
          <a:off x="1284485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Pairwise Text Similarity</a:t>
          </a:r>
          <a:endParaRPr lang="en-US" sz="1300" kern="1200" dirty="0"/>
        </a:p>
      </dsp:txBody>
      <dsp:txXfrm>
        <a:off x="1304202" y="2239450"/>
        <a:ext cx="1218329" cy="633746"/>
      </dsp:txXfrm>
    </dsp:sp>
    <dsp:sp modelId="{06AD3A67-C65B-4757-AABA-2706092B63E9}">
      <dsp:nvSpPr>
        <dsp:cNvPr id="0" name=""/>
        <dsp:cNvSpPr/>
      </dsp:nvSpPr>
      <dsp:spPr>
        <a:xfrm>
          <a:off x="2568662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Pairwise Text Classification</a:t>
          </a:r>
          <a:endParaRPr lang="en-US" sz="1300" kern="1200" dirty="0"/>
        </a:p>
      </dsp:txBody>
      <dsp:txXfrm>
        <a:off x="2588379" y="2239450"/>
        <a:ext cx="1218329" cy="633746"/>
      </dsp:txXfrm>
    </dsp:sp>
    <dsp:sp modelId="{DC5E1A86-2FA4-4DFC-86C6-AF46F48F68AB}">
      <dsp:nvSpPr>
        <dsp:cNvPr id="0" name=""/>
        <dsp:cNvSpPr/>
      </dsp:nvSpPr>
      <dsp:spPr>
        <a:xfrm>
          <a:off x="3852838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Pairwise Ranking</a:t>
          </a:r>
          <a:endParaRPr lang="en-US" sz="1300" kern="1200" dirty="0"/>
        </a:p>
      </dsp:txBody>
      <dsp:txXfrm>
        <a:off x="3872555" y="2239450"/>
        <a:ext cx="1218329" cy="63374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C573B-5E78-4426-89AF-4100303786D9}">
      <dsp:nvSpPr>
        <dsp:cNvPr id="0" name=""/>
        <dsp:cNvSpPr/>
      </dsp:nvSpPr>
      <dsp:spPr>
        <a:xfrm>
          <a:off x="0" y="0"/>
          <a:ext cx="5110292" cy="6731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Input</a:t>
          </a:r>
          <a:endParaRPr lang="en-US" sz="2900" kern="1200" dirty="0"/>
        </a:p>
      </dsp:txBody>
      <dsp:txXfrm>
        <a:off x="19717" y="19717"/>
        <a:ext cx="5070858" cy="633746"/>
      </dsp:txXfrm>
    </dsp:sp>
    <dsp:sp modelId="{0CBC8EB2-B72C-4D1D-BC4D-02D8F2106120}">
      <dsp:nvSpPr>
        <dsp:cNvPr id="0" name=""/>
        <dsp:cNvSpPr/>
      </dsp:nvSpPr>
      <dsp:spPr>
        <a:xfrm>
          <a:off x="309" y="740190"/>
          <a:ext cx="5110292" cy="6731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Word Hash Layer</a:t>
          </a:r>
          <a:endParaRPr lang="en-US" sz="2900" kern="1200" dirty="0"/>
        </a:p>
      </dsp:txBody>
      <dsp:txXfrm>
        <a:off x="20026" y="759907"/>
        <a:ext cx="5070858" cy="633746"/>
      </dsp:txXfrm>
    </dsp:sp>
    <dsp:sp modelId="{9121DA04-C76D-461E-923C-6D90E51A3096}">
      <dsp:nvSpPr>
        <dsp:cNvPr id="0" name=""/>
        <dsp:cNvSpPr/>
      </dsp:nvSpPr>
      <dsp:spPr>
        <a:xfrm>
          <a:off x="309" y="1479961"/>
          <a:ext cx="5110292" cy="673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Semantic Representation Layer</a:t>
          </a:r>
          <a:endParaRPr lang="en-US" sz="2800" kern="1200" dirty="0"/>
        </a:p>
      </dsp:txBody>
      <dsp:txXfrm>
        <a:off x="20026" y="1499678"/>
        <a:ext cx="5070858" cy="633746"/>
      </dsp:txXfrm>
    </dsp:sp>
    <dsp:sp modelId="{C5CC51FD-B506-4039-896B-130B75677D4D}">
      <dsp:nvSpPr>
        <dsp:cNvPr id="0" name=""/>
        <dsp:cNvSpPr/>
      </dsp:nvSpPr>
      <dsp:spPr>
        <a:xfrm>
          <a:off x="309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Single Sentence Classification</a:t>
          </a:r>
          <a:endParaRPr lang="en-US" sz="1300" kern="1200" dirty="0"/>
        </a:p>
      </dsp:txBody>
      <dsp:txXfrm>
        <a:off x="20026" y="2239450"/>
        <a:ext cx="1218329" cy="633746"/>
      </dsp:txXfrm>
    </dsp:sp>
    <dsp:sp modelId="{B32848D0-2445-4878-A160-39AF1F1995B1}">
      <dsp:nvSpPr>
        <dsp:cNvPr id="0" name=""/>
        <dsp:cNvSpPr/>
      </dsp:nvSpPr>
      <dsp:spPr>
        <a:xfrm>
          <a:off x="1284485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Pairwise Text Similarity</a:t>
          </a:r>
          <a:endParaRPr lang="en-US" sz="1300" kern="1200" dirty="0"/>
        </a:p>
      </dsp:txBody>
      <dsp:txXfrm>
        <a:off x="1304202" y="2239450"/>
        <a:ext cx="1218329" cy="633746"/>
      </dsp:txXfrm>
    </dsp:sp>
    <dsp:sp modelId="{06AD3A67-C65B-4757-AABA-2706092B63E9}">
      <dsp:nvSpPr>
        <dsp:cNvPr id="0" name=""/>
        <dsp:cNvSpPr/>
      </dsp:nvSpPr>
      <dsp:spPr>
        <a:xfrm>
          <a:off x="2568662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Pairwise Text Classification</a:t>
          </a:r>
          <a:endParaRPr lang="en-US" sz="1300" kern="1200" dirty="0"/>
        </a:p>
      </dsp:txBody>
      <dsp:txXfrm>
        <a:off x="2588379" y="2239450"/>
        <a:ext cx="1218329" cy="633746"/>
      </dsp:txXfrm>
    </dsp:sp>
    <dsp:sp modelId="{DC5E1A86-2FA4-4DFC-86C6-AF46F48F68AB}">
      <dsp:nvSpPr>
        <dsp:cNvPr id="0" name=""/>
        <dsp:cNvSpPr/>
      </dsp:nvSpPr>
      <dsp:spPr>
        <a:xfrm>
          <a:off x="3852838" y="2219733"/>
          <a:ext cx="1257763" cy="673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Pairwise Ranking</a:t>
          </a:r>
          <a:endParaRPr lang="en-US" sz="1300" kern="1200" dirty="0"/>
        </a:p>
      </dsp:txBody>
      <dsp:txXfrm>
        <a:off x="3872555" y="2239450"/>
        <a:ext cx="1218329" cy="6337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Hasil CNN </a:t>
            </a:r>
            <a:r>
              <a:rPr lang="en-GB" dirty="0" err="1"/>
              <a:t>dari</a:t>
            </a:r>
            <a:r>
              <a:rPr lang="en-GB" dirty="0"/>
              <a:t> </a:t>
            </a:r>
            <a:r>
              <a:rPr lang="en-GB" dirty="0" err="1"/>
              <a:t>DeeReCT</a:t>
            </a:r>
            <a:r>
              <a:rPr lang="en-GB" dirty="0"/>
              <a:t> </a:t>
            </a:r>
            <a:r>
              <a:rPr lang="en-GB" dirty="0" err="1"/>
              <a:t>dibagi</a:t>
            </a:r>
            <a:r>
              <a:rPr lang="en-GB" dirty="0"/>
              <a:t> </a:t>
            </a:r>
            <a:r>
              <a:rPr lang="en-GB" dirty="0" err="1"/>
              <a:t>menjadi</a:t>
            </a:r>
            <a:r>
              <a:rPr lang="en-GB" dirty="0"/>
              <a:t> </a:t>
            </a:r>
            <a:r>
              <a:rPr lang="en-GB" dirty="0" err="1"/>
              <a:t>beberapa</a:t>
            </a:r>
            <a:r>
              <a:rPr lang="en-GB" dirty="0"/>
              <a:t> </a:t>
            </a:r>
            <a:r>
              <a:rPr lang="en-GB" dirty="0" err="1"/>
              <a:t>grup</a:t>
            </a:r>
            <a:r>
              <a:rPr lang="en-GB" dirty="0"/>
              <a:t> dan </a:t>
            </a:r>
            <a:r>
              <a:rPr lang="en-GB" dirty="0" err="1"/>
              <a:t>dinormalisasi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305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Perbedaan</a:t>
            </a:r>
            <a:r>
              <a:rPr lang="en-GB" dirty="0"/>
              <a:t> </a:t>
            </a:r>
            <a:r>
              <a:rPr lang="en-GB" dirty="0" err="1"/>
              <a:t>terdapat</a:t>
            </a:r>
            <a:r>
              <a:rPr lang="en-GB" dirty="0"/>
              <a:t> pada shared parameter layer. MT-DNN </a:t>
            </a:r>
            <a:r>
              <a:rPr lang="en-GB" dirty="0" err="1"/>
              <a:t>tahun</a:t>
            </a:r>
            <a:r>
              <a:rPr lang="en-GB" dirty="0"/>
              <a:t> 2015 </a:t>
            </a:r>
            <a:r>
              <a:rPr lang="en-GB" dirty="0" err="1"/>
              <a:t>menggunakan</a:t>
            </a:r>
            <a:r>
              <a:rPr lang="en-GB" dirty="0"/>
              <a:t> word hashing (Huang et. al., 2013) dan </a:t>
            </a:r>
            <a:r>
              <a:rPr lang="en-GB" i="1" dirty="0"/>
              <a:t>semantic representation layer </a:t>
            </a:r>
            <a:r>
              <a:rPr lang="en-GB" i="0" dirty="0" err="1"/>
              <a:t>sedangkan</a:t>
            </a:r>
            <a:r>
              <a:rPr lang="en-GB" i="0" dirty="0"/>
              <a:t> MT-DNN + BERT </a:t>
            </a:r>
            <a:r>
              <a:rPr lang="en-GB" i="0" dirty="0" err="1"/>
              <a:t>menggunakan</a:t>
            </a:r>
            <a:r>
              <a:rPr lang="en-GB" i="0" dirty="0"/>
              <a:t> Transformer </a:t>
            </a:r>
            <a:r>
              <a:rPr lang="en-GB" i="0" dirty="0" err="1"/>
              <a:t>sebagaimana</a:t>
            </a:r>
            <a:r>
              <a:rPr lang="en-GB" i="0" dirty="0"/>
              <a:t> </a:t>
            </a:r>
            <a:r>
              <a:rPr lang="en-GB" i="0" dirty="0" err="1"/>
              <a:t>halnya</a:t>
            </a:r>
            <a:r>
              <a:rPr lang="en-GB" i="0" dirty="0"/>
              <a:t> BERT </a:t>
            </a:r>
            <a:r>
              <a:rPr lang="en-GB" i="0" dirty="0" err="1"/>
              <a:t>sebagai</a:t>
            </a:r>
            <a:r>
              <a:rPr lang="en-GB" i="0" dirty="0"/>
              <a:t> </a:t>
            </a:r>
            <a:r>
              <a:rPr lang="en-GB" i="1" dirty="0"/>
              <a:t>shared parameter layer</a:t>
            </a:r>
            <a:r>
              <a:rPr lang="en-GB" i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363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2895600" cy="25193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1EBF9-6826-475B-8079-C1112899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26A3-DF54-47D2-8C3A-34FD43A1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125A-4493-4967-9146-841D0EF3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A1CF8B-3479-49A3-A30E-2F2ECE962075}"/>
              </a:ext>
            </a:extLst>
          </p:cNvPr>
          <p:cNvGrpSpPr/>
          <p:nvPr userDrawn="1"/>
        </p:nvGrpSpPr>
        <p:grpSpPr>
          <a:xfrm>
            <a:off x="6953250" y="-25401"/>
            <a:ext cx="5238750" cy="6902451"/>
            <a:chOff x="6953250" y="-25401"/>
            <a:chExt cx="5238750" cy="690245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FBD260-5143-4B12-B9F8-33E48D548909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/>
            <p:nvPr userDrawn="1"/>
          </p:nvCxnSpPr>
          <p:spPr>
            <a:xfrm flipH="1">
              <a:off x="6953250" y="-25401"/>
              <a:ext cx="3790950" cy="690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148840"/>
            <a:ext cx="4179570" cy="171553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1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03E9A-96BC-4283-A6E1-5948AEB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9C49-052B-4D3E-B227-1D78746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724A-95F0-41B6-A77E-EDD0672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6" y="1613528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9" y="268256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0" y="4824430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4AA03A-263D-4B5F-B05B-7D6923A9A4D3}"/>
              </a:ext>
            </a:extLst>
          </p:cNvPr>
          <p:cNvGrpSpPr/>
          <p:nvPr userDrawn="1"/>
        </p:nvGrpSpPr>
        <p:grpSpPr>
          <a:xfrm>
            <a:off x="0" y="0"/>
            <a:ext cx="4762501" cy="5186363"/>
            <a:chOff x="0" y="0"/>
            <a:chExt cx="4762501" cy="518636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68C87F-B9C3-4DFF-8454-F3F52CE4346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66" r:id="rId5"/>
    <p:sldLayoutId id="2147483667" r:id="rId6"/>
    <p:sldLayoutId id="2147483654" r:id="rId7"/>
    <p:sldLayoutId id="2147483663" r:id="rId8"/>
    <p:sldLayoutId id="2147483662" r:id="rId9"/>
    <p:sldLayoutId id="2147483668" r:id="rId10"/>
    <p:sldLayoutId id="2147483652" r:id="rId11"/>
    <p:sldLayoutId id="2147483653" r:id="rId12"/>
    <p:sldLayoutId id="2147483660" r:id="rId13"/>
    <p:sldLayoutId id="2147483664" r:id="rId14"/>
    <p:sldLayoutId id="214748366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diagramDrawing" Target="../diagrams/drawing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9.xm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9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/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Penerapan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Multitask Learning dan BERT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Prediksi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Splice Sites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pada DNA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Eukariot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6A1B4-B8D1-4A72-8E20-0703F54BF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/>
          <a:p>
            <a:r>
              <a:rPr lang="en-GB" dirty="0"/>
              <a:t>o</a:t>
            </a:r>
            <a:r>
              <a:rPr lang="en-US" dirty="0" err="1"/>
              <a:t>leh</a:t>
            </a:r>
            <a:r>
              <a:rPr lang="en-US" dirty="0"/>
              <a:t>: Muhammad Anwari Leksono (23520050)</a:t>
            </a:r>
          </a:p>
          <a:p>
            <a:r>
              <a:rPr lang="en-US" dirty="0" err="1"/>
              <a:t>pembimbing</a:t>
            </a:r>
            <a:r>
              <a:rPr lang="en-US" dirty="0"/>
              <a:t>: Dr. Eng. Ayu </a:t>
            </a:r>
            <a:r>
              <a:rPr lang="en-US" dirty="0" err="1"/>
              <a:t>Purwarianti</a:t>
            </a:r>
            <a:r>
              <a:rPr lang="en-US" dirty="0"/>
              <a:t>, S. T., M. T.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1553C0E-49CF-4782-AB8F-1668E0FB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080DD70-D62E-45A1-982A-FB69F0F5D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Sequence Processing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F14CA95-7964-4943-91FD-317DAD82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2895600" cy="2519363"/>
          </a:xfrm>
        </p:spPr>
        <p:txBody>
          <a:bodyPr/>
          <a:lstStyle/>
          <a:p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endParaRPr lang="en-US" dirty="0"/>
          </a:p>
          <a:p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Masalah</a:t>
            </a:r>
            <a:endParaRPr lang="en-US" dirty="0"/>
          </a:p>
          <a:p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lang="en-US" dirty="0"/>
          </a:p>
          <a:p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Literatur</a:t>
            </a:r>
            <a:endParaRPr lang="en-US" dirty="0"/>
          </a:p>
          <a:p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Masalah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5BAF8-EA80-4AD4-8D83-5960C299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19884-873C-4D13-BE6D-318CF07B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Sequence Processing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91F00-87A7-45A6-8029-B097FA72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5F11-B7B9-4B80-8C6A-A8A7A719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148840"/>
            <a:ext cx="4179570" cy="1715531"/>
          </a:xfrm>
        </p:spPr>
        <p:txBody>
          <a:bodyPr/>
          <a:lstStyle/>
          <a:p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AFAA9-633A-475C-B8ED-840A34F72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002FBEF-A199-4258-B128-40059C2FC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1888662"/>
            <a:ext cx="2882475" cy="823912"/>
          </a:xfrm>
        </p:spPr>
        <p:txBody>
          <a:bodyPr/>
          <a:lstStyle/>
          <a:p>
            <a:r>
              <a:rPr lang="en-GB" dirty="0" err="1"/>
              <a:t>Kelimpahan</a:t>
            </a:r>
            <a:r>
              <a:rPr lang="en-GB" dirty="0"/>
              <a:t> Data </a:t>
            </a:r>
            <a:r>
              <a:rPr lang="en-GB" dirty="0" err="1"/>
              <a:t>Genetik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429000"/>
            <a:ext cx="2882475" cy="1997867"/>
          </a:xfrm>
        </p:spPr>
        <p:txBody>
          <a:bodyPr anchor="ctr">
            <a:normAutofit/>
          </a:bodyPr>
          <a:lstStyle/>
          <a:p>
            <a:r>
              <a:rPr lang="en-US" dirty="0" err="1"/>
              <a:t>Murahnya</a:t>
            </a:r>
            <a:r>
              <a:rPr lang="en-US" dirty="0"/>
              <a:t> </a:t>
            </a:r>
            <a:r>
              <a:rPr lang="en-US" i="1" dirty="0"/>
              <a:t>cost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sekuens</a:t>
            </a:r>
            <a:r>
              <a:rPr lang="en-US" dirty="0"/>
              <a:t> </a:t>
            </a:r>
            <a:r>
              <a:rPr lang="en-US" dirty="0" err="1"/>
              <a:t>genetik</a:t>
            </a:r>
            <a:r>
              <a:rPr lang="en-US" dirty="0"/>
              <a:t> </a:t>
            </a:r>
            <a:r>
              <a:rPr lang="en-US" dirty="0" err="1"/>
              <a:t>mengakibatkan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fokus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riset</a:t>
            </a:r>
            <a:r>
              <a:rPr lang="en-US" dirty="0"/>
              <a:t> </a:t>
            </a:r>
            <a:r>
              <a:rPr lang="en-US" i="1" dirty="0"/>
              <a:t>sequencing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riset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sekuens</a:t>
            </a:r>
            <a:r>
              <a:rPr lang="en-US" dirty="0"/>
              <a:t> (</a:t>
            </a:r>
            <a:r>
              <a:rPr lang="en-US" dirty="0" err="1"/>
              <a:t>Ejigu</a:t>
            </a:r>
            <a:r>
              <a:rPr lang="en-US" dirty="0"/>
              <a:t> dan Jung, 2020)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3F8C7FC-22B1-4509-9390-4AD1D31C8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8200" y="1888662"/>
            <a:ext cx="6300696" cy="823912"/>
          </a:xfrm>
        </p:spPr>
        <p:txBody>
          <a:bodyPr anchor="ctr"/>
          <a:lstStyle/>
          <a:p>
            <a:pPr algn="ctr"/>
            <a:r>
              <a:rPr lang="en-GB" dirty="0" err="1"/>
              <a:t>Anotasi</a:t>
            </a:r>
            <a:r>
              <a:rPr lang="en-GB" dirty="0"/>
              <a:t> Gen </a:t>
            </a:r>
            <a:r>
              <a:rPr lang="en-GB" dirty="0" err="1"/>
              <a:t>sebagai</a:t>
            </a:r>
            <a:r>
              <a:rPr lang="en-GB" dirty="0"/>
              <a:t> Basis </a:t>
            </a:r>
            <a:r>
              <a:rPr lang="en-GB" dirty="0" err="1"/>
              <a:t>Analisis</a:t>
            </a:r>
            <a:r>
              <a:rPr lang="en-GB" dirty="0"/>
              <a:t> </a:t>
            </a:r>
            <a:r>
              <a:rPr lang="en-GB" dirty="0" err="1"/>
              <a:t>Sekuens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1ED20-04D4-4894-B0C2-9C541A61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48DE786A-C196-4006-B281-DD0115A24F1E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162366404"/>
              </p:ext>
            </p:extLst>
          </p:nvPr>
        </p:nvGraphicFramePr>
        <p:xfrm>
          <a:off x="4648200" y="2630559"/>
          <a:ext cx="5984966" cy="36004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69731"/>
            <a:ext cx="8421688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endParaRPr lang="en-US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3F8C7FC-22B1-4509-9390-4AD1D31C8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547235" y="955069"/>
            <a:ext cx="6300696" cy="823912"/>
          </a:xfrm>
        </p:spPr>
        <p:txBody>
          <a:bodyPr anchor="ctr"/>
          <a:lstStyle/>
          <a:p>
            <a:pPr algn="ctr"/>
            <a:r>
              <a:rPr lang="en-GB" dirty="0" err="1"/>
              <a:t>Anotasi</a:t>
            </a:r>
            <a:r>
              <a:rPr lang="en-GB" dirty="0"/>
              <a:t> Gen </a:t>
            </a:r>
            <a:r>
              <a:rPr lang="en-GB" dirty="0" err="1"/>
              <a:t>dengan</a:t>
            </a:r>
            <a:r>
              <a:rPr lang="en-GB" dirty="0"/>
              <a:t> Deep Learning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1ED20-04D4-4894-B0C2-9C541A61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9372F7E9-8520-4DE2-AD0C-1DA3D9E4C1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0507500"/>
              </p:ext>
            </p:extLst>
          </p:nvPr>
        </p:nvGraphicFramePr>
        <p:xfrm>
          <a:off x="1759743" y="1778981"/>
          <a:ext cx="8742793" cy="4253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861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F064E-FACF-48F3-A17E-1F623083B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Latar</a:t>
            </a:r>
            <a:r>
              <a:rPr lang="en-GB" dirty="0"/>
              <a:t> </a:t>
            </a:r>
            <a:r>
              <a:rPr lang="en-GB" dirty="0" err="1"/>
              <a:t>Belakang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48F47-1CDF-4953-B77D-1785A08F3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2116184"/>
            <a:ext cx="10004016" cy="371629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</a:t>
            </a:r>
            <a:r>
              <a:rPr lang="en-GB" sz="2000" i="1" dirty="0"/>
              <a:t>eep learning</a:t>
            </a:r>
            <a:r>
              <a:rPr lang="en-GB" sz="2000" dirty="0"/>
              <a:t> </a:t>
            </a:r>
            <a:r>
              <a:rPr lang="en-GB" sz="2000" dirty="0" err="1"/>
              <a:t>berhasil</a:t>
            </a:r>
            <a:r>
              <a:rPr lang="en-GB" sz="2000" dirty="0"/>
              <a:t> </a:t>
            </a:r>
            <a:r>
              <a:rPr lang="en-GB" sz="2000" dirty="0" err="1"/>
              <a:t>mencapai</a:t>
            </a:r>
            <a:r>
              <a:rPr lang="en-GB" sz="2000" dirty="0"/>
              <a:t> </a:t>
            </a:r>
            <a:r>
              <a:rPr lang="en-GB" sz="2000" dirty="0" err="1"/>
              <a:t>performa</a:t>
            </a:r>
            <a:r>
              <a:rPr lang="en-GB" sz="2000" dirty="0"/>
              <a:t> yang </a:t>
            </a:r>
            <a:r>
              <a:rPr lang="en-GB" sz="2000" dirty="0" err="1"/>
              <a:t>baik</a:t>
            </a:r>
            <a:r>
              <a:rPr lang="en-GB" sz="2000" dirty="0"/>
              <a:t> </a:t>
            </a:r>
            <a:r>
              <a:rPr lang="en-GB" sz="2000" dirty="0" err="1"/>
              <a:t>untuk</a:t>
            </a:r>
            <a:r>
              <a:rPr lang="en-GB" sz="2000" dirty="0"/>
              <a:t> </a:t>
            </a:r>
            <a:r>
              <a:rPr lang="en-GB" sz="2000" dirty="0" err="1"/>
              <a:t>berbagai</a:t>
            </a:r>
            <a:r>
              <a:rPr lang="en-GB" sz="2000" dirty="0"/>
              <a:t> </a:t>
            </a:r>
            <a:r>
              <a:rPr lang="en-GB" sz="2000" dirty="0" err="1"/>
              <a:t>persoalan</a:t>
            </a:r>
            <a:r>
              <a:rPr lang="en-GB" sz="2000" dirty="0"/>
              <a:t> </a:t>
            </a:r>
            <a:r>
              <a:rPr lang="en-GB" sz="2000" dirty="0" err="1"/>
              <a:t>analisis</a:t>
            </a:r>
            <a:r>
              <a:rPr lang="en-GB" sz="2000" dirty="0"/>
              <a:t> gen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dirty="0" err="1"/>
              <a:t>arsitektur</a:t>
            </a:r>
            <a:r>
              <a:rPr lang="en-GB" sz="2000" dirty="0"/>
              <a:t> CNN dan LSTM (</a:t>
            </a:r>
            <a:r>
              <a:rPr lang="en-GB" sz="2000" dirty="0" err="1"/>
              <a:t>Oubounyt</a:t>
            </a:r>
            <a:r>
              <a:rPr lang="en-GB" sz="2000" dirty="0"/>
              <a:t> et. al., 2019; </a:t>
            </a:r>
            <a:r>
              <a:rPr lang="en-GB" sz="2000" dirty="0" err="1"/>
              <a:t>Albaradei</a:t>
            </a:r>
            <a:r>
              <a:rPr lang="en-GB" sz="2000" dirty="0"/>
              <a:t> et. al., 2020; Yu dan Dai, 2020).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Kemampuan</a:t>
            </a:r>
            <a:r>
              <a:rPr lang="en-GB" sz="2000" dirty="0"/>
              <a:t> BERT (Devlin et. al., 2018) </a:t>
            </a:r>
            <a:r>
              <a:rPr lang="en-GB" sz="2000" dirty="0" err="1"/>
              <a:t>dalam</a:t>
            </a:r>
            <a:r>
              <a:rPr lang="en-GB" sz="2000" dirty="0"/>
              <a:t> </a:t>
            </a:r>
            <a:r>
              <a:rPr lang="en-GB" sz="2000" dirty="0" err="1"/>
              <a:t>menghasilkan</a:t>
            </a:r>
            <a:r>
              <a:rPr lang="en-GB" sz="2000" dirty="0"/>
              <a:t> </a:t>
            </a:r>
            <a:r>
              <a:rPr lang="en-GB" sz="2000" dirty="0" err="1"/>
              <a:t>representasi</a:t>
            </a:r>
            <a:r>
              <a:rPr lang="en-GB" sz="2000" dirty="0"/>
              <a:t> </a:t>
            </a:r>
            <a:r>
              <a:rPr lang="en-GB" sz="2000" dirty="0" err="1"/>
              <a:t>teks</a:t>
            </a:r>
            <a:r>
              <a:rPr lang="en-GB" sz="2000" dirty="0"/>
              <a:t> </a:t>
            </a:r>
            <a:r>
              <a:rPr lang="en-GB" sz="2000" dirty="0" err="1"/>
              <a:t>generik</a:t>
            </a:r>
            <a:r>
              <a:rPr lang="en-GB" sz="2000" dirty="0"/>
              <a:t> </a:t>
            </a:r>
            <a:r>
              <a:rPr lang="en-GB" sz="2000" dirty="0" err="1"/>
              <a:t>dapat</a:t>
            </a:r>
            <a:r>
              <a:rPr lang="en-GB" sz="2000" dirty="0"/>
              <a:t> </a:t>
            </a:r>
            <a:r>
              <a:rPr lang="en-GB" sz="2000" dirty="0" err="1"/>
              <a:t>diimplementasikan</a:t>
            </a:r>
            <a:r>
              <a:rPr lang="en-GB" sz="2000" dirty="0"/>
              <a:t> pada data </a:t>
            </a:r>
            <a:r>
              <a:rPr lang="en-GB" sz="2000" dirty="0" err="1"/>
              <a:t>sekuens</a:t>
            </a:r>
            <a:r>
              <a:rPr lang="en-GB" sz="2000" dirty="0"/>
              <a:t> DNA </a:t>
            </a:r>
            <a:r>
              <a:rPr lang="en-GB" sz="2000" dirty="0" err="1"/>
              <a:t>dengan</a:t>
            </a:r>
            <a:r>
              <a:rPr lang="en-GB" sz="2000" dirty="0"/>
              <a:t> DNABERT (Ji et. al., 2021)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Performa BERT pada </a:t>
            </a:r>
            <a:r>
              <a:rPr lang="en-US" sz="2000" dirty="0" err="1"/>
              <a:t>persoalan</a:t>
            </a:r>
            <a:r>
              <a:rPr lang="en-US" sz="2000" dirty="0"/>
              <a:t> NLU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ditingkatkan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i="1" dirty="0"/>
              <a:t>multitask learning </a:t>
            </a:r>
            <a:r>
              <a:rPr lang="en-US" sz="2000" dirty="0"/>
              <a:t>(Liu et. al, 2019).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2FF09DA-806C-4437-8DCC-F08B07B0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6DD1E87-C077-4A9F-AE3E-3FC4C4E4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3A63BB-1EA6-4C8E-99AE-FF970B3B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41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24DC-FDC8-4FDD-A409-9F0B02F14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RUMUSAN </a:t>
            </a:r>
            <a:r>
              <a:rPr lang="en-GB" dirty="0" err="1"/>
              <a:t>MAsalah</a:t>
            </a:r>
            <a:endParaRPr lang="en-US" dirty="0"/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F6FE392E-9C76-49AE-A963-B10837181D9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03303702"/>
              </p:ext>
            </p:extLst>
          </p:nvPr>
        </p:nvGraphicFramePr>
        <p:xfrm>
          <a:off x="1243013" y="1881051"/>
          <a:ext cx="10017170" cy="3951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4AEC952-0950-4184-8D67-C8EC6E38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B88273-AAA2-4C91-99F7-BE76FB20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66D9771-7024-4D26-9EB7-E3BDCDC4A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89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5F11-B7B9-4B80-8C6A-A8A7A719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148840"/>
            <a:ext cx="4179570" cy="1715531"/>
          </a:xfrm>
        </p:spPr>
        <p:txBody>
          <a:bodyPr/>
          <a:lstStyle/>
          <a:p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AFAA9-633A-475C-B8ED-840A34F72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4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7E71-396F-485C-8145-8B1FD780A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Tujuan</a:t>
            </a:r>
            <a:r>
              <a:rPr lang="en-GB" dirty="0"/>
              <a:t> </a:t>
            </a:r>
            <a:r>
              <a:rPr lang="en-GB" dirty="0" err="1"/>
              <a:t>Penelitian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5EA28-1BBB-430B-AA42-D0B7CD2A7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1737360"/>
            <a:ext cx="10110696" cy="4095113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i="1" dirty="0"/>
              <a:t>multitask learning</a:t>
            </a:r>
            <a:r>
              <a:rPr lang="en-US" sz="2000" dirty="0"/>
              <a:t> (Caruana, 1997) </a:t>
            </a:r>
            <a:r>
              <a:rPr lang="en-US" sz="2000" b="1" dirty="0" err="1"/>
              <a:t>prediksi</a:t>
            </a:r>
            <a:r>
              <a:rPr lang="en-US" sz="2000" b="1" dirty="0"/>
              <a:t> promoter</a:t>
            </a:r>
            <a:r>
              <a:rPr lang="en-US" sz="2000" dirty="0"/>
              <a:t> dan </a:t>
            </a:r>
            <a:r>
              <a:rPr lang="en-US" sz="2000" b="1" dirty="0"/>
              <a:t>poly-A</a:t>
            </a:r>
            <a:r>
              <a:rPr lang="en-US" sz="2000" dirty="0"/>
              <a:t> pada DNABERT (Ji et. al., 2021).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dirty="0" err="1"/>
              <a:t>Menguji</a:t>
            </a:r>
            <a:r>
              <a:rPr lang="en-GB" sz="2000" dirty="0"/>
              <a:t> </a:t>
            </a:r>
            <a:r>
              <a:rPr lang="en-GB" sz="2000" dirty="0" err="1"/>
              <a:t>hasil</a:t>
            </a:r>
            <a:r>
              <a:rPr lang="en-GB" sz="2000" dirty="0"/>
              <a:t> </a:t>
            </a:r>
            <a:r>
              <a:rPr lang="en-GB" sz="2000" i="1" dirty="0"/>
              <a:t>training</a:t>
            </a:r>
            <a:r>
              <a:rPr lang="en-GB" sz="2000" dirty="0"/>
              <a:t> DNABERT pada </a:t>
            </a:r>
            <a:r>
              <a:rPr lang="en-GB" sz="2000" i="1" dirty="0"/>
              <a:t>target task</a:t>
            </a:r>
            <a:r>
              <a:rPr lang="en-GB" sz="2000" dirty="0"/>
              <a:t> </a:t>
            </a:r>
            <a:r>
              <a:rPr lang="en-GB" sz="2000" b="1" dirty="0" err="1"/>
              <a:t>prediksi</a:t>
            </a:r>
            <a:r>
              <a:rPr lang="en-GB" sz="2000" b="1" dirty="0"/>
              <a:t> </a:t>
            </a:r>
            <a:r>
              <a:rPr lang="en-GB" sz="2000" b="1" i="1" dirty="0"/>
              <a:t>splice sites</a:t>
            </a:r>
            <a:r>
              <a:rPr lang="en-GB" sz="2000" dirty="0"/>
              <a:t>.</a:t>
            </a:r>
            <a:endParaRPr lang="en-US" sz="200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C128F65-1C1F-4417-85DC-8E8E8704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243B23C-D1FF-411F-B5A8-2B897C9E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85C5098-C704-4068-AD36-51E98615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417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E0DB-7673-4B57-8960-9DAB41C5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Premis</a:t>
            </a:r>
            <a:r>
              <a:rPr lang="en-GB" dirty="0"/>
              <a:t> dan </a:t>
            </a:r>
            <a:r>
              <a:rPr lang="en-GB" dirty="0" err="1"/>
              <a:t>Hipotesis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12E36-395B-4005-95B9-EACB2E91E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1828800"/>
            <a:ext cx="5257801" cy="400367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BERT </a:t>
            </a:r>
            <a:r>
              <a:rPr lang="en-GB" sz="1800" dirty="0" err="1"/>
              <a:t>mampu</a:t>
            </a:r>
            <a:r>
              <a:rPr lang="en-GB" sz="1800" dirty="0"/>
              <a:t> </a:t>
            </a:r>
            <a:r>
              <a:rPr lang="en-GB" sz="1800" dirty="0" err="1"/>
              <a:t>menghasilkan</a:t>
            </a:r>
            <a:r>
              <a:rPr lang="en-GB" sz="1800" dirty="0"/>
              <a:t> </a:t>
            </a:r>
            <a:r>
              <a:rPr lang="en-GB" sz="1800" dirty="0" err="1"/>
              <a:t>representasi</a:t>
            </a:r>
            <a:r>
              <a:rPr lang="en-GB" sz="1800" dirty="0"/>
              <a:t> </a:t>
            </a:r>
            <a:r>
              <a:rPr lang="en-GB" sz="1800" dirty="0" err="1"/>
              <a:t>teks</a:t>
            </a:r>
            <a:r>
              <a:rPr lang="en-GB" sz="1800" dirty="0"/>
              <a:t> yang </a:t>
            </a:r>
            <a:r>
              <a:rPr lang="en-GB" sz="1800" dirty="0" err="1"/>
              <a:t>generik</a:t>
            </a:r>
            <a:r>
              <a:rPr lang="en-GB" sz="1800" dirty="0"/>
              <a:t> dan </a:t>
            </a:r>
            <a:r>
              <a:rPr lang="en-GB" sz="1800" dirty="0" err="1"/>
              <a:t>dapat</a:t>
            </a:r>
            <a:r>
              <a:rPr lang="en-GB" sz="1800" dirty="0"/>
              <a:t> </a:t>
            </a:r>
            <a:r>
              <a:rPr lang="en-GB" sz="1800" dirty="0" err="1"/>
              <a:t>diadaptasi</a:t>
            </a:r>
            <a:r>
              <a:rPr lang="en-GB" sz="1800" dirty="0"/>
              <a:t> pada </a:t>
            </a:r>
            <a:r>
              <a:rPr lang="en-GB" sz="1800" dirty="0" err="1"/>
              <a:t>berbagai</a:t>
            </a:r>
            <a:r>
              <a:rPr lang="en-GB" sz="1800" dirty="0"/>
              <a:t> </a:t>
            </a:r>
            <a:r>
              <a:rPr lang="en-GB" sz="1800" i="1" dirty="0"/>
              <a:t>task</a:t>
            </a:r>
            <a:r>
              <a:rPr lang="en-GB" sz="1800" dirty="0"/>
              <a:t> (Devlin et. al., 2018)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Penerapan</a:t>
            </a:r>
            <a:r>
              <a:rPr lang="en-GB" sz="1800" dirty="0"/>
              <a:t> </a:t>
            </a:r>
            <a:r>
              <a:rPr lang="en-GB" sz="1800" i="1" dirty="0"/>
              <a:t>multitask learning</a:t>
            </a:r>
            <a:r>
              <a:rPr lang="en-GB" sz="1800" dirty="0"/>
              <a:t> pada BERT </a:t>
            </a:r>
            <a:r>
              <a:rPr lang="en-GB" sz="1800" dirty="0" err="1"/>
              <a:t>dapat</a:t>
            </a:r>
            <a:r>
              <a:rPr lang="en-GB" sz="1800" dirty="0"/>
              <a:t> </a:t>
            </a:r>
            <a:r>
              <a:rPr lang="en-GB" sz="1800" dirty="0" err="1"/>
              <a:t>meningkatkan</a:t>
            </a:r>
            <a:r>
              <a:rPr lang="en-GB" sz="1800" dirty="0"/>
              <a:t> </a:t>
            </a:r>
            <a:r>
              <a:rPr lang="en-GB" sz="1800" dirty="0" err="1"/>
              <a:t>performa</a:t>
            </a:r>
            <a:r>
              <a:rPr lang="en-GB" sz="1800" dirty="0"/>
              <a:t> BERT pada NLU (Liu et. al., 2019)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DNABERT </a:t>
            </a:r>
            <a:r>
              <a:rPr lang="en-GB" sz="1800" dirty="0" err="1"/>
              <a:t>menggunakan</a:t>
            </a:r>
            <a:r>
              <a:rPr lang="en-GB" sz="1800" dirty="0"/>
              <a:t> BERT </a:t>
            </a:r>
            <a:r>
              <a:rPr lang="en-GB" sz="1800" dirty="0" err="1"/>
              <a:t>untuk</a:t>
            </a:r>
            <a:r>
              <a:rPr lang="en-GB" sz="1800" dirty="0"/>
              <a:t> </a:t>
            </a:r>
            <a:r>
              <a:rPr lang="en-GB" sz="1800" dirty="0" err="1"/>
              <a:t>mengekstrak</a:t>
            </a:r>
            <a:r>
              <a:rPr lang="en-GB" sz="1800" dirty="0"/>
              <a:t> </a:t>
            </a:r>
            <a:r>
              <a:rPr lang="en-GB" sz="1800" dirty="0" err="1"/>
              <a:t>informasi</a:t>
            </a:r>
            <a:r>
              <a:rPr lang="en-GB" sz="1800" dirty="0"/>
              <a:t> </a:t>
            </a:r>
            <a:r>
              <a:rPr lang="en-GB" sz="1800" dirty="0" err="1"/>
              <a:t>generik</a:t>
            </a:r>
            <a:r>
              <a:rPr lang="en-GB" sz="1800" dirty="0"/>
              <a:t> </a:t>
            </a:r>
            <a:r>
              <a:rPr lang="en-GB" sz="1800" dirty="0" err="1"/>
              <a:t>dari</a:t>
            </a:r>
            <a:r>
              <a:rPr lang="en-GB" sz="1800" dirty="0"/>
              <a:t> </a:t>
            </a:r>
            <a:r>
              <a:rPr lang="en-GB" sz="1800" dirty="0" err="1"/>
              <a:t>genom</a:t>
            </a:r>
            <a:r>
              <a:rPr lang="en-GB" sz="1800" dirty="0"/>
              <a:t> </a:t>
            </a:r>
            <a:r>
              <a:rPr lang="en-GB" sz="1800" i="1" dirty="0"/>
              <a:t>H. sapiens</a:t>
            </a:r>
            <a:r>
              <a:rPr lang="en-GB" sz="1800" dirty="0"/>
              <a:t> dan </a:t>
            </a:r>
            <a:r>
              <a:rPr lang="en-GB" sz="1800" dirty="0" err="1"/>
              <a:t>dapat</a:t>
            </a:r>
            <a:r>
              <a:rPr lang="en-GB" sz="1800" dirty="0"/>
              <a:t> </a:t>
            </a:r>
            <a:r>
              <a:rPr lang="en-GB" sz="1800" dirty="0" err="1"/>
              <a:t>diadaptasi</a:t>
            </a:r>
            <a:r>
              <a:rPr lang="en-GB" sz="1800" dirty="0"/>
              <a:t> pada </a:t>
            </a:r>
            <a:r>
              <a:rPr lang="en-GB" sz="1800" dirty="0" err="1"/>
              <a:t>berbagai</a:t>
            </a:r>
            <a:r>
              <a:rPr lang="en-GB" sz="1800" dirty="0"/>
              <a:t> </a:t>
            </a:r>
            <a:r>
              <a:rPr lang="en-GB" sz="1800" dirty="0" err="1"/>
              <a:t>persoalan</a:t>
            </a:r>
            <a:r>
              <a:rPr lang="en-GB" sz="1800" dirty="0"/>
              <a:t> </a:t>
            </a:r>
            <a:r>
              <a:rPr lang="en-GB" sz="1800" dirty="0" err="1"/>
              <a:t>baik</a:t>
            </a:r>
            <a:r>
              <a:rPr lang="en-GB" sz="1800" dirty="0"/>
              <a:t> pada </a:t>
            </a:r>
            <a:r>
              <a:rPr lang="en-GB" sz="1800" dirty="0" err="1"/>
              <a:t>spesies</a:t>
            </a:r>
            <a:r>
              <a:rPr lang="en-GB" sz="1800" dirty="0"/>
              <a:t> yang </a:t>
            </a:r>
            <a:r>
              <a:rPr lang="en-GB" sz="1800" dirty="0" err="1"/>
              <a:t>sama</a:t>
            </a:r>
            <a:r>
              <a:rPr lang="en-GB" sz="1800" dirty="0"/>
              <a:t> </a:t>
            </a:r>
            <a:r>
              <a:rPr lang="en-GB" sz="1800" dirty="0" err="1"/>
              <a:t>maupun</a:t>
            </a:r>
            <a:r>
              <a:rPr lang="en-GB" sz="1800" dirty="0"/>
              <a:t> </a:t>
            </a:r>
            <a:r>
              <a:rPr lang="en-GB" sz="1800" dirty="0" err="1"/>
              <a:t>lintas</a:t>
            </a:r>
            <a:r>
              <a:rPr lang="en-GB" sz="1800" dirty="0"/>
              <a:t> </a:t>
            </a:r>
            <a:r>
              <a:rPr lang="en-GB" sz="1800" dirty="0" err="1"/>
              <a:t>spesies</a:t>
            </a:r>
            <a:r>
              <a:rPr lang="en-GB" sz="1800" dirty="0"/>
              <a:t> (Ji et. al., 2021).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Pada DNA </a:t>
            </a:r>
            <a:r>
              <a:rPr lang="en-GB" sz="1800" dirty="0" err="1"/>
              <a:t>eukariot</a:t>
            </a:r>
            <a:r>
              <a:rPr lang="en-GB" sz="1800" dirty="0"/>
              <a:t>, </a:t>
            </a:r>
            <a:r>
              <a:rPr lang="en-GB" sz="1800" dirty="0" err="1"/>
              <a:t>ekson</a:t>
            </a:r>
            <a:r>
              <a:rPr lang="en-GB" sz="1800" dirty="0"/>
              <a:t> dan intron </a:t>
            </a:r>
            <a:r>
              <a:rPr lang="en-GB" sz="1800" dirty="0" err="1"/>
              <a:t>berada</a:t>
            </a:r>
            <a:r>
              <a:rPr lang="en-GB" sz="1800" dirty="0"/>
              <a:t> di </a:t>
            </a:r>
            <a:r>
              <a:rPr lang="en-GB" sz="1800" dirty="0" err="1"/>
              <a:t>daerah</a:t>
            </a:r>
            <a:r>
              <a:rPr lang="en-GB" sz="1800" dirty="0"/>
              <a:t> </a:t>
            </a:r>
            <a:r>
              <a:rPr lang="en-GB" sz="1800" dirty="0" err="1"/>
              <a:t>antara</a:t>
            </a:r>
            <a:r>
              <a:rPr lang="en-GB" sz="1800" dirty="0"/>
              <a:t> promoter dan poly-A (</a:t>
            </a:r>
            <a:r>
              <a:rPr lang="en-GB" sz="1800" dirty="0" err="1"/>
              <a:t>Xiong</a:t>
            </a:r>
            <a:r>
              <a:rPr lang="en-GB" sz="1800" dirty="0"/>
              <a:t>, 2006)</a:t>
            </a:r>
            <a:endParaRPr lang="en-US" sz="18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D11A6AD-0AB3-4472-BAD7-CFEE494F64A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0" y="1828800"/>
            <a:ext cx="5257799" cy="400367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Akurasi</a:t>
            </a:r>
            <a:r>
              <a:rPr lang="en-GB" sz="1800" dirty="0"/>
              <a:t> </a:t>
            </a:r>
            <a:r>
              <a:rPr lang="en-GB" sz="1800" dirty="0" err="1"/>
              <a:t>prediksi</a:t>
            </a:r>
            <a:r>
              <a:rPr lang="en-GB" sz="1800" dirty="0"/>
              <a:t> </a:t>
            </a:r>
            <a:r>
              <a:rPr lang="en-GB" sz="1800" dirty="0" err="1"/>
              <a:t>ekson</a:t>
            </a:r>
            <a:r>
              <a:rPr lang="en-GB" sz="1800" dirty="0"/>
              <a:t> dan intron </a:t>
            </a:r>
            <a:r>
              <a:rPr lang="en-GB" sz="1800" dirty="0" err="1"/>
              <a:t>dapat</a:t>
            </a:r>
            <a:r>
              <a:rPr lang="en-GB" sz="1800" dirty="0"/>
              <a:t> </a:t>
            </a:r>
            <a:r>
              <a:rPr lang="en-GB" sz="1800" dirty="0" err="1"/>
              <a:t>ditingkatkan</a:t>
            </a:r>
            <a:r>
              <a:rPr lang="en-GB" sz="1800" dirty="0"/>
              <a:t> </a:t>
            </a:r>
            <a:r>
              <a:rPr lang="en-GB" sz="1800" dirty="0" err="1"/>
              <a:t>dengan</a:t>
            </a:r>
            <a:r>
              <a:rPr lang="en-GB" sz="1800" dirty="0"/>
              <a:t> </a:t>
            </a:r>
            <a:r>
              <a:rPr lang="en-GB" sz="1800" dirty="0" err="1"/>
              <a:t>adanya</a:t>
            </a:r>
            <a:r>
              <a:rPr lang="en-GB" sz="1800" dirty="0"/>
              <a:t> </a:t>
            </a:r>
            <a:r>
              <a:rPr lang="en-GB" sz="1800" dirty="0" err="1"/>
              <a:t>informasi</a:t>
            </a:r>
            <a:r>
              <a:rPr lang="en-GB" sz="1800" dirty="0"/>
              <a:t> </a:t>
            </a:r>
            <a:r>
              <a:rPr lang="en-GB" sz="1800" dirty="0" err="1"/>
              <a:t>tentang</a:t>
            </a:r>
            <a:r>
              <a:rPr lang="en-GB" sz="1800" dirty="0"/>
              <a:t> promoter dan poly-A pada </a:t>
            </a:r>
            <a:r>
              <a:rPr lang="en-GB" sz="1800" dirty="0" err="1"/>
              <a:t>sebuah</a:t>
            </a:r>
            <a:r>
              <a:rPr lang="en-GB" sz="1800" dirty="0"/>
              <a:t> </a:t>
            </a:r>
            <a:r>
              <a:rPr lang="en-GB" sz="1800" dirty="0" err="1"/>
              <a:t>sekuens</a:t>
            </a:r>
            <a:r>
              <a:rPr lang="en-GB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Jika </a:t>
            </a:r>
            <a:r>
              <a:rPr lang="en-GB" sz="1800" i="1" dirty="0"/>
              <a:t>multitask learning </a:t>
            </a:r>
            <a:r>
              <a:rPr lang="en-GB" sz="1800" dirty="0" err="1"/>
              <a:t>diterapkan</a:t>
            </a:r>
            <a:r>
              <a:rPr lang="en-GB" sz="1800" dirty="0"/>
              <a:t> pada DNABERT </a:t>
            </a:r>
            <a:r>
              <a:rPr lang="en-GB" sz="1800" dirty="0" err="1"/>
              <a:t>dengan</a:t>
            </a:r>
            <a:r>
              <a:rPr lang="en-GB" sz="1800" dirty="0"/>
              <a:t> </a:t>
            </a:r>
            <a:r>
              <a:rPr lang="en-GB" sz="1800" i="1" dirty="0"/>
              <a:t>task </a:t>
            </a:r>
            <a:r>
              <a:rPr lang="en-GB" sz="1800" dirty="0" err="1"/>
              <a:t>prediksi</a:t>
            </a:r>
            <a:r>
              <a:rPr lang="en-GB" sz="1800" dirty="0"/>
              <a:t> promoter dan poly-A </a:t>
            </a:r>
            <a:r>
              <a:rPr lang="en-GB" sz="1800" dirty="0" err="1"/>
              <a:t>maka</a:t>
            </a:r>
            <a:r>
              <a:rPr lang="en-GB" sz="1800" dirty="0"/>
              <a:t> DNABERT </a:t>
            </a:r>
            <a:r>
              <a:rPr lang="en-GB" sz="1800" dirty="0" err="1"/>
              <a:t>dapat</a:t>
            </a:r>
            <a:r>
              <a:rPr lang="en-GB" sz="1800" dirty="0"/>
              <a:t> </a:t>
            </a:r>
            <a:r>
              <a:rPr lang="en-GB" sz="1800" dirty="0" err="1"/>
              <a:t>memprediksi</a:t>
            </a:r>
            <a:r>
              <a:rPr lang="en-GB" sz="1800" dirty="0"/>
              <a:t> </a:t>
            </a:r>
            <a:r>
              <a:rPr lang="en-GB" sz="1800" dirty="0" err="1"/>
              <a:t>lokasi</a:t>
            </a:r>
            <a:r>
              <a:rPr lang="en-GB" sz="1800" dirty="0"/>
              <a:t> </a:t>
            </a:r>
            <a:r>
              <a:rPr lang="en-GB" sz="1800" dirty="0" err="1"/>
              <a:t>ekson</a:t>
            </a:r>
            <a:r>
              <a:rPr lang="en-GB" sz="1800" dirty="0"/>
              <a:t> dan intro </a:t>
            </a:r>
            <a:r>
              <a:rPr lang="en-GB" sz="1800" dirty="0" err="1"/>
              <a:t>dengan</a:t>
            </a:r>
            <a:r>
              <a:rPr lang="en-GB" sz="1800" dirty="0"/>
              <a:t> </a:t>
            </a:r>
            <a:r>
              <a:rPr lang="en-GB" sz="1800" dirty="0" err="1"/>
              <a:t>lebih</a:t>
            </a:r>
            <a:r>
              <a:rPr lang="en-GB" sz="1800" dirty="0"/>
              <a:t> </a:t>
            </a:r>
            <a:r>
              <a:rPr lang="en-GB" sz="1800" dirty="0" err="1"/>
              <a:t>baik</a:t>
            </a:r>
            <a:r>
              <a:rPr lang="en-GB" sz="1800" dirty="0"/>
              <a:t>.</a:t>
            </a:r>
            <a:endParaRPr lang="en-US" sz="180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E645BC-B1B0-454A-83D3-3EC812C1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6A1F09D-B74F-4C65-9B77-BB100D7BA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974E3D-610F-413D-8451-CF5A2F697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05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5F11-B7B9-4B80-8C6A-A8A7A719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148840"/>
            <a:ext cx="4179570" cy="1715531"/>
          </a:xfrm>
        </p:spPr>
        <p:txBody>
          <a:bodyPr/>
          <a:lstStyle/>
          <a:p>
            <a:r>
              <a:rPr lang="en-US" dirty="0"/>
              <a:t>STUDI LITERATUR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AFAA9-633A-475C-B8ED-840A34F72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595404" cy="701437"/>
          </a:xfrm>
        </p:spPr>
        <p:txBody>
          <a:bodyPr>
            <a:normAutofit/>
          </a:bodyPr>
          <a:lstStyle/>
          <a:p>
            <a:r>
              <a:rPr lang="en-GB" dirty="0"/>
              <a:t>DNA, </a:t>
            </a:r>
            <a:r>
              <a:rPr lang="en-GB" dirty="0" err="1"/>
              <a:t>Anotasi</a:t>
            </a:r>
            <a:r>
              <a:rPr lang="en-GB" dirty="0"/>
              <a:t> Gen, Multitask Learning, BERT, DNABERT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131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7E71-396F-485C-8145-8B1FD780A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Anotasi</a:t>
            </a:r>
            <a:r>
              <a:rPr lang="en-GB" dirty="0"/>
              <a:t> Gen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5EA28-1BBB-430B-AA42-D0B7CD2A7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1750423"/>
            <a:ext cx="10110696" cy="13255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def. proses </a:t>
            </a:r>
            <a:r>
              <a:rPr lang="en-GB" sz="2000" dirty="0" err="1"/>
              <a:t>identifikasi</a:t>
            </a:r>
            <a:r>
              <a:rPr lang="en-GB" sz="2000" dirty="0"/>
              <a:t> </a:t>
            </a:r>
            <a:r>
              <a:rPr lang="en-GB" sz="2000" dirty="0" err="1"/>
              <a:t>karakter</a:t>
            </a:r>
            <a:r>
              <a:rPr lang="en-GB" sz="2000" dirty="0"/>
              <a:t> </a:t>
            </a:r>
            <a:r>
              <a:rPr lang="en-GB" sz="2000" dirty="0" err="1"/>
              <a:t>struktural</a:t>
            </a:r>
            <a:r>
              <a:rPr lang="en-GB" sz="2000" dirty="0"/>
              <a:t> dan </a:t>
            </a:r>
            <a:r>
              <a:rPr lang="en-GB" sz="2000" dirty="0" err="1"/>
              <a:t>fungsional</a:t>
            </a:r>
            <a:r>
              <a:rPr lang="en-GB" sz="2000" dirty="0"/>
              <a:t> pada </a:t>
            </a:r>
            <a:r>
              <a:rPr lang="en-GB" sz="2000" dirty="0" err="1"/>
              <a:t>sekuens</a:t>
            </a:r>
            <a:r>
              <a:rPr lang="en-GB" sz="2000" dirty="0"/>
              <a:t> </a:t>
            </a:r>
            <a:r>
              <a:rPr lang="en-GB" sz="2000" dirty="0" err="1"/>
              <a:t>genetik</a:t>
            </a:r>
            <a:r>
              <a:rPr lang="en-GB" sz="2000" dirty="0"/>
              <a:t> (DNA dan RNA)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data: </a:t>
            </a:r>
            <a:r>
              <a:rPr lang="en-GB" sz="2000" dirty="0" err="1"/>
              <a:t>teks</a:t>
            </a:r>
            <a:r>
              <a:rPr lang="en-GB" sz="2000" dirty="0"/>
              <a:t> yang </a:t>
            </a:r>
            <a:r>
              <a:rPr lang="en-GB" sz="2000" dirty="0" err="1"/>
              <a:t>tersusun</a:t>
            </a:r>
            <a:r>
              <a:rPr lang="en-GB" sz="2000" dirty="0"/>
              <a:t> </a:t>
            </a:r>
            <a:r>
              <a:rPr lang="en-GB" sz="2000" dirty="0" err="1"/>
              <a:t>dari</a:t>
            </a:r>
            <a:r>
              <a:rPr lang="en-GB" sz="2000" dirty="0"/>
              <a:t> </a:t>
            </a:r>
            <a:r>
              <a:rPr lang="en-GB" sz="2000" dirty="0" err="1"/>
              <a:t>karakter</a:t>
            </a:r>
            <a:r>
              <a:rPr lang="en-GB" sz="2000" dirty="0"/>
              <a:t> </a:t>
            </a:r>
            <a:r>
              <a:rPr lang="en-GB" sz="2000" dirty="0" err="1"/>
              <a:t>basa</a:t>
            </a:r>
            <a:r>
              <a:rPr lang="en-GB" sz="2000" dirty="0"/>
              <a:t> nitrogen A, C, G, dan T/U</a:t>
            </a:r>
            <a:endParaRPr lang="en-US" sz="200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C128F65-1C1F-4417-85DC-8E8E8704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243B23C-D1FF-411F-B5A8-2B897C9E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85C5098-C704-4068-AD36-51E98615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E97AB-24B1-4646-9020-C2A07069DEFF}"/>
              </a:ext>
            </a:extLst>
          </p:cNvPr>
          <p:cNvSpPr txBox="1"/>
          <p:nvPr/>
        </p:nvSpPr>
        <p:spPr>
          <a:xfrm>
            <a:off x="1145155" y="2912383"/>
            <a:ext cx="101106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&gt;NC_003075.7:c14355201-14352037 HXK1 [organism=Arabidopsis thaliana] [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GeneID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=829034] [chromosome=4]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AAAACCGAAATTAGACAAAAGGTTAATTTCGTCATTTCAACAGATTCTATTACCACTTCTTGTTTTGTTTTTCCATACTTTACGGACAAGAACGAGAGAAGCTCTCGCTTACGTGGTTTCTACACTGTTTTTGACGAACC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CACCAAGCTCGAGTAGATCGGTATTAGATCCATCTTAGGTTTCTCTAATTTCTCTCAATTCACTCCAAAATTTTGATTATTTCTTCTTTCTGGCTTGTCAATTTTAGTCATTTGTAATCCTTGCTTTTGCGATCGGAATC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GTAAAAATCCGATCTTTCTTTTAGATTCGTTTTGTTTTTGATTCCAAATCGGAAAAATGGGTAAAGTAGCTGTTGGAGCGACTGTTGTTTGCACGGCGGCGGTTTGTGCGGTGGCTGTTTTGGTTGTTCGACGACGGATG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CAGAGCTCAGGGAAGTGGGGACGTGTTTTGGCTATCCTCAAGGCCTTTGAAGAGGATTGTGCGACTCCGATCTCGAAACTGAGACAAGTGGCTGATGCTATGACCGTTGAGATGCATGCTGGTCTTGCATCCGACGGTGG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TAGCAAACTCAAGATGCTTATCAGCTACGTTGATAATCTTCCTTCCGGGTAATGTTTTCTAATTGGATTCAAATTCTGTTGCTTTTCATTGAAATTTTCAATCTTTGTCATATTAGAAGATAGAATATTTCTATCTCCTA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ATATGTCATCCATTCAATGTTGTTGATTGTGTAATATGGATTACGTTATGAAATGAGTTTCGTCCTGATTTGGAGATGTAATTGCATTGTCTCTTAATGGTCAAAATTGATCGATTAGATAGGATTATTGATCTACTGTT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TCAGAATCAGTGAATCTTTTGGAATCCAGATCATGTCCCACTGAATCATTGTCTCATTTTCTTATAGGTTTTGTTGTATCACTTCTTGATTTTGTAGATTTGTTTTCATGGATTTGAGAGTTATTGCCCTTTTGATTAAG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GTTTAATACATAGTTACATTAAGGCAGACAATGACAGTGATGTGAATATGATTTGTCTGAAAAGTCTGTCCACAGACATCACTTTTGTCTTATGGACTTCGTGATTAGATGGCATGATGGCATTGATTATGTTATATTAC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GTAGAACATTTTGGTGCGGTTTCATTTTCGCTTTAATATTGTTAGCCAATGCGGCAATGCGTCTAGTTTCATGTTGTAGGTCTGTCTTACATTTACTACCATTAATATAACAGGGATGAAAAGGGTCTCTTTTATGCATT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GGACCTAGGGGGGACAAACTTCCGTGTCATGCGTGTGCTTCTTGGCGGGAAGCAAGAGCGTGTTGTTAAACAAGAATTCGAAGAAGTTTCGATTCCTCCTCATTTGATGACTGGTGGTTCAGATGTCAGTTTTCTGTTCT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TCAATTTGTCATGTTTAGTCTTAGATGATCTTTGTGTAACAAGATTCTTTTGCGTTCTTTTGATGGATTCAGGAGTTGTTCAATTTTATAGCTGAAGCTCTTGCGAAGTTTGTCGCTACAGAATGCGAAGACTTTCATCT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TCCAGAAGGTAGACAGAGGGAATTAGGTTTCACTTTCTCGTTTCCTGTTAAGCAGACTTCTCTGTCCTCTGGTAGTCTCATCAAATGGACAAAAGGCTTTTCCATCGAAGAAGCAGTTAAGCTCGATTTTCGTTCAACTA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TTTCACTTAAAATGTTTAGTTTTCGCCTTTGCCTTAATCTTTGTTTAACCTGTTGCATAGGTTGGACAAGATGTTGTTGGAGCACTTAATAAGGCTCTGGAAAGAGTTGGTCTTGACATGCGAATCGCAGCACTTGTGAG</a:t>
            </a:r>
          </a:p>
          <a:p>
            <a:r>
              <a:rPr lang="en-US" sz="1000" dirty="0"/>
              <a:t>…</a:t>
            </a:r>
            <a:br>
              <a:rPr lang="en-US" sz="1000" dirty="0"/>
            </a:b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7741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FBAA-69DF-4FBC-A005-913A2898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ANOTASI GEN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39826A0-8B45-44C5-B17A-E60FDB17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28B898-B64E-4B02-991D-42239B42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ADC45C7-2A42-4F2D-A6FB-F610B2A9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77C9AC-68BF-4718-9D23-D5AE3D2F4F4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364" y="2069464"/>
            <a:ext cx="6935271" cy="293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836D01-6D3E-47EB-B4E6-14A1704B0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8364" y="5006224"/>
            <a:ext cx="6935271" cy="823912"/>
          </a:xfrm>
        </p:spPr>
        <p:txBody>
          <a:bodyPr anchor="ctr"/>
          <a:lstStyle/>
          <a:p>
            <a:r>
              <a:rPr lang="en-GB" sz="1600" dirty="0"/>
              <a:t>Hasil </a:t>
            </a:r>
            <a:r>
              <a:rPr lang="en-GB" sz="1600" dirty="0" err="1"/>
              <a:t>Analisis</a:t>
            </a:r>
            <a:r>
              <a:rPr lang="en-GB" sz="1600" dirty="0"/>
              <a:t> DNA </a:t>
            </a:r>
            <a:r>
              <a:rPr lang="en-GB" sz="1600" dirty="0" err="1"/>
              <a:t>dengan</a:t>
            </a:r>
            <a:r>
              <a:rPr lang="en-GB" sz="1600" dirty="0"/>
              <a:t> FGENESH (</a:t>
            </a:r>
            <a:r>
              <a:rPr lang="en-GB" sz="1600" dirty="0" err="1"/>
              <a:t>Solovyev</a:t>
            </a:r>
            <a:r>
              <a:rPr lang="en-GB" sz="1600" dirty="0"/>
              <a:t> et. al., 2006)</a:t>
            </a:r>
            <a:endParaRPr lang="en-US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F5C210-42FB-4398-830D-3E6712518F67}"/>
              </a:ext>
            </a:extLst>
          </p:cNvPr>
          <p:cNvSpPr/>
          <p:nvPr/>
        </p:nvSpPr>
        <p:spPr>
          <a:xfrm>
            <a:off x="2430420" y="2468881"/>
            <a:ext cx="822232" cy="70539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CC8388-0F28-4124-A9B3-AE7A9328A534}"/>
              </a:ext>
            </a:extLst>
          </p:cNvPr>
          <p:cNvSpPr/>
          <p:nvPr/>
        </p:nvSpPr>
        <p:spPr>
          <a:xfrm>
            <a:off x="8939347" y="2455819"/>
            <a:ext cx="822232" cy="70539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F7DABF-F242-4119-A1BD-7A5B2A1F70F9}"/>
              </a:ext>
            </a:extLst>
          </p:cNvPr>
          <p:cNvSpPr/>
          <p:nvPr/>
        </p:nvSpPr>
        <p:spPr>
          <a:xfrm>
            <a:off x="3252651" y="2455819"/>
            <a:ext cx="5686695" cy="70539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2EAFFF-F5FF-44F1-A4F5-5FF10189AB57}"/>
              </a:ext>
            </a:extLst>
          </p:cNvPr>
          <p:cNvSpPr txBox="1"/>
          <p:nvPr/>
        </p:nvSpPr>
        <p:spPr>
          <a:xfrm>
            <a:off x="9183905" y="4455595"/>
            <a:ext cx="2063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Splice Sites,</a:t>
            </a:r>
            <a:r>
              <a:rPr lang="en-GB" dirty="0"/>
              <a:t> </a:t>
            </a:r>
            <a:r>
              <a:rPr lang="en-GB" dirty="0" err="1"/>
              <a:t>Ekson</a:t>
            </a:r>
            <a:r>
              <a:rPr lang="en-GB" dirty="0"/>
              <a:t>, dan intron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7224E0-7F07-49AC-92BC-37DC6EFB45BF}"/>
              </a:ext>
            </a:extLst>
          </p:cNvPr>
          <p:cNvSpPr txBox="1"/>
          <p:nvPr/>
        </p:nvSpPr>
        <p:spPr>
          <a:xfrm>
            <a:off x="9982199" y="3379831"/>
            <a:ext cx="84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Poly-A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311EFD-558F-4AE4-BCE0-9656996B5DE3}"/>
              </a:ext>
            </a:extLst>
          </p:cNvPr>
          <p:cNvSpPr txBox="1"/>
          <p:nvPr/>
        </p:nvSpPr>
        <p:spPr>
          <a:xfrm>
            <a:off x="701036" y="4455595"/>
            <a:ext cx="1729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Promotor &amp; TSS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5565B1-A422-4B38-BC1A-19A09D7B7ED2}"/>
              </a:ext>
            </a:extLst>
          </p:cNvPr>
          <p:cNvCxnSpPr>
            <a:cxnSpLocks/>
            <a:stCxn id="19" idx="1"/>
            <a:endCxn id="18" idx="4"/>
          </p:cNvCxnSpPr>
          <p:nvPr/>
        </p:nvCxnSpPr>
        <p:spPr>
          <a:xfrm flipH="1" flipV="1">
            <a:off x="6095999" y="3161213"/>
            <a:ext cx="3087906" cy="16175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70337EB-D279-49EB-B4A7-ABCA5F0E7848}"/>
              </a:ext>
            </a:extLst>
          </p:cNvPr>
          <p:cNvCxnSpPr>
            <a:stCxn id="22" idx="0"/>
            <a:endCxn id="13" idx="2"/>
          </p:cNvCxnSpPr>
          <p:nvPr/>
        </p:nvCxnSpPr>
        <p:spPr>
          <a:xfrm flipV="1">
            <a:off x="1565728" y="2821578"/>
            <a:ext cx="864692" cy="16340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EA2D719-C814-4C8E-9F2C-FB44BDC981E1}"/>
              </a:ext>
            </a:extLst>
          </p:cNvPr>
          <p:cNvCxnSpPr>
            <a:stCxn id="21" idx="0"/>
            <a:endCxn id="17" idx="6"/>
          </p:cNvCxnSpPr>
          <p:nvPr/>
        </p:nvCxnSpPr>
        <p:spPr>
          <a:xfrm flipH="1" flipV="1">
            <a:off x="9761579" y="2808516"/>
            <a:ext cx="641665" cy="5713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960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B681-2386-422B-AA5E-42BE860F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370624"/>
            <a:ext cx="8421688" cy="1325563"/>
          </a:xfrm>
        </p:spPr>
        <p:txBody>
          <a:bodyPr/>
          <a:lstStyle/>
          <a:p>
            <a:r>
              <a:rPr lang="en-GB" dirty="0"/>
              <a:t>FEGENSH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4129ADE-9894-4A55-91CD-56BAF64D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716C00-0B9B-485C-AC34-8C06447D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3C0739-DD3B-4F18-A986-C5A912E0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CAD4B26-0165-4160-83C2-9308B329A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0652" y="3744002"/>
            <a:ext cx="4625771" cy="235041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Input: </a:t>
            </a:r>
            <a:r>
              <a:rPr lang="en-GB" sz="2000" dirty="0" err="1"/>
              <a:t>sekuens</a:t>
            </a:r>
            <a:r>
              <a:rPr lang="en-GB" sz="2000" dirty="0"/>
              <a:t> DNA No. NC_003075.7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Output: </a:t>
            </a:r>
            <a:r>
              <a:rPr lang="en-GB" sz="2000" i="1" dirty="0"/>
              <a:t>sequential labelling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Model: HMM</a:t>
            </a: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36F967-46A9-45C2-8323-127272BEEEBD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5666423" y="3744002"/>
            <a:ext cx="6170718" cy="235041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1D44B8-1316-468F-B821-F24FF929103A}"/>
              </a:ext>
            </a:extLst>
          </p:cNvPr>
          <p:cNvSpPr txBox="1"/>
          <p:nvPr/>
        </p:nvSpPr>
        <p:spPr>
          <a:xfrm>
            <a:off x="1040652" y="1554958"/>
            <a:ext cx="112280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&gt;NC_003075.7:c14355201-14352037 HXK1 [organism=Arabidopsis thaliana] [</a:t>
            </a:r>
            <a:r>
              <a:rPr lang="en-US" dirty="0" err="1"/>
              <a:t>GeneID</a:t>
            </a:r>
            <a:r>
              <a:rPr lang="en-US" dirty="0"/>
              <a:t>=829034] [chromosome=4]</a:t>
            </a:r>
          </a:p>
          <a:p>
            <a:r>
              <a:rPr lang="en-US" dirty="0"/>
              <a:t>AAAACCGAAATTAGACAAAAGGTTAATTTCGTCATTTCAACAGATTCTATTACCACTTCTTGTTTTGTTT</a:t>
            </a:r>
          </a:p>
          <a:p>
            <a:r>
              <a:rPr lang="en-US" dirty="0"/>
              <a:t>TTCCATACTTTACGGACAAGAACGAGAGAAGCTCTCGCTTACGTGGTTTCTACACTGTTTTTGACGAACC</a:t>
            </a:r>
          </a:p>
          <a:p>
            <a:r>
              <a:rPr lang="en-US" dirty="0"/>
              <a:t>CACCAAGCTCGAGTAGATCGGTATTAGATCCATCTTAGGTTTCTCTAATTTCTCTCAATTCACTCCAAAA</a:t>
            </a:r>
          </a:p>
          <a:p>
            <a:r>
              <a:rPr lang="en-US" dirty="0"/>
              <a:t>TTTTGATTATTTCTTCTTTCTGGCTTGTCAATTTTAGTCATTTGTAATCCTTGCTTTTGCGATCGGAATC</a:t>
            </a:r>
          </a:p>
          <a:p>
            <a:r>
              <a:rPr lang="en-US" dirty="0"/>
              <a:t>GTAAAAATCCGATCTTTCTTTTAGATTCGTTTTGTTTTTGATTCCAAATCGGAAAAATGGGTAAAGTAGC</a:t>
            </a:r>
          </a:p>
          <a:p>
            <a:r>
              <a:rPr lang="en-US" dirty="0"/>
              <a:t>TGTTGGAGCGACTGTTGTTTGCACGGCGGCGGTTTGTGCGGTGGCTGTTTTGGTTGTTCGACGACGGATG …</a:t>
            </a:r>
          </a:p>
        </p:txBody>
      </p:sp>
    </p:spTree>
    <p:extLst>
      <p:ext uri="{BB962C8B-B14F-4D97-AF65-F5344CB8AC3E}">
        <p14:creationId xmlns:p14="http://schemas.microsoft.com/office/powerpoint/2010/main" val="791280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F6EF-075B-486D-8DA7-F56A23DDC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/>
          <a:lstStyle/>
          <a:p>
            <a:r>
              <a:rPr lang="en-GB" dirty="0" err="1"/>
              <a:t>Prediksi</a:t>
            </a:r>
            <a:r>
              <a:rPr lang="en-GB" dirty="0"/>
              <a:t> Promoter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1B64F-C621-41DD-BDF0-365AFAA73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0883" y="5991224"/>
            <a:ext cx="3979113" cy="365126"/>
          </a:xfrm>
        </p:spPr>
        <p:txBody>
          <a:bodyPr/>
          <a:lstStyle/>
          <a:p>
            <a:pPr algn="ctr"/>
            <a:r>
              <a:rPr lang="en-GB" sz="1400" dirty="0" err="1"/>
              <a:t>DeePromoter</a:t>
            </a:r>
            <a:r>
              <a:rPr lang="en-GB" sz="1400" dirty="0"/>
              <a:t> (</a:t>
            </a:r>
            <a:r>
              <a:rPr lang="en-GB" sz="1400" dirty="0" err="1"/>
              <a:t>Oubounyt</a:t>
            </a:r>
            <a:r>
              <a:rPr lang="en-GB" sz="1400" dirty="0"/>
              <a:t> et. al., 2019)</a:t>
            </a:r>
            <a:endParaRPr lang="en-US" sz="140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C0DC5DC-958B-4D94-9185-006ED62CF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A92310F-EFC9-4B32-A3A5-CDFA2BB5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1AF58A-A40D-40E0-95BC-3F4DD61F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D7D5CD4-7AE6-4768-B37A-B2CD20CDC3C8}"/>
              </a:ext>
            </a:extLst>
          </p:cNvPr>
          <p:cNvGrpSpPr/>
          <p:nvPr/>
        </p:nvGrpSpPr>
        <p:grpSpPr>
          <a:xfrm>
            <a:off x="2103120" y="1329710"/>
            <a:ext cx="2834640" cy="4461743"/>
            <a:chOff x="2103120" y="1663539"/>
            <a:chExt cx="2834640" cy="446174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DD1BC8-6466-41BD-8AE7-B0F227179F64}"/>
                </a:ext>
              </a:extLst>
            </p:cNvPr>
            <p:cNvSpPr/>
            <p:nvPr/>
          </p:nvSpPr>
          <p:spPr>
            <a:xfrm>
              <a:off x="2103120" y="2545080"/>
              <a:ext cx="914400" cy="9144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CNN </a:t>
              </a:r>
              <a:br>
                <a:rPr lang="en-GB" dirty="0"/>
              </a:br>
              <a:r>
                <a:rPr lang="en-GB" dirty="0"/>
                <a:t>+ Pooling</a:t>
              </a:r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E5CC459-6CE5-4A01-AA00-E4C6F2A1277F}"/>
                </a:ext>
              </a:extLst>
            </p:cNvPr>
            <p:cNvSpPr/>
            <p:nvPr/>
          </p:nvSpPr>
          <p:spPr>
            <a:xfrm>
              <a:off x="3063240" y="2545080"/>
              <a:ext cx="914400" cy="9144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CNN </a:t>
              </a:r>
              <a:br>
                <a:rPr lang="en-GB" dirty="0"/>
              </a:br>
              <a:r>
                <a:rPr lang="en-GB" dirty="0"/>
                <a:t>+ Pooling</a:t>
              </a:r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40C266-B474-4A4A-846F-88486E511E03}"/>
                </a:ext>
              </a:extLst>
            </p:cNvPr>
            <p:cNvSpPr/>
            <p:nvPr/>
          </p:nvSpPr>
          <p:spPr>
            <a:xfrm>
              <a:off x="4023360" y="2545080"/>
              <a:ext cx="914400" cy="9144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CNN </a:t>
              </a:r>
              <a:br>
                <a:rPr lang="en-GB" dirty="0"/>
              </a:br>
              <a:r>
                <a:rPr lang="en-GB" dirty="0"/>
                <a:t>+ Pooling</a:t>
              </a: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58CCDBB-86E2-46EB-96AA-077C4BC0AA73}"/>
                </a:ext>
              </a:extLst>
            </p:cNvPr>
            <p:cNvSpPr/>
            <p:nvPr/>
          </p:nvSpPr>
          <p:spPr>
            <a:xfrm>
              <a:off x="2103120" y="3829845"/>
              <a:ext cx="2834640" cy="59848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BiLSTM</a:t>
              </a:r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6BA181-7068-4B41-901B-9B99CB052C42}"/>
                </a:ext>
              </a:extLst>
            </p:cNvPr>
            <p:cNvSpPr/>
            <p:nvPr/>
          </p:nvSpPr>
          <p:spPr>
            <a:xfrm>
              <a:off x="2103120" y="4705886"/>
              <a:ext cx="2834640" cy="59848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Fully Connected Layer</a:t>
              </a:r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0626555-D8CE-4F9D-98FC-1ACA664310E3}"/>
                </a:ext>
              </a:extLst>
            </p:cNvPr>
            <p:cNvCxnSpPr>
              <a:cxnSpLocks/>
              <a:stCxn id="12" idx="2"/>
              <a:endCxn id="16" idx="0"/>
            </p:cNvCxnSpPr>
            <p:nvPr/>
          </p:nvCxnSpPr>
          <p:spPr>
            <a:xfrm>
              <a:off x="2560320" y="3459480"/>
              <a:ext cx="960120" cy="37036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49E76AB-9EEF-46BB-BB2E-39730B5290B0}"/>
                </a:ext>
              </a:extLst>
            </p:cNvPr>
            <p:cNvCxnSpPr>
              <a:cxnSpLocks/>
              <a:stCxn id="14" idx="2"/>
              <a:endCxn id="16" idx="0"/>
            </p:cNvCxnSpPr>
            <p:nvPr/>
          </p:nvCxnSpPr>
          <p:spPr>
            <a:xfrm>
              <a:off x="3520440" y="3459480"/>
              <a:ext cx="0" cy="37036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AFE05C1-A2BA-41A4-807F-CAD1D711049F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flipH="1">
              <a:off x="3520440" y="3459480"/>
              <a:ext cx="960120" cy="37036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52BD9FE-6556-43A8-9F64-911195B4C1DE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>
              <a:off x="3520440" y="4428334"/>
              <a:ext cx="0" cy="27755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A34D1BF-0C23-4BED-BA40-A40E9B3D0A33}"/>
                </a:ext>
              </a:extLst>
            </p:cNvPr>
            <p:cNvSpPr/>
            <p:nvPr/>
          </p:nvSpPr>
          <p:spPr>
            <a:xfrm>
              <a:off x="2103120" y="1663539"/>
              <a:ext cx="2834640" cy="59848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Input</a:t>
              </a:r>
              <a:endParaRPr lang="en-US" dirty="0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87D1D10-7655-44B7-9962-AC3869CD008B}"/>
                </a:ext>
              </a:extLst>
            </p:cNvPr>
            <p:cNvCxnSpPr>
              <a:cxnSpLocks/>
              <a:stCxn id="31" idx="2"/>
              <a:endCxn id="12" idx="0"/>
            </p:cNvCxnSpPr>
            <p:nvPr/>
          </p:nvCxnSpPr>
          <p:spPr>
            <a:xfrm flipH="1">
              <a:off x="2560320" y="2262028"/>
              <a:ext cx="960120" cy="28305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5DDC009-67EB-4C26-8BC1-8E06B40A0191}"/>
                </a:ext>
              </a:extLst>
            </p:cNvPr>
            <p:cNvCxnSpPr>
              <a:cxnSpLocks/>
              <a:stCxn id="31" idx="2"/>
              <a:endCxn id="15" idx="0"/>
            </p:cNvCxnSpPr>
            <p:nvPr/>
          </p:nvCxnSpPr>
          <p:spPr>
            <a:xfrm>
              <a:off x="3520440" y="2262028"/>
              <a:ext cx="960120" cy="28305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8E94AA6-966F-486E-B455-BD72C99EAEC6}"/>
                </a:ext>
              </a:extLst>
            </p:cNvPr>
            <p:cNvCxnSpPr>
              <a:cxnSpLocks/>
              <a:stCxn id="31" idx="2"/>
              <a:endCxn id="14" idx="0"/>
            </p:cNvCxnSpPr>
            <p:nvPr/>
          </p:nvCxnSpPr>
          <p:spPr>
            <a:xfrm>
              <a:off x="3520440" y="2262028"/>
              <a:ext cx="0" cy="28305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8EA358C-60FE-4E5A-BA87-FBC65E175C5C}"/>
                </a:ext>
              </a:extLst>
            </p:cNvPr>
            <p:cNvSpPr/>
            <p:nvPr/>
          </p:nvSpPr>
          <p:spPr>
            <a:xfrm>
              <a:off x="2103120" y="5526793"/>
              <a:ext cx="2834640" cy="598489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Output</a:t>
              </a:r>
              <a:endParaRPr lang="en-US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CC14E24-6693-43FB-A039-4EE1904142A0}"/>
                </a:ext>
              </a:extLst>
            </p:cNvPr>
            <p:cNvCxnSpPr>
              <a:cxnSpLocks/>
              <a:stCxn id="17" idx="2"/>
              <a:endCxn id="48" idx="0"/>
            </p:cNvCxnSpPr>
            <p:nvPr/>
          </p:nvCxnSpPr>
          <p:spPr>
            <a:xfrm>
              <a:off x="3520440" y="5304375"/>
              <a:ext cx="0" cy="22241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D409A1DF-96EC-4A87-BE0E-2D26CFF8C06F}"/>
              </a:ext>
            </a:extLst>
          </p:cNvPr>
          <p:cNvSpPr/>
          <p:nvPr/>
        </p:nvSpPr>
        <p:spPr>
          <a:xfrm>
            <a:off x="7254240" y="2208707"/>
            <a:ext cx="2834640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CNN </a:t>
            </a:r>
            <a:br>
              <a:rPr lang="en-GB" dirty="0"/>
            </a:br>
            <a:r>
              <a:rPr lang="en-GB" dirty="0"/>
              <a:t>+ </a:t>
            </a:r>
            <a:br>
              <a:rPr lang="en-GB" dirty="0"/>
            </a:br>
            <a:r>
              <a:rPr lang="en-GB" dirty="0"/>
              <a:t>Pooling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82703ED-E24A-4541-9F27-468EDE8485E9}"/>
              </a:ext>
            </a:extLst>
          </p:cNvPr>
          <p:cNvSpPr/>
          <p:nvPr/>
        </p:nvSpPr>
        <p:spPr>
          <a:xfrm>
            <a:off x="7254240" y="3496016"/>
            <a:ext cx="2834640" cy="59848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Fully Connected Layer</a:t>
            </a:r>
            <a:endParaRPr lang="en-US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80C149A-ACC3-43C8-85C7-18DB40B64BD4}"/>
              </a:ext>
            </a:extLst>
          </p:cNvPr>
          <p:cNvCxnSpPr>
            <a:cxnSpLocks/>
            <a:stCxn id="56" idx="2"/>
            <a:endCxn id="59" idx="0"/>
          </p:cNvCxnSpPr>
          <p:nvPr/>
        </p:nvCxnSpPr>
        <p:spPr>
          <a:xfrm>
            <a:off x="8671560" y="3123107"/>
            <a:ext cx="0" cy="3729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4DEA3D5-EFE6-4A81-8106-88E0409D7A61}"/>
              </a:ext>
            </a:extLst>
          </p:cNvPr>
          <p:cNvSpPr/>
          <p:nvPr/>
        </p:nvSpPr>
        <p:spPr>
          <a:xfrm>
            <a:off x="7254242" y="1327166"/>
            <a:ext cx="2834640" cy="5984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Input</a:t>
            </a:r>
            <a:endParaRPr lang="en-US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6D2EDFC-67DB-4491-99A1-A035CC8D1D6E}"/>
              </a:ext>
            </a:extLst>
          </p:cNvPr>
          <p:cNvCxnSpPr>
            <a:cxnSpLocks/>
            <a:stCxn id="64" idx="2"/>
            <a:endCxn id="56" idx="0"/>
          </p:cNvCxnSpPr>
          <p:nvPr/>
        </p:nvCxnSpPr>
        <p:spPr>
          <a:xfrm flipH="1">
            <a:off x="8671560" y="1925655"/>
            <a:ext cx="2" cy="28305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8F53EA4-288B-4212-A311-1218ED9E99D5}"/>
              </a:ext>
            </a:extLst>
          </p:cNvPr>
          <p:cNvSpPr/>
          <p:nvPr/>
        </p:nvSpPr>
        <p:spPr>
          <a:xfrm>
            <a:off x="7254240" y="4372057"/>
            <a:ext cx="2834640" cy="5984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  <a:endParaRPr lang="en-US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CD8A673-C11B-41DC-88FA-E8B17336FCB0}"/>
              </a:ext>
            </a:extLst>
          </p:cNvPr>
          <p:cNvCxnSpPr>
            <a:cxnSpLocks/>
            <a:stCxn id="59" idx="2"/>
            <a:endCxn id="68" idx="0"/>
          </p:cNvCxnSpPr>
          <p:nvPr/>
        </p:nvCxnSpPr>
        <p:spPr>
          <a:xfrm>
            <a:off x="8671560" y="4094505"/>
            <a:ext cx="0" cy="27755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0A54332D-8A57-4BE5-BDE4-DC9A9315A9E6}"/>
              </a:ext>
            </a:extLst>
          </p:cNvPr>
          <p:cNvSpPr txBox="1">
            <a:spLocks/>
          </p:cNvSpPr>
          <p:nvPr/>
        </p:nvSpPr>
        <p:spPr>
          <a:xfrm>
            <a:off x="6682006" y="5950265"/>
            <a:ext cx="3979113" cy="3651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400" dirty="0" err="1"/>
              <a:t>CNNProm</a:t>
            </a:r>
            <a:r>
              <a:rPr lang="en-GB" sz="1400" dirty="0"/>
              <a:t> (</a:t>
            </a:r>
            <a:r>
              <a:rPr lang="en-GB" sz="1400" dirty="0" err="1"/>
              <a:t>Solovyev</a:t>
            </a:r>
            <a:r>
              <a:rPr lang="en-GB" sz="1400" dirty="0"/>
              <a:t> et. al., 2017)</a:t>
            </a:r>
          </a:p>
        </p:txBody>
      </p:sp>
    </p:spTree>
    <p:extLst>
      <p:ext uri="{BB962C8B-B14F-4D97-AF65-F5344CB8AC3E}">
        <p14:creationId xmlns:p14="http://schemas.microsoft.com/office/powerpoint/2010/main" val="1647451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F6EF-075B-486D-8DA7-F56A23DDC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0" y="261622"/>
            <a:ext cx="8421688" cy="1325563"/>
          </a:xfrm>
        </p:spPr>
        <p:txBody>
          <a:bodyPr/>
          <a:lstStyle/>
          <a:p>
            <a:r>
              <a:rPr lang="en-GB" dirty="0" err="1"/>
              <a:t>Prediksi</a:t>
            </a:r>
            <a:r>
              <a:rPr lang="en-GB" dirty="0"/>
              <a:t> Promoter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C0DC5DC-958B-4D94-9185-006ED62CF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A92310F-EFC9-4B32-A3A5-CDFA2BB5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1AF58A-A40D-40E0-95BC-3F4DD61F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B27A4689-1226-42F6-B09F-EA3E02F98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1021"/>
            <a:ext cx="5362575" cy="3009900"/>
          </a:xfrm>
          <a:prstGeom prst="rect">
            <a:avLst/>
          </a:prstGeom>
        </p:spPr>
      </p:pic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3CADEC70-7450-4B48-A1EE-60B7AF94C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6125" y="1821021"/>
            <a:ext cx="4939875" cy="30099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Sumber</a:t>
            </a:r>
            <a:r>
              <a:rPr lang="en-GB" sz="1800" dirty="0"/>
              <a:t> Data</a:t>
            </a:r>
            <a:r>
              <a:rPr lang="en-US" sz="1800" dirty="0"/>
              <a:t>: </a:t>
            </a:r>
            <a:r>
              <a:rPr lang="en-US" sz="1800" dirty="0" err="1"/>
              <a:t>EPDnew</a:t>
            </a:r>
            <a:r>
              <a:rPr lang="en-US" sz="1800" dirty="0"/>
              <a:t> (</a:t>
            </a:r>
            <a:r>
              <a:rPr lang="en-US" sz="1800" dirty="0" err="1"/>
              <a:t>Dreos</a:t>
            </a:r>
            <a:r>
              <a:rPr lang="en-US" sz="1800" dirty="0"/>
              <a:t> et. al., 2013)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DeePromoter</a:t>
            </a:r>
            <a:r>
              <a:rPr lang="en-GB" sz="1800" dirty="0"/>
              <a:t>: Human, Mouse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CNNProm</a:t>
            </a:r>
            <a:r>
              <a:rPr lang="en-GB" sz="1800" dirty="0"/>
              <a:t>: Human, Mouse, </a:t>
            </a:r>
            <a:r>
              <a:rPr lang="en-GB" sz="1800" i="1" dirty="0"/>
              <a:t>A. thaliana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Data split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DeePromoter</a:t>
            </a:r>
            <a:r>
              <a:rPr lang="en-GB" sz="1800" dirty="0"/>
              <a:t>: n-fold cross-validation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CNNProm</a:t>
            </a:r>
            <a:r>
              <a:rPr lang="en-GB" sz="1800" dirty="0"/>
              <a:t>: 70% training, 10% validation, 20% test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13315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1F1E3-3C12-4420-B005-9E136306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788535"/>
          </a:xfrm>
        </p:spPr>
        <p:txBody>
          <a:bodyPr/>
          <a:lstStyle/>
          <a:p>
            <a:r>
              <a:rPr lang="en-GB" dirty="0" err="1"/>
              <a:t>Prediksi</a:t>
            </a:r>
            <a:r>
              <a:rPr lang="en-GB" dirty="0"/>
              <a:t> Poly-A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3F0D221-1933-4978-A39C-515306FF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8A3A25-2628-40E4-BA88-0D3997C0C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9271102-BE1A-4786-8B2B-CDFA6FB7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B55947-7C01-43B5-8B5F-1D691C6C40F9}"/>
              </a:ext>
            </a:extLst>
          </p:cNvPr>
          <p:cNvGrpSpPr/>
          <p:nvPr/>
        </p:nvGrpSpPr>
        <p:grpSpPr>
          <a:xfrm>
            <a:off x="2209800" y="936967"/>
            <a:ext cx="2082800" cy="4433885"/>
            <a:chOff x="2278743" y="483735"/>
            <a:chExt cx="2082800" cy="44338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065B6F-E532-422C-A036-300C0BA071FC}"/>
                </a:ext>
              </a:extLst>
            </p:cNvPr>
            <p:cNvSpPr/>
            <p:nvPr/>
          </p:nvSpPr>
          <p:spPr>
            <a:xfrm>
              <a:off x="2278743" y="1264560"/>
              <a:ext cx="2071914" cy="53702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CNN</a:t>
              </a:r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1368A0-FD44-49E1-A2C2-51D1B5A1BCEF}"/>
                </a:ext>
              </a:extLst>
            </p:cNvPr>
            <p:cNvSpPr/>
            <p:nvPr/>
          </p:nvSpPr>
          <p:spPr>
            <a:xfrm>
              <a:off x="2278743" y="2043568"/>
              <a:ext cx="2071914" cy="53702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Transformer</a:t>
              </a:r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DB0D7A4-0ABC-4234-8D8F-7F891C9D76EB}"/>
                </a:ext>
              </a:extLst>
            </p:cNvPr>
            <p:cNvSpPr/>
            <p:nvPr/>
          </p:nvSpPr>
          <p:spPr>
            <a:xfrm>
              <a:off x="2278743" y="2822576"/>
              <a:ext cx="2071914" cy="5370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Pooling</a:t>
              </a: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22A07A6-2EDB-4C9C-AEAC-4B8D0F0F807C}"/>
                </a:ext>
              </a:extLst>
            </p:cNvPr>
            <p:cNvSpPr/>
            <p:nvPr/>
          </p:nvSpPr>
          <p:spPr>
            <a:xfrm>
              <a:off x="2278743" y="3601584"/>
              <a:ext cx="2071914" cy="537028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Fully Connected</a:t>
              </a:r>
              <a:endParaRPr lang="en-US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7D59311-BAF2-4BDF-9F20-88D0BEC1AED9}"/>
                </a:ext>
              </a:extLst>
            </p:cNvPr>
            <p:cNvSpPr/>
            <p:nvPr/>
          </p:nvSpPr>
          <p:spPr>
            <a:xfrm>
              <a:off x="2278743" y="483735"/>
              <a:ext cx="2082800" cy="537028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Input</a:t>
              </a:r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FDE2B19-1602-44F7-A768-B052AB0BEA96}"/>
                </a:ext>
              </a:extLst>
            </p:cNvPr>
            <p:cNvSpPr/>
            <p:nvPr/>
          </p:nvSpPr>
          <p:spPr>
            <a:xfrm>
              <a:off x="2278743" y="4380592"/>
              <a:ext cx="2082800" cy="537028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Output</a:t>
              </a:r>
              <a:endParaRPr lang="en-US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6D2C002-5DBD-41C6-B5A5-73CFD68C3C15}"/>
                </a:ext>
              </a:extLst>
            </p:cNvPr>
            <p:cNvCxnSpPr>
              <a:stCxn id="17" idx="2"/>
              <a:endCxn id="13" idx="0"/>
            </p:cNvCxnSpPr>
            <p:nvPr/>
          </p:nvCxnSpPr>
          <p:spPr>
            <a:xfrm flipH="1">
              <a:off x="3314700" y="1020763"/>
              <a:ext cx="5443" cy="2437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9F4E0C7-A1C1-4454-9FA6-4740AB595FB2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3314700" y="1801588"/>
              <a:ext cx="0" cy="241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3661708-EFEF-4ABF-B889-C0B7D586F5FC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3314700" y="2580596"/>
              <a:ext cx="0" cy="241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1BEF1BF-7961-4770-B033-354D011B4F03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>
              <a:off x="3314700" y="3359604"/>
              <a:ext cx="0" cy="241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2876BA9-CE58-4FB8-8015-43CE703B8F3A}"/>
                </a:ext>
              </a:extLst>
            </p:cNvPr>
            <p:cNvCxnSpPr>
              <a:cxnSpLocks/>
              <a:stCxn id="16" idx="2"/>
              <a:endCxn id="18" idx="0"/>
            </p:cNvCxnSpPr>
            <p:nvPr/>
          </p:nvCxnSpPr>
          <p:spPr>
            <a:xfrm>
              <a:off x="3314700" y="4138612"/>
              <a:ext cx="5443" cy="241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6A0FAF0-32B2-4CEF-B7BF-FE21679BE2A1}"/>
              </a:ext>
            </a:extLst>
          </p:cNvPr>
          <p:cNvGrpSpPr/>
          <p:nvPr/>
        </p:nvGrpSpPr>
        <p:grpSpPr>
          <a:xfrm>
            <a:off x="7899400" y="936967"/>
            <a:ext cx="2082800" cy="4433885"/>
            <a:chOff x="7670800" y="1325563"/>
            <a:chExt cx="2082800" cy="443388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3E1784C-109A-43FF-8FCD-1741DE6D1755}"/>
                </a:ext>
              </a:extLst>
            </p:cNvPr>
            <p:cNvSpPr/>
            <p:nvPr/>
          </p:nvSpPr>
          <p:spPr>
            <a:xfrm>
              <a:off x="7670800" y="2106388"/>
              <a:ext cx="2071914" cy="53702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CNN</a:t>
              </a:r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2FF85A9-7EA2-4769-93A9-52D2AE8ACEE5}"/>
                </a:ext>
              </a:extLst>
            </p:cNvPr>
            <p:cNvSpPr/>
            <p:nvPr/>
          </p:nvSpPr>
          <p:spPr>
            <a:xfrm>
              <a:off x="7670800" y="2885396"/>
              <a:ext cx="2071914" cy="53702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Generalization Layer</a:t>
              </a:r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F73E58C-7B97-4CCC-BB75-54DD02CB98BE}"/>
                </a:ext>
              </a:extLst>
            </p:cNvPr>
            <p:cNvSpPr/>
            <p:nvPr/>
          </p:nvSpPr>
          <p:spPr>
            <a:xfrm>
              <a:off x="7670800" y="3664404"/>
              <a:ext cx="2071914" cy="5370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Pooling</a:t>
              </a:r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B7FCFD0-74AA-43D1-8419-7C4DAFD84EF4}"/>
                </a:ext>
              </a:extLst>
            </p:cNvPr>
            <p:cNvSpPr/>
            <p:nvPr/>
          </p:nvSpPr>
          <p:spPr>
            <a:xfrm>
              <a:off x="7670800" y="4443412"/>
              <a:ext cx="2071914" cy="537028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Fully Connected</a:t>
              </a:r>
              <a:endParaRPr lang="en-US" dirty="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EF1DE6E-75C2-4636-93EF-F0AE25BB643A}"/>
                </a:ext>
              </a:extLst>
            </p:cNvPr>
            <p:cNvSpPr/>
            <p:nvPr/>
          </p:nvSpPr>
          <p:spPr>
            <a:xfrm>
              <a:off x="7670800" y="1325563"/>
              <a:ext cx="2082800" cy="537028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Input</a:t>
              </a:r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DB02901-ED51-400F-8CBF-EE2818005FA2}"/>
                </a:ext>
              </a:extLst>
            </p:cNvPr>
            <p:cNvSpPr/>
            <p:nvPr/>
          </p:nvSpPr>
          <p:spPr>
            <a:xfrm>
              <a:off x="7670800" y="5222420"/>
              <a:ext cx="2082800" cy="537028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Output</a:t>
              </a:r>
              <a:endParaRPr lang="en-US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45F30FB-6FC8-4755-9C5B-9B60F4B8166D}"/>
                </a:ext>
              </a:extLst>
            </p:cNvPr>
            <p:cNvCxnSpPr>
              <a:stCxn id="38" idx="2"/>
              <a:endCxn id="34" idx="0"/>
            </p:cNvCxnSpPr>
            <p:nvPr/>
          </p:nvCxnSpPr>
          <p:spPr>
            <a:xfrm flipH="1">
              <a:off x="8706757" y="1862591"/>
              <a:ext cx="5443" cy="2437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7C6572C-27F7-4C2C-AFF6-B96834CD07DF}"/>
                </a:ext>
              </a:extLst>
            </p:cNvPr>
            <p:cNvCxnSpPr>
              <a:cxnSpLocks/>
              <a:stCxn id="34" idx="2"/>
              <a:endCxn id="35" idx="0"/>
            </p:cNvCxnSpPr>
            <p:nvPr/>
          </p:nvCxnSpPr>
          <p:spPr>
            <a:xfrm>
              <a:off x="8706757" y="2643416"/>
              <a:ext cx="0" cy="241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1E98E69-D103-4C4B-8466-C602538840A0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>
              <a:off x="8706757" y="3422424"/>
              <a:ext cx="0" cy="241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E91D53D-C308-4454-9B1E-F8D223D08B53}"/>
                </a:ext>
              </a:extLst>
            </p:cNvPr>
            <p:cNvCxnSpPr>
              <a:cxnSpLocks/>
              <a:stCxn id="36" idx="2"/>
              <a:endCxn id="37" idx="0"/>
            </p:cNvCxnSpPr>
            <p:nvPr/>
          </p:nvCxnSpPr>
          <p:spPr>
            <a:xfrm>
              <a:off x="8706757" y="4201432"/>
              <a:ext cx="0" cy="241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4BB4BC8-532B-4E03-BE64-78A1AE0D4189}"/>
                </a:ext>
              </a:extLst>
            </p:cNvPr>
            <p:cNvCxnSpPr>
              <a:cxnSpLocks/>
              <a:stCxn id="37" idx="2"/>
              <a:endCxn id="39" idx="0"/>
            </p:cNvCxnSpPr>
            <p:nvPr/>
          </p:nvCxnSpPr>
          <p:spPr>
            <a:xfrm>
              <a:off x="8706757" y="4980440"/>
              <a:ext cx="5443" cy="241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D59447A8-91CD-4E00-9D69-C3BC5C007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6200" y="5612832"/>
            <a:ext cx="3979113" cy="365126"/>
          </a:xfrm>
        </p:spPr>
        <p:txBody>
          <a:bodyPr/>
          <a:lstStyle/>
          <a:p>
            <a:pPr algn="ctr"/>
            <a:r>
              <a:rPr lang="en-GB" sz="1400" dirty="0" err="1"/>
              <a:t>SANPolyA</a:t>
            </a:r>
            <a:r>
              <a:rPr lang="en-GB" sz="1400" dirty="0"/>
              <a:t> (Yu dan Dai, 2020)</a:t>
            </a:r>
            <a:endParaRPr lang="en-US" sz="1400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4D1EE86-EFF5-41D7-AE35-F1131D8691DB}"/>
              </a:ext>
            </a:extLst>
          </p:cNvPr>
          <p:cNvSpPr txBox="1">
            <a:spLocks/>
          </p:cNvSpPr>
          <p:nvPr/>
        </p:nvSpPr>
        <p:spPr>
          <a:xfrm>
            <a:off x="6956689" y="5636759"/>
            <a:ext cx="3979113" cy="3651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400" dirty="0"/>
              <a:t>DeeReCT-PolyA (Xia et. al., 2018)</a:t>
            </a:r>
          </a:p>
        </p:txBody>
      </p:sp>
    </p:spTree>
    <p:extLst>
      <p:ext uri="{BB962C8B-B14F-4D97-AF65-F5344CB8AC3E}">
        <p14:creationId xmlns:p14="http://schemas.microsoft.com/office/powerpoint/2010/main" val="2244776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F6EF-075B-486D-8DA7-F56A23DDC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0" y="261622"/>
            <a:ext cx="8421688" cy="1325563"/>
          </a:xfrm>
        </p:spPr>
        <p:txBody>
          <a:bodyPr/>
          <a:lstStyle/>
          <a:p>
            <a:r>
              <a:rPr lang="en-GB" dirty="0" err="1"/>
              <a:t>Prediksi</a:t>
            </a:r>
            <a:r>
              <a:rPr lang="en-GB" dirty="0"/>
              <a:t> Poly-A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C0DC5DC-958B-4D94-9185-006ED62CF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A92310F-EFC9-4B32-A3A5-CDFA2BB5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1AF58A-A40D-40E0-95BC-3F4DD61F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3CADEC70-7450-4B48-A1EE-60B7AF94C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9421" y="2140596"/>
            <a:ext cx="5286579" cy="2853514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Sumber</a:t>
            </a:r>
            <a:r>
              <a:rPr lang="en-GB" sz="1800" dirty="0"/>
              <a:t>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dragon-human (</a:t>
            </a:r>
            <a:r>
              <a:rPr lang="en-GB" sz="1800" dirty="0" err="1"/>
              <a:t>Kalkatawi</a:t>
            </a:r>
            <a:r>
              <a:rPr lang="en-GB" sz="1800" dirty="0"/>
              <a:t> et. al., 2012)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omni-human (Magana-Mora et. al., 2017)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GSR-human (</a:t>
            </a:r>
            <a:r>
              <a:rPr lang="en-GB" sz="1800" dirty="0" err="1"/>
              <a:t>Kalkatawi</a:t>
            </a:r>
            <a:r>
              <a:rPr lang="en-GB" sz="1800" dirty="0"/>
              <a:t>, et al., 2019)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C57BL/6J (BL) (Xia, et al., 2018)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SPRET/</a:t>
            </a:r>
            <a:r>
              <a:rPr lang="en-GB" sz="1800" dirty="0" err="1"/>
              <a:t>EiJ</a:t>
            </a:r>
            <a:r>
              <a:rPr lang="en-GB" sz="1800" dirty="0"/>
              <a:t> (SP) (Xia, et al., 2018)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Skenario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 u="sng" dirty="0" err="1"/>
              <a:t>SANPolyA</a:t>
            </a:r>
            <a:r>
              <a:rPr lang="en-GB" sz="1800" dirty="0"/>
              <a:t>, </a:t>
            </a:r>
            <a:r>
              <a:rPr lang="en-GB" sz="1800" dirty="0" err="1"/>
              <a:t>SANPolyA</a:t>
            </a:r>
            <a:r>
              <a:rPr lang="en-GB" sz="1800" dirty="0"/>
              <a:t>-CNN, </a:t>
            </a:r>
            <a:r>
              <a:rPr lang="en-GB" sz="1800" dirty="0" err="1"/>
              <a:t>SANPolyA</a:t>
            </a:r>
            <a:r>
              <a:rPr lang="en-GB" sz="1800" dirty="0"/>
              <a:t>-LSTM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800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76292C8-6FF7-4D10-8898-23BC3B51EED3}"/>
              </a:ext>
            </a:extLst>
          </p:cNvPr>
          <p:cNvSpPr txBox="1">
            <a:spLocks/>
          </p:cNvSpPr>
          <p:nvPr/>
        </p:nvSpPr>
        <p:spPr>
          <a:xfrm>
            <a:off x="6096000" y="2140595"/>
            <a:ext cx="5504543" cy="2576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Sumber</a:t>
            </a:r>
            <a:r>
              <a:rPr lang="en-GB" sz="1800" dirty="0"/>
              <a:t>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dragon-human (</a:t>
            </a:r>
            <a:r>
              <a:rPr lang="en-GB" sz="1800" dirty="0" err="1"/>
              <a:t>Kalkatawi</a:t>
            </a:r>
            <a:r>
              <a:rPr lang="en-GB" sz="1800" dirty="0"/>
              <a:t> et. al., 2012)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omni-human (Magana-Mora et. al., 2017)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C57BL/6J (BL) (Xia, et al., 2018)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SPRET/</a:t>
            </a:r>
            <a:r>
              <a:rPr lang="en-GB" sz="1800" dirty="0" err="1"/>
              <a:t>EiJ</a:t>
            </a:r>
            <a:r>
              <a:rPr lang="en-GB" sz="1800" dirty="0"/>
              <a:t> (SP) (Xia, et al., 2018)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9068C2C-9EE6-450F-9DCA-27ABE5FEA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8764"/>
            <a:ext cx="5257800" cy="365126"/>
          </a:xfrm>
        </p:spPr>
        <p:txBody>
          <a:bodyPr/>
          <a:lstStyle/>
          <a:p>
            <a:pPr algn="ctr"/>
            <a:r>
              <a:rPr lang="en-GB" dirty="0" err="1"/>
              <a:t>SANPolyA</a:t>
            </a:r>
            <a:r>
              <a:rPr lang="en-GB" dirty="0"/>
              <a:t> (Yu dan Dai, 2020)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7B28E9D-7AB8-43D4-88A4-4FFDA09587A4}"/>
              </a:ext>
            </a:extLst>
          </p:cNvPr>
          <p:cNvSpPr txBox="1">
            <a:spLocks/>
          </p:cNvSpPr>
          <p:nvPr/>
        </p:nvSpPr>
        <p:spPr>
          <a:xfrm>
            <a:off x="6096000" y="1498764"/>
            <a:ext cx="5257800" cy="3651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DeeReCT-PolyA (Xia et. al., 2018)</a:t>
            </a:r>
          </a:p>
        </p:txBody>
      </p:sp>
    </p:spTree>
    <p:extLst>
      <p:ext uri="{BB962C8B-B14F-4D97-AF65-F5344CB8AC3E}">
        <p14:creationId xmlns:p14="http://schemas.microsoft.com/office/powerpoint/2010/main" val="4022187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E41A-30B2-4D7A-83D7-E02D5A199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Prediksi</a:t>
            </a:r>
            <a:r>
              <a:rPr lang="en-GB" dirty="0"/>
              <a:t> Splice Sites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CF02B-E1A6-4AEB-8D88-AB651CF3E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DNABERT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19A9C-80F8-4DCE-B5BB-AD06F5BC99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B8938A-5470-4342-AEAD-73AFB51ED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27894" y="1805784"/>
            <a:ext cx="2896671" cy="82391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46CEF-887E-40A6-A01A-6298713CD4D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B1533D8-EB34-4877-8EE5-D4E7D0D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F9BE04-1990-4860-9064-F225D9821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BE850EA-4518-42B5-9740-CD4DF07E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61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5178-297E-4C50-A737-6ACAEE0AB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MULTITASK LEARNING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41C40-025F-4DF6-93E6-6174D187E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1854926"/>
            <a:ext cx="10110696" cy="397754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/>
              <a:t>def.</a:t>
            </a:r>
            <a:r>
              <a:rPr lang="en-US" sz="2000" dirty="0"/>
              <a:t> MTL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i="1" dirty="0"/>
              <a:t>learning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paralel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berbagai</a:t>
            </a:r>
            <a:r>
              <a:rPr lang="en-US" sz="2000" dirty="0"/>
              <a:t> </a:t>
            </a:r>
            <a:r>
              <a:rPr lang="en-US" sz="2000" i="1" dirty="0"/>
              <a:t>task</a:t>
            </a:r>
            <a:r>
              <a:rPr lang="en-US" sz="2000" dirty="0"/>
              <a:t> </a:t>
            </a:r>
            <a:r>
              <a:rPr lang="en-US" sz="2000" dirty="0" err="1"/>
              <a:t>terkait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membagi</a:t>
            </a:r>
            <a:r>
              <a:rPr lang="en-US" sz="2000" dirty="0"/>
              <a:t> </a:t>
            </a:r>
            <a:r>
              <a:rPr lang="en-US" sz="2000" dirty="0" err="1"/>
              <a:t>hasil</a:t>
            </a:r>
            <a:r>
              <a:rPr lang="en-US" sz="2000" dirty="0"/>
              <a:t> </a:t>
            </a:r>
            <a:r>
              <a:rPr lang="en-US" sz="2000" i="1" dirty="0"/>
              <a:t>learning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i="1" dirty="0"/>
              <a:t>shared</a:t>
            </a:r>
            <a:r>
              <a:rPr lang="en-US" sz="2000" dirty="0"/>
              <a:t> </a:t>
            </a:r>
            <a:r>
              <a:rPr lang="en-US" sz="2000" i="1" dirty="0"/>
              <a:t>representation</a:t>
            </a:r>
            <a:r>
              <a:rPr lang="en-US" sz="2000" dirty="0"/>
              <a:t> di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i="1" dirty="0"/>
              <a:t>related</a:t>
            </a:r>
            <a:r>
              <a:rPr lang="en-US" sz="2000" dirty="0"/>
              <a:t> </a:t>
            </a:r>
            <a:r>
              <a:rPr lang="en-US" sz="2000" i="1" dirty="0"/>
              <a:t>task</a:t>
            </a:r>
            <a:r>
              <a:rPr lang="en-US" sz="2000" dirty="0"/>
              <a:t> </a:t>
            </a:r>
            <a:r>
              <a:rPr lang="en-US" sz="2000" dirty="0" err="1"/>
              <a:t>sehingga</a:t>
            </a:r>
            <a:r>
              <a:rPr lang="en-US" sz="2000" dirty="0"/>
              <a:t> proses </a:t>
            </a:r>
            <a:r>
              <a:rPr lang="en-US" sz="2000" i="1" dirty="0"/>
              <a:t>learning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dilakukan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baik</a:t>
            </a:r>
            <a:r>
              <a:rPr lang="en-US" sz="2000" dirty="0"/>
              <a:t> (Caruana, 1997)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/>
              <a:t>ide.</a:t>
            </a:r>
            <a:r>
              <a:rPr lang="en-US" sz="2000" dirty="0"/>
              <a:t> </a:t>
            </a:r>
            <a:r>
              <a:rPr lang="en-US" sz="2000" dirty="0" err="1"/>
              <a:t>Melatih</a:t>
            </a:r>
            <a:r>
              <a:rPr lang="en-US" sz="2000" dirty="0"/>
              <a:t> model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i="1" dirty="0"/>
              <a:t>related</a:t>
            </a:r>
            <a:r>
              <a:rPr lang="en-US" sz="2000" dirty="0"/>
              <a:t> </a:t>
            </a:r>
            <a:r>
              <a:rPr lang="en-US" sz="2000" i="1" dirty="0"/>
              <a:t>task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tujuan</a:t>
            </a:r>
            <a:r>
              <a:rPr lang="en-US" sz="2000" dirty="0"/>
              <a:t> model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bekerja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baik</a:t>
            </a:r>
            <a:r>
              <a:rPr lang="en-US" sz="2000" dirty="0"/>
              <a:t> pada </a:t>
            </a:r>
            <a:r>
              <a:rPr lang="en-US" sz="2000" i="1" dirty="0"/>
              <a:t>main</a:t>
            </a:r>
            <a:r>
              <a:rPr lang="en-US" sz="2000" dirty="0"/>
              <a:t> </a:t>
            </a:r>
            <a:r>
              <a:rPr lang="en-US" sz="2000" i="1" dirty="0"/>
              <a:t>task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i="1" dirty="0" err="1"/>
              <a:t>analogi</a:t>
            </a:r>
            <a:r>
              <a:rPr lang="en-US" sz="2000" i="1" dirty="0"/>
              <a:t>: </a:t>
            </a:r>
            <a:r>
              <a:rPr lang="en-US" sz="2000" i="1" dirty="0" err="1"/>
              <a:t>belajar</a:t>
            </a:r>
            <a:r>
              <a:rPr lang="en-US" sz="2000" i="1" dirty="0"/>
              <a:t> </a:t>
            </a:r>
            <a:r>
              <a:rPr lang="en-US" sz="2000" i="1" dirty="0" err="1"/>
              <a:t>membaca</a:t>
            </a:r>
            <a:r>
              <a:rPr lang="en-US" sz="2000" i="1" dirty="0"/>
              <a:t> </a:t>
            </a:r>
            <a:r>
              <a:rPr lang="en-US" sz="2000" i="1" dirty="0" err="1"/>
              <a:t>setelah</a:t>
            </a:r>
            <a:r>
              <a:rPr lang="en-US" sz="2000" i="1" dirty="0"/>
              <a:t> </a:t>
            </a:r>
            <a:r>
              <a:rPr lang="en-US" sz="2000" i="1" dirty="0" err="1"/>
              <a:t>mengenali</a:t>
            </a:r>
            <a:r>
              <a:rPr lang="en-US" sz="2000" i="1" dirty="0"/>
              <a:t> </a:t>
            </a:r>
            <a:r>
              <a:rPr lang="en-US" sz="2000" i="1" dirty="0" err="1"/>
              <a:t>huruf</a:t>
            </a:r>
            <a:r>
              <a:rPr lang="en-US" sz="2000" i="1" dirty="0"/>
              <a:t> dan </a:t>
            </a:r>
            <a:r>
              <a:rPr lang="en-US" sz="2000" i="1" dirty="0" err="1"/>
              <a:t>bunyi</a:t>
            </a:r>
            <a:r>
              <a:rPr lang="en-US" sz="2000" i="1" dirty="0"/>
              <a:t> </a:t>
            </a:r>
            <a:r>
              <a:rPr lang="en-US" sz="2000" i="1" dirty="0" err="1"/>
              <a:t>ejaan</a:t>
            </a:r>
            <a:r>
              <a:rPr lang="en-US" sz="2000" i="1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AC15B96-E8A9-4B22-BA9B-D05FDC1EE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DF78E4A-5926-4FDB-88D8-D67742F39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CCAD2A-CA9D-4DF6-8267-A171EB1D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090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53FA-F29E-491D-A499-A51AD0EA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00990-9EF2-470C-9A6C-E362E4293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52D5D-9EB6-449A-9247-78175E7207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5D9CF-056B-44AE-8D99-719CBBD52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FFB109-AD89-452C-8214-CCAC2B84DD2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2FA645-7048-4469-8E69-C35710D1D12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19353A0-B834-4656-9827-2C44250D455C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DCB7F3B-91D6-48ED-8FF5-25FD2132C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E9AE63E-BD2E-489E-8E20-88FA02E5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27DFC4-FD16-4828-A5E2-CCC52C1B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541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DD20-7AAC-42E8-89A2-EECD52E5A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63554"/>
            <a:ext cx="8421688" cy="1325563"/>
          </a:xfrm>
        </p:spPr>
        <p:txBody>
          <a:bodyPr/>
          <a:lstStyle/>
          <a:p>
            <a:r>
              <a:rPr lang="en-GB" dirty="0" err="1"/>
              <a:t>Struktur</a:t>
            </a:r>
            <a:r>
              <a:rPr lang="en-GB" dirty="0"/>
              <a:t> UMUM </a:t>
            </a:r>
            <a:r>
              <a:rPr lang="en-GB" i="1" dirty="0"/>
              <a:t>Multitask Learning</a:t>
            </a:r>
            <a:r>
              <a:rPr lang="en-GB" dirty="0"/>
              <a:t> </a:t>
            </a:r>
            <a:r>
              <a:rPr lang="en-GB" dirty="0" err="1"/>
              <a:t>untuk</a:t>
            </a:r>
            <a:r>
              <a:rPr lang="en-GB" dirty="0"/>
              <a:t> </a:t>
            </a:r>
            <a:r>
              <a:rPr lang="en-GB" i="1" dirty="0"/>
              <a:t>Related TASK</a:t>
            </a:r>
            <a:endParaRPr lang="en-US" i="1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80A05AA-983A-4106-B817-8F18B4DBF20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792118" y="2840379"/>
          <a:ext cx="6607764" cy="2893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BBFC6E-6A78-468D-8B76-5090ADC0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2172FCC-49C6-4D2C-AF70-C3548EB0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1A96C0E-4A0E-4563-839D-F8A238A82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8FD7F79-3DF9-44AA-BD51-99B254D6CBBC}"/>
              </a:ext>
            </a:extLst>
          </p:cNvPr>
          <p:cNvSpPr/>
          <p:nvPr/>
        </p:nvSpPr>
        <p:spPr>
          <a:xfrm>
            <a:off x="1885156" y="2665653"/>
            <a:ext cx="804126" cy="33793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Curved Right 14">
            <a:extLst>
              <a:ext uri="{FF2B5EF4-FFF2-40B4-BE49-F238E27FC236}">
                <a16:creationId xmlns:a16="http://schemas.microsoft.com/office/drawing/2014/main" id="{7733EB49-A11B-40AF-8CE8-0E94373E65EF}"/>
              </a:ext>
            </a:extLst>
          </p:cNvPr>
          <p:cNvSpPr/>
          <p:nvPr/>
        </p:nvSpPr>
        <p:spPr>
          <a:xfrm flipH="1" flipV="1">
            <a:off x="9653451" y="3683726"/>
            <a:ext cx="1051050" cy="163285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CE660B-F262-4EEA-B7EE-BF77DC518617}"/>
              </a:ext>
            </a:extLst>
          </p:cNvPr>
          <p:cNvSpPr txBox="1"/>
          <p:nvPr/>
        </p:nvSpPr>
        <p:spPr>
          <a:xfrm>
            <a:off x="10462226" y="3512627"/>
            <a:ext cx="738664" cy="18039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GB" dirty="0"/>
              <a:t>Backpropagation</a:t>
            </a:r>
            <a:endParaRPr lang="en-US" dirty="0"/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0BEA68-9A85-425D-874B-D8E677D8E712}"/>
              </a:ext>
            </a:extLst>
          </p:cNvPr>
          <p:cNvSpPr txBox="1"/>
          <p:nvPr/>
        </p:nvSpPr>
        <p:spPr>
          <a:xfrm>
            <a:off x="1360442" y="3768635"/>
            <a:ext cx="738664" cy="90819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GB" dirty="0"/>
              <a:t>Forward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580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DD20-7AAC-42E8-89A2-EECD52E5A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634673"/>
            <a:ext cx="8421688" cy="1325563"/>
          </a:xfrm>
        </p:spPr>
        <p:txBody>
          <a:bodyPr/>
          <a:lstStyle/>
          <a:p>
            <a:r>
              <a:rPr lang="en-GB" i="1" dirty="0"/>
              <a:t>Learning</a:t>
            </a:r>
            <a:r>
              <a:rPr lang="en-GB" dirty="0"/>
              <a:t> </a:t>
            </a:r>
            <a:r>
              <a:rPr lang="en-GB" dirty="0" err="1"/>
              <a:t>untuk</a:t>
            </a:r>
            <a:r>
              <a:rPr lang="en-GB" dirty="0"/>
              <a:t> </a:t>
            </a:r>
            <a:r>
              <a:rPr lang="en-GB" i="1" dirty="0"/>
              <a:t>MAIN TASK</a:t>
            </a:r>
            <a:endParaRPr lang="en-US" i="1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80A05AA-983A-4106-B817-8F18B4DBF20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9143088"/>
              </p:ext>
            </p:extLst>
          </p:nvPr>
        </p:nvGraphicFramePr>
        <p:xfrm>
          <a:off x="2792118" y="2840379"/>
          <a:ext cx="6607764" cy="2893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BBFC6E-6A78-468D-8B76-5090ADC0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2172FCC-49C6-4D2C-AF70-C3548EB0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1A96C0E-4A0E-4563-839D-F8A238A82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8FD7F79-3DF9-44AA-BD51-99B254D6CBBC}"/>
              </a:ext>
            </a:extLst>
          </p:cNvPr>
          <p:cNvSpPr/>
          <p:nvPr/>
        </p:nvSpPr>
        <p:spPr>
          <a:xfrm>
            <a:off x="1885156" y="2665653"/>
            <a:ext cx="804126" cy="33793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Curved Right 14">
            <a:extLst>
              <a:ext uri="{FF2B5EF4-FFF2-40B4-BE49-F238E27FC236}">
                <a16:creationId xmlns:a16="http://schemas.microsoft.com/office/drawing/2014/main" id="{7733EB49-A11B-40AF-8CE8-0E94373E65EF}"/>
              </a:ext>
            </a:extLst>
          </p:cNvPr>
          <p:cNvSpPr/>
          <p:nvPr/>
        </p:nvSpPr>
        <p:spPr>
          <a:xfrm flipH="1" flipV="1">
            <a:off x="9653451" y="3683726"/>
            <a:ext cx="1051050" cy="163285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CE660B-F262-4EEA-B7EE-BF77DC518617}"/>
              </a:ext>
            </a:extLst>
          </p:cNvPr>
          <p:cNvSpPr txBox="1"/>
          <p:nvPr/>
        </p:nvSpPr>
        <p:spPr>
          <a:xfrm>
            <a:off x="10462226" y="3512627"/>
            <a:ext cx="738664" cy="18039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GB" dirty="0"/>
              <a:t>Backpropagation</a:t>
            </a:r>
            <a:endParaRPr lang="en-US" dirty="0"/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0BEA68-9A85-425D-874B-D8E677D8E712}"/>
              </a:ext>
            </a:extLst>
          </p:cNvPr>
          <p:cNvSpPr txBox="1"/>
          <p:nvPr/>
        </p:nvSpPr>
        <p:spPr>
          <a:xfrm>
            <a:off x="1360442" y="3768635"/>
            <a:ext cx="738664" cy="90819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GB" dirty="0"/>
              <a:t>Forward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097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DD20-7AAC-42E8-89A2-EECD52E5A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63554"/>
            <a:ext cx="8421688" cy="1325563"/>
          </a:xfrm>
        </p:spPr>
        <p:txBody>
          <a:bodyPr/>
          <a:lstStyle/>
          <a:p>
            <a:r>
              <a:rPr lang="en-GB" dirty="0"/>
              <a:t>MT-DNN</a:t>
            </a:r>
            <a:endParaRPr lang="en-US" i="1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80A05AA-983A-4106-B817-8F18B4DBF20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91837512"/>
              </p:ext>
            </p:extLst>
          </p:nvPr>
        </p:nvGraphicFramePr>
        <p:xfrm>
          <a:off x="6593409" y="2089117"/>
          <a:ext cx="5110911" cy="2893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BBFC6E-6A78-468D-8B76-5090ADC0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2172FCC-49C6-4D2C-AF70-C3548EB0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1A96C0E-4A0E-4563-839D-F8A238A82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914ADB-64CC-484C-8EE2-757FD87B968E}"/>
              </a:ext>
            </a:extLst>
          </p:cNvPr>
          <p:cNvSpPr txBox="1"/>
          <p:nvPr/>
        </p:nvSpPr>
        <p:spPr>
          <a:xfrm>
            <a:off x="6593408" y="5115401"/>
            <a:ext cx="5110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Arsitektur</a:t>
            </a:r>
            <a:r>
              <a:rPr lang="en-GB" dirty="0"/>
              <a:t> MT-DNN dan BERT 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 err="1"/>
              <a:t>diadaptasi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Liu et. al., 2019)</a:t>
            </a:r>
            <a:endParaRPr lang="en-US" dirty="0"/>
          </a:p>
        </p:txBody>
      </p:sp>
      <p:graphicFrame>
        <p:nvGraphicFramePr>
          <p:cNvPr id="20" name="Content Placeholder 11">
            <a:extLst>
              <a:ext uri="{FF2B5EF4-FFF2-40B4-BE49-F238E27FC236}">
                <a16:creationId xmlns:a16="http://schemas.microsoft.com/office/drawing/2014/main" id="{3280D526-D628-46BF-801C-7E8001BA1F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7860622"/>
              </p:ext>
            </p:extLst>
          </p:nvPr>
        </p:nvGraphicFramePr>
        <p:xfrm>
          <a:off x="487680" y="2089117"/>
          <a:ext cx="5110911" cy="2893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67001A9-BCCA-448A-B1E9-BFB3FA65DD24}"/>
              </a:ext>
            </a:extLst>
          </p:cNvPr>
          <p:cNvSpPr txBox="1"/>
          <p:nvPr/>
        </p:nvSpPr>
        <p:spPr>
          <a:xfrm>
            <a:off x="487679" y="5023068"/>
            <a:ext cx="5110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Arsitektur</a:t>
            </a:r>
            <a:r>
              <a:rPr lang="en-GB" dirty="0"/>
              <a:t> MT-DNN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 err="1"/>
              <a:t>diadaptasi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Liu et. al., 2015)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667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DD20-7AAC-42E8-89A2-EECD52E5A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63554"/>
            <a:ext cx="8421688" cy="1325563"/>
          </a:xfrm>
        </p:spPr>
        <p:txBody>
          <a:bodyPr/>
          <a:lstStyle/>
          <a:p>
            <a:r>
              <a:rPr lang="en-GB" dirty="0"/>
              <a:t>MT-DNN</a:t>
            </a:r>
            <a:endParaRPr lang="en-US" i="1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80A05AA-983A-4106-B817-8F18B4DBF20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593409" y="2089117"/>
          <a:ext cx="5110911" cy="2893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BBFC6E-6A78-468D-8B76-5090ADC0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2172FCC-49C6-4D2C-AF70-C3548EB0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1A96C0E-4A0E-4563-839D-F8A238A82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914ADB-64CC-484C-8EE2-757FD87B968E}"/>
              </a:ext>
            </a:extLst>
          </p:cNvPr>
          <p:cNvSpPr txBox="1"/>
          <p:nvPr/>
        </p:nvSpPr>
        <p:spPr>
          <a:xfrm>
            <a:off x="6593408" y="5115401"/>
            <a:ext cx="5110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Arsitektur</a:t>
            </a:r>
            <a:r>
              <a:rPr lang="en-GB" dirty="0"/>
              <a:t> MT-DNN dan BERT 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 err="1"/>
              <a:t>diadaptasi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Liu et. al., 2019)</a:t>
            </a:r>
            <a:endParaRPr lang="en-US" dirty="0"/>
          </a:p>
        </p:txBody>
      </p:sp>
      <p:graphicFrame>
        <p:nvGraphicFramePr>
          <p:cNvPr id="20" name="Content Placeholder 11">
            <a:extLst>
              <a:ext uri="{FF2B5EF4-FFF2-40B4-BE49-F238E27FC236}">
                <a16:creationId xmlns:a16="http://schemas.microsoft.com/office/drawing/2014/main" id="{3280D526-D628-46BF-801C-7E8001BA1F51}"/>
              </a:ext>
            </a:extLst>
          </p:cNvPr>
          <p:cNvGraphicFramePr>
            <a:graphicFrameLocks/>
          </p:cNvGraphicFramePr>
          <p:nvPr/>
        </p:nvGraphicFramePr>
        <p:xfrm>
          <a:off x="487680" y="2089117"/>
          <a:ext cx="5110911" cy="2893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67001A9-BCCA-448A-B1E9-BFB3FA65DD24}"/>
              </a:ext>
            </a:extLst>
          </p:cNvPr>
          <p:cNvSpPr txBox="1"/>
          <p:nvPr/>
        </p:nvSpPr>
        <p:spPr>
          <a:xfrm>
            <a:off x="487679" y="5023068"/>
            <a:ext cx="5110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Arsitektur</a:t>
            </a:r>
            <a:r>
              <a:rPr lang="en-GB" dirty="0"/>
              <a:t> MT-DNN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 err="1"/>
              <a:t>diadaptasi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Liu et. al., 2015)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11C7DA-8DFC-44B8-AB6F-EB1C05F01574}"/>
              </a:ext>
            </a:extLst>
          </p:cNvPr>
          <p:cNvSpPr/>
          <p:nvPr/>
        </p:nvSpPr>
        <p:spPr>
          <a:xfrm>
            <a:off x="326571" y="2747554"/>
            <a:ext cx="11521440" cy="1527603"/>
          </a:xfrm>
          <a:custGeom>
            <a:avLst/>
            <a:gdLst>
              <a:gd name="connsiteX0" fmla="*/ 0 w 11521440"/>
              <a:gd name="connsiteY0" fmla="*/ 0 h 1527603"/>
              <a:gd name="connsiteX1" fmla="*/ 230429 w 11521440"/>
              <a:gd name="connsiteY1" fmla="*/ 0 h 1527603"/>
              <a:gd name="connsiteX2" fmla="*/ 691286 w 11521440"/>
              <a:gd name="connsiteY2" fmla="*/ 0 h 1527603"/>
              <a:gd name="connsiteX3" fmla="*/ 921715 w 11521440"/>
              <a:gd name="connsiteY3" fmla="*/ 0 h 1527603"/>
              <a:gd name="connsiteX4" fmla="*/ 1728216 w 11521440"/>
              <a:gd name="connsiteY4" fmla="*/ 0 h 1527603"/>
              <a:gd name="connsiteX5" fmla="*/ 2419502 w 11521440"/>
              <a:gd name="connsiteY5" fmla="*/ 0 h 1527603"/>
              <a:gd name="connsiteX6" fmla="*/ 2995574 w 11521440"/>
              <a:gd name="connsiteY6" fmla="*/ 0 h 1527603"/>
              <a:gd name="connsiteX7" fmla="*/ 3341218 w 11521440"/>
              <a:gd name="connsiteY7" fmla="*/ 0 h 1527603"/>
              <a:gd name="connsiteX8" fmla="*/ 3917290 w 11521440"/>
              <a:gd name="connsiteY8" fmla="*/ 0 h 1527603"/>
              <a:gd name="connsiteX9" fmla="*/ 4608576 w 11521440"/>
              <a:gd name="connsiteY9" fmla="*/ 0 h 1527603"/>
              <a:gd name="connsiteX10" fmla="*/ 5299862 w 11521440"/>
              <a:gd name="connsiteY10" fmla="*/ 0 h 1527603"/>
              <a:gd name="connsiteX11" fmla="*/ 5760720 w 11521440"/>
              <a:gd name="connsiteY11" fmla="*/ 0 h 1527603"/>
              <a:gd name="connsiteX12" fmla="*/ 5991149 w 11521440"/>
              <a:gd name="connsiteY12" fmla="*/ 0 h 1527603"/>
              <a:gd name="connsiteX13" fmla="*/ 6567221 w 11521440"/>
              <a:gd name="connsiteY13" fmla="*/ 0 h 1527603"/>
              <a:gd name="connsiteX14" fmla="*/ 6797650 w 11521440"/>
              <a:gd name="connsiteY14" fmla="*/ 0 h 1527603"/>
              <a:gd name="connsiteX15" fmla="*/ 7488936 w 11521440"/>
              <a:gd name="connsiteY15" fmla="*/ 0 h 1527603"/>
              <a:gd name="connsiteX16" fmla="*/ 7719365 w 11521440"/>
              <a:gd name="connsiteY16" fmla="*/ 0 h 1527603"/>
              <a:gd name="connsiteX17" fmla="*/ 8410651 w 11521440"/>
              <a:gd name="connsiteY17" fmla="*/ 0 h 1527603"/>
              <a:gd name="connsiteX18" fmla="*/ 9101938 w 11521440"/>
              <a:gd name="connsiteY18" fmla="*/ 0 h 1527603"/>
              <a:gd name="connsiteX19" fmla="*/ 9908438 w 11521440"/>
              <a:gd name="connsiteY19" fmla="*/ 0 h 1527603"/>
              <a:gd name="connsiteX20" fmla="*/ 10369296 w 11521440"/>
              <a:gd name="connsiteY20" fmla="*/ 0 h 1527603"/>
              <a:gd name="connsiteX21" fmla="*/ 10830154 w 11521440"/>
              <a:gd name="connsiteY21" fmla="*/ 0 h 1527603"/>
              <a:gd name="connsiteX22" fmla="*/ 11521440 w 11521440"/>
              <a:gd name="connsiteY22" fmla="*/ 0 h 1527603"/>
              <a:gd name="connsiteX23" fmla="*/ 11521440 w 11521440"/>
              <a:gd name="connsiteY23" fmla="*/ 509201 h 1527603"/>
              <a:gd name="connsiteX24" fmla="*/ 11521440 w 11521440"/>
              <a:gd name="connsiteY24" fmla="*/ 1018402 h 1527603"/>
              <a:gd name="connsiteX25" fmla="*/ 11521440 w 11521440"/>
              <a:gd name="connsiteY25" fmla="*/ 1527603 h 1527603"/>
              <a:gd name="connsiteX26" fmla="*/ 11175797 w 11521440"/>
              <a:gd name="connsiteY26" fmla="*/ 1527603 h 1527603"/>
              <a:gd name="connsiteX27" fmla="*/ 10945368 w 11521440"/>
              <a:gd name="connsiteY27" fmla="*/ 1527603 h 1527603"/>
              <a:gd name="connsiteX28" fmla="*/ 10714939 w 11521440"/>
              <a:gd name="connsiteY28" fmla="*/ 1527603 h 1527603"/>
              <a:gd name="connsiteX29" fmla="*/ 10369296 w 11521440"/>
              <a:gd name="connsiteY29" fmla="*/ 1527603 h 1527603"/>
              <a:gd name="connsiteX30" fmla="*/ 9793224 w 11521440"/>
              <a:gd name="connsiteY30" fmla="*/ 1527603 h 1527603"/>
              <a:gd name="connsiteX31" fmla="*/ 8986723 w 11521440"/>
              <a:gd name="connsiteY31" fmla="*/ 1527603 h 1527603"/>
              <a:gd name="connsiteX32" fmla="*/ 8295437 w 11521440"/>
              <a:gd name="connsiteY32" fmla="*/ 1527603 h 1527603"/>
              <a:gd name="connsiteX33" fmla="*/ 7488936 w 11521440"/>
              <a:gd name="connsiteY33" fmla="*/ 1527603 h 1527603"/>
              <a:gd name="connsiteX34" fmla="*/ 6912864 w 11521440"/>
              <a:gd name="connsiteY34" fmla="*/ 1527603 h 1527603"/>
              <a:gd name="connsiteX35" fmla="*/ 6452006 w 11521440"/>
              <a:gd name="connsiteY35" fmla="*/ 1527603 h 1527603"/>
              <a:gd name="connsiteX36" fmla="*/ 5991149 w 11521440"/>
              <a:gd name="connsiteY36" fmla="*/ 1527603 h 1527603"/>
              <a:gd name="connsiteX37" fmla="*/ 5415077 w 11521440"/>
              <a:gd name="connsiteY37" fmla="*/ 1527603 h 1527603"/>
              <a:gd name="connsiteX38" fmla="*/ 4723790 w 11521440"/>
              <a:gd name="connsiteY38" fmla="*/ 1527603 h 1527603"/>
              <a:gd name="connsiteX39" fmla="*/ 3917290 w 11521440"/>
              <a:gd name="connsiteY39" fmla="*/ 1527603 h 1527603"/>
              <a:gd name="connsiteX40" fmla="*/ 3226003 w 11521440"/>
              <a:gd name="connsiteY40" fmla="*/ 1527603 h 1527603"/>
              <a:gd name="connsiteX41" fmla="*/ 2765146 w 11521440"/>
              <a:gd name="connsiteY41" fmla="*/ 1527603 h 1527603"/>
              <a:gd name="connsiteX42" fmla="*/ 2534717 w 11521440"/>
              <a:gd name="connsiteY42" fmla="*/ 1527603 h 1527603"/>
              <a:gd name="connsiteX43" fmla="*/ 1728216 w 11521440"/>
              <a:gd name="connsiteY43" fmla="*/ 1527603 h 1527603"/>
              <a:gd name="connsiteX44" fmla="*/ 1152144 w 11521440"/>
              <a:gd name="connsiteY44" fmla="*/ 1527603 h 1527603"/>
              <a:gd name="connsiteX45" fmla="*/ 691286 w 11521440"/>
              <a:gd name="connsiteY45" fmla="*/ 1527603 h 1527603"/>
              <a:gd name="connsiteX46" fmla="*/ 0 w 11521440"/>
              <a:gd name="connsiteY46" fmla="*/ 1527603 h 1527603"/>
              <a:gd name="connsiteX47" fmla="*/ 0 w 11521440"/>
              <a:gd name="connsiteY47" fmla="*/ 987850 h 1527603"/>
              <a:gd name="connsiteX48" fmla="*/ 0 w 11521440"/>
              <a:gd name="connsiteY48" fmla="*/ 463373 h 1527603"/>
              <a:gd name="connsiteX49" fmla="*/ 0 w 11521440"/>
              <a:gd name="connsiteY49" fmla="*/ 0 h 152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521440" h="1527603" extrusionOk="0">
                <a:moveTo>
                  <a:pt x="0" y="0"/>
                </a:moveTo>
                <a:cubicBezTo>
                  <a:pt x="98170" y="-16828"/>
                  <a:pt x="126807" y="6052"/>
                  <a:pt x="230429" y="0"/>
                </a:cubicBezTo>
                <a:cubicBezTo>
                  <a:pt x="334051" y="-6052"/>
                  <a:pt x="552310" y="24711"/>
                  <a:pt x="691286" y="0"/>
                </a:cubicBezTo>
                <a:cubicBezTo>
                  <a:pt x="830262" y="-24711"/>
                  <a:pt x="866940" y="25358"/>
                  <a:pt x="921715" y="0"/>
                </a:cubicBezTo>
                <a:cubicBezTo>
                  <a:pt x="976490" y="-25358"/>
                  <a:pt x="1394769" y="46972"/>
                  <a:pt x="1728216" y="0"/>
                </a:cubicBezTo>
                <a:cubicBezTo>
                  <a:pt x="2061663" y="-46972"/>
                  <a:pt x="2251945" y="25247"/>
                  <a:pt x="2419502" y="0"/>
                </a:cubicBezTo>
                <a:cubicBezTo>
                  <a:pt x="2587059" y="-25247"/>
                  <a:pt x="2709653" y="18418"/>
                  <a:pt x="2995574" y="0"/>
                </a:cubicBezTo>
                <a:cubicBezTo>
                  <a:pt x="3281495" y="-18418"/>
                  <a:pt x="3265710" y="37652"/>
                  <a:pt x="3341218" y="0"/>
                </a:cubicBezTo>
                <a:cubicBezTo>
                  <a:pt x="3416726" y="-37652"/>
                  <a:pt x="3710076" y="430"/>
                  <a:pt x="3917290" y="0"/>
                </a:cubicBezTo>
                <a:cubicBezTo>
                  <a:pt x="4124504" y="-430"/>
                  <a:pt x="4428921" y="69769"/>
                  <a:pt x="4608576" y="0"/>
                </a:cubicBezTo>
                <a:cubicBezTo>
                  <a:pt x="4788231" y="-69769"/>
                  <a:pt x="5146694" y="18433"/>
                  <a:pt x="5299862" y="0"/>
                </a:cubicBezTo>
                <a:cubicBezTo>
                  <a:pt x="5453030" y="-18433"/>
                  <a:pt x="5533693" y="5713"/>
                  <a:pt x="5760720" y="0"/>
                </a:cubicBezTo>
                <a:cubicBezTo>
                  <a:pt x="5987747" y="-5713"/>
                  <a:pt x="5931123" y="5324"/>
                  <a:pt x="5991149" y="0"/>
                </a:cubicBezTo>
                <a:cubicBezTo>
                  <a:pt x="6051175" y="-5324"/>
                  <a:pt x="6413365" y="42451"/>
                  <a:pt x="6567221" y="0"/>
                </a:cubicBezTo>
                <a:cubicBezTo>
                  <a:pt x="6721077" y="-42451"/>
                  <a:pt x="6701167" y="20914"/>
                  <a:pt x="6797650" y="0"/>
                </a:cubicBezTo>
                <a:cubicBezTo>
                  <a:pt x="6894133" y="-20914"/>
                  <a:pt x="7299154" y="12878"/>
                  <a:pt x="7488936" y="0"/>
                </a:cubicBezTo>
                <a:cubicBezTo>
                  <a:pt x="7678718" y="-12878"/>
                  <a:pt x="7634694" y="747"/>
                  <a:pt x="7719365" y="0"/>
                </a:cubicBezTo>
                <a:cubicBezTo>
                  <a:pt x="7804036" y="-747"/>
                  <a:pt x="8085079" y="56412"/>
                  <a:pt x="8410651" y="0"/>
                </a:cubicBezTo>
                <a:cubicBezTo>
                  <a:pt x="8736223" y="-56412"/>
                  <a:pt x="8756570" y="69698"/>
                  <a:pt x="9101938" y="0"/>
                </a:cubicBezTo>
                <a:cubicBezTo>
                  <a:pt x="9447306" y="-69698"/>
                  <a:pt x="9673296" y="30662"/>
                  <a:pt x="9908438" y="0"/>
                </a:cubicBezTo>
                <a:cubicBezTo>
                  <a:pt x="10143580" y="-30662"/>
                  <a:pt x="10210132" y="46435"/>
                  <a:pt x="10369296" y="0"/>
                </a:cubicBezTo>
                <a:cubicBezTo>
                  <a:pt x="10528460" y="-46435"/>
                  <a:pt x="10608236" y="48219"/>
                  <a:pt x="10830154" y="0"/>
                </a:cubicBezTo>
                <a:cubicBezTo>
                  <a:pt x="11052072" y="-48219"/>
                  <a:pt x="11348029" y="75841"/>
                  <a:pt x="11521440" y="0"/>
                </a:cubicBezTo>
                <a:cubicBezTo>
                  <a:pt x="11559987" y="224677"/>
                  <a:pt x="11472445" y="353127"/>
                  <a:pt x="11521440" y="509201"/>
                </a:cubicBezTo>
                <a:cubicBezTo>
                  <a:pt x="11570435" y="665275"/>
                  <a:pt x="11491484" y="838626"/>
                  <a:pt x="11521440" y="1018402"/>
                </a:cubicBezTo>
                <a:cubicBezTo>
                  <a:pt x="11551396" y="1198178"/>
                  <a:pt x="11504284" y="1390614"/>
                  <a:pt x="11521440" y="1527603"/>
                </a:cubicBezTo>
                <a:cubicBezTo>
                  <a:pt x="11430116" y="1531004"/>
                  <a:pt x="11297858" y="1505778"/>
                  <a:pt x="11175797" y="1527603"/>
                </a:cubicBezTo>
                <a:cubicBezTo>
                  <a:pt x="11053736" y="1549428"/>
                  <a:pt x="11020353" y="1518122"/>
                  <a:pt x="10945368" y="1527603"/>
                </a:cubicBezTo>
                <a:cubicBezTo>
                  <a:pt x="10870383" y="1537084"/>
                  <a:pt x="10777892" y="1508348"/>
                  <a:pt x="10714939" y="1527603"/>
                </a:cubicBezTo>
                <a:cubicBezTo>
                  <a:pt x="10651986" y="1546858"/>
                  <a:pt x="10463290" y="1506824"/>
                  <a:pt x="10369296" y="1527603"/>
                </a:cubicBezTo>
                <a:cubicBezTo>
                  <a:pt x="10275302" y="1548382"/>
                  <a:pt x="10039963" y="1492969"/>
                  <a:pt x="9793224" y="1527603"/>
                </a:cubicBezTo>
                <a:cubicBezTo>
                  <a:pt x="9546485" y="1562237"/>
                  <a:pt x="9224623" y="1456739"/>
                  <a:pt x="8986723" y="1527603"/>
                </a:cubicBezTo>
                <a:cubicBezTo>
                  <a:pt x="8748823" y="1598467"/>
                  <a:pt x="8581616" y="1458293"/>
                  <a:pt x="8295437" y="1527603"/>
                </a:cubicBezTo>
                <a:cubicBezTo>
                  <a:pt x="8009258" y="1596913"/>
                  <a:pt x="7856194" y="1436021"/>
                  <a:pt x="7488936" y="1527603"/>
                </a:cubicBezTo>
                <a:cubicBezTo>
                  <a:pt x="7121678" y="1619185"/>
                  <a:pt x="7172360" y="1522791"/>
                  <a:pt x="6912864" y="1527603"/>
                </a:cubicBezTo>
                <a:cubicBezTo>
                  <a:pt x="6653368" y="1532415"/>
                  <a:pt x="6623739" y="1477712"/>
                  <a:pt x="6452006" y="1527603"/>
                </a:cubicBezTo>
                <a:cubicBezTo>
                  <a:pt x="6280273" y="1577494"/>
                  <a:pt x="6186447" y="1487307"/>
                  <a:pt x="5991149" y="1527603"/>
                </a:cubicBezTo>
                <a:cubicBezTo>
                  <a:pt x="5795851" y="1567899"/>
                  <a:pt x="5691561" y="1523427"/>
                  <a:pt x="5415077" y="1527603"/>
                </a:cubicBezTo>
                <a:cubicBezTo>
                  <a:pt x="5138593" y="1531779"/>
                  <a:pt x="5053445" y="1470683"/>
                  <a:pt x="4723790" y="1527603"/>
                </a:cubicBezTo>
                <a:cubicBezTo>
                  <a:pt x="4394135" y="1584523"/>
                  <a:pt x="4293497" y="1469668"/>
                  <a:pt x="3917290" y="1527603"/>
                </a:cubicBezTo>
                <a:cubicBezTo>
                  <a:pt x="3541083" y="1585538"/>
                  <a:pt x="3466431" y="1470334"/>
                  <a:pt x="3226003" y="1527603"/>
                </a:cubicBezTo>
                <a:cubicBezTo>
                  <a:pt x="2985575" y="1584872"/>
                  <a:pt x="2916146" y="1509132"/>
                  <a:pt x="2765146" y="1527603"/>
                </a:cubicBezTo>
                <a:cubicBezTo>
                  <a:pt x="2614146" y="1546074"/>
                  <a:pt x="2597228" y="1514534"/>
                  <a:pt x="2534717" y="1527603"/>
                </a:cubicBezTo>
                <a:cubicBezTo>
                  <a:pt x="2472206" y="1540672"/>
                  <a:pt x="1950088" y="1509887"/>
                  <a:pt x="1728216" y="1527603"/>
                </a:cubicBezTo>
                <a:cubicBezTo>
                  <a:pt x="1506344" y="1545319"/>
                  <a:pt x="1288585" y="1510223"/>
                  <a:pt x="1152144" y="1527603"/>
                </a:cubicBezTo>
                <a:cubicBezTo>
                  <a:pt x="1015703" y="1544983"/>
                  <a:pt x="808003" y="1499718"/>
                  <a:pt x="691286" y="1527603"/>
                </a:cubicBezTo>
                <a:cubicBezTo>
                  <a:pt x="574569" y="1555488"/>
                  <a:pt x="308430" y="1481394"/>
                  <a:pt x="0" y="1527603"/>
                </a:cubicBezTo>
                <a:cubicBezTo>
                  <a:pt x="-44465" y="1341694"/>
                  <a:pt x="47776" y="1223007"/>
                  <a:pt x="0" y="987850"/>
                </a:cubicBezTo>
                <a:cubicBezTo>
                  <a:pt x="-47776" y="752693"/>
                  <a:pt x="34814" y="663156"/>
                  <a:pt x="0" y="463373"/>
                </a:cubicBezTo>
                <a:cubicBezTo>
                  <a:pt x="-34814" y="263590"/>
                  <a:pt x="16533" y="144883"/>
                  <a:pt x="0" y="0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47521597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01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5D86856-284F-4585-B3F8-AD71BB1CDC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ANAlISIS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Masalah</a:t>
            </a:r>
            <a:endParaRPr lang="en-US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44F05523-FD5C-4B97-B5A8-B79B377D67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7A118C2-2449-4B2E-A3AB-4B49F87D318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178B7E7-B9E1-46A8-A81C-64E8E536DE2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F4036D0-1403-4B8F-A5F5-5A00D4FFBF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301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0FDD-9A58-49FC-AF0D-4FACB4500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222674"/>
            <a:ext cx="8421688" cy="1325563"/>
          </a:xfrm>
        </p:spPr>
        <p:txBody>
          <a:bodyPr/>
          <a:lstStyle/>
          <a:p>
            <a:r>
              <a:rPr lang="en-GB" dirty="0"/>
              <a:t>MASALAH </a:t>
            </a:r>
            <a:r>
              <a:rPr lang="en-GB" dirty="0" err="1"/>
              <a:t>Anotasi</a:t>
            </a:r>
            <a:r>
              <a:rPr lang="en-GB" dirty="0"/>
              <a:t> GEN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06BB1-F5AA-41E3-8F51-D090F776C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6125" y="4750789"/>
            <a:ext cx="9777486" cy="1506319"/>
          </a:xfrm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Adakah</a:t>
            </a:r>
            <a:r>
              <a:rPr lang="en-GB" dirty="0"/>
              <a:t> promoter?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 err="1">
                <a:highlight>
                  <a:srgbClr val="FFFF00"/>
                </a:highlight>
              </a:rPr>
              <a:t>Apakah</a:t>
            </a:r>
            <a:r>
              <a:rPr lang="en-GB" b="1" dirty="0">
                <a:highlight>
                  <a:srgbClr val="FFFF00"/>
                </a:highlight>
              </a:rPr>
              <a:t> </a:t>
            </a:r>
            <a:r>
              <a:rPr lang="en-GB" b="1" dirty="0" err="1">
                <a:highlight>
                  <a:srgbClr val="FFFF00"/>
                </a:highlight>
              </a:rPr>
              <a:t>sekuens</a:t>
            </a:r>
            <a:r>
              <a:rPr lang="en-GB" b="1" dirty="0">
                <a:highlight>
                  <a:srgbClr val="FFFF00"/>
                </a:highlight>
              </a:rPr>
              <a:t> </a:t>
            </a:r>
            <a:r>
              <a:rPr lang="en-GB" b="1" dirty="0" err="1">
                <a:highlight>
                  <a:srgbClr val="FFFF00"/>
                </a:highlight>
              </a:rPr>
              <a:t>ini</a:t>
            </a:r>
            <a:r>
              <a:rPr lang="en-GB" b="1" dirty="0">
                <a:highlight>
                  <a:srgbClr val="FFFF00"/>
                </a:highlight>
              </a:rPr>
              <a:t> </a:t>
            </a:r>
            <a:r>
              <a:rPr lang="en-GB" b="1" dirty="0" err="1">
                <a:highlight>
                  <a:srgbClr val="FFFF00"/>
                </a:highlight>
              </a:rPr>
              <a:t>menghasilkan</a:t>
            </a:r>
            <a:r>
              <a:rPr lang="en-GB" b="1" dirty="0">
                <a:highlight>
                  <a:srgbClr val="FFFF00"/>
                </a:highlight>
              </a:rPr>
              <a:t> protein? → </a:t>
            </a:r>
            <a:r>
              <a:rPr lang="en-GB" b="1" dirty="0" err="1">
                <a:highlight>
                  <a:srgbClr val="FFFF00"/>
                </a:highlight>
              </a:rPr>
              <a:t>Ekson</a:t>
            </a:r>
            <a:endParaRPr lang="en-GB" b="1" dirty="0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dst</a:t>
            </a:r>
            <a:r>
              <a:rPr lang="en-GB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88B61D6-0E4F-42F2-B050-AA08443F6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3CF8671-FD51-4488-97F1-363B3F95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9901C6-105F-47CA-B742-034B8B9E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CB2CD-CDC8-49B6-B2CD-6AED1142D446}"/>
              </a:ext>
            </a:extLst>
          </p:cNvPr>
          <p:cNvSpPr txBox="1"/>
          <p:nvPr/>
        </p:nvSpPr>
        <p:spPr>
          <a:xfrm>
            <a:off x="1040652" y="1211360"/>
            <a:ext cx="101106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&gt;NC_003075.7:c14355201-14352037 HXK1 [organism=Arabidopsis thaliana] [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GeneID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=829034] [chromosome=4]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---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TCATCCATTCA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TTGTTGATTGTGTAAT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GATTACGTT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AGTTTCGTCCTGATTTGGAG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TAATTGCATTGTCTCTTA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GTCAAAATTGATCGATTAGATAGGATTATTGATCTACTGTTTCAGAATCAGTGAATCTTTTGGAATCCAGATC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TCCCACTGAATCATTGTCTCATTTTCTTATAGGTTTTGTTGTATCACTTCTTGATTTTGTAGATTTGTTTTC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GATTTGAGAGTTATTGCCCTTTTGATTAAGGTTTAATACATAGTTACATTAAGGCAGACA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ACAGTG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TGAAT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ATTTGTCTGAAAAGTCTGTCCACAGACATCACTTTTGTCTTATGGACTTCGTGATTAGATGGCATGATGGCATTGATTATGTTATATTACGTAGAACATTTTGGTGCGGTTTCATTTTCGCTT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TAA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TATTGTTAGCCAATGCGGCAATGCGTCTAGTTTCATGTTGTAGGTCTGTCTTACATTTACTACCAT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TAA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TAA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CAGGGATGAAAAGGGTCTCTTTT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CATTGGACCTAGGGGGGACAAACTTCCGTGTC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CGTGTGCTTCTTGGCGGGAAGCAAGAGCGTGTTGTTAAACAAGAATTCGAAGAAGTTTCGATTCCTCCTCATTTG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ACTGGTGGTTCAG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TCAGTTTTCTGTTCTTCAATTTGTC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TTTAGTCTTAG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ATCTTTGTGTAACAAGATTCTTTTGCGTTCTTTTG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GATTCAGGAGTTGTTCAATTTTATAGCTGAAGCTCTTGCGAAGTTTGTCGCTACAGA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CGAAGACTTTCATCTTCCAGAAGGTAGACAGAGGGAATTAGGTTTCACTTTCTCGTTTCCTGTTAAGCAGACTTCTCTGTCCTCTGGTAGTCTCATCAA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GACAAAAGGCTTTTCCATCGAAGAAGCAGTTAAGCTCGATTTTCGTTCAACTATTTCACTTAAA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TTTAGTTTTCGCCTTTGCCTTAATCTTTGTTTAACCTGTTGCATAGGTTGGACAAG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TTGTTGGAGCACTTAATAAGGCTCTGGAAAGAGTTGGTCTTGACATGCGAATCGCAGCACTTGTGAG</a:t>
            </a:r>
          </a:p>
          <a:p>
            <a:r>
              <a:rPr lang="en-US" sz="1400" dirty="0"/>
              <a:t>…</a:t>
            </a:r>
            <a:br>
              <a:rPr lang="en-U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77032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B681-2386-422B-AA5E-42BE860F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609917"/>
            <a:ext cx="8421688" cy="1325563"/>
          </a:xfrm>
        </p:spPr>
        <p:txBody>
          <a:bodyPr/>
          <a:lstStyle/>
          <a:p>
            <a:r>
              <a:rPr lang="en-GB" dirty="0" err="1"/>
              <a:t>Masalah</a:t>
            </a:r>
            <a:r>
              <a:rPr lang="en-GB" dirty="0"/>
              <a:t> </a:t>
            </a:r>
            <a:r>
              <a:rPr lang="en-GB" dirty="0" err="1"/>
              <a:t>Prediksi</a:t>
            </a:r>
            <a:r>
              <a:rPr lang="en-GB" dirty="0"/>
              <a:t> SPLICE SITES (SS)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EC0681-39BB-4076-A7EE-B91B5BFFE60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8200" y="1935480"/>
            <a:ext cx="10515599" cy="389699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Menentukan</a:t>
            </a:r>
            <a:r>
              <a:rPr lang="en-GB" sz="2000" dirty="0"/>
              <a:t> </a:t>
            </a:r>
            <a:r>
              <a:rPr lang="en-GB" sz="2000" dirty="0" err="1"/>
              <a:t>apakah</a:t>
            </a:r>
            <a:r>
              <a:rPr lang="en-GB" sz="2000" dirty="0"/>
              <a:t> </a:t>
            </a:r>
            <a:r>
              <a:rPr lang="en-GB" sz="2000" dirty="0" err="1"/>
              <a:t>sebuah</a:t>
            </a:r>
            <a:r>
              <a:rPr lang="en-GB" sz="2000" dirty="0"/>
              <a:t> </a:t>
            </a:r>
            <a:r>
              <a:rPr lang="en-GB" sz="2000" dirty="0" err="1"/>
              <a:t>sekuens</a:t>
            </a:r>
            <a:r>
              <a:rPr lang="en-GB" sz="2000" dirty="0"/>
              <a:t> </a:t>
            </a:r>
            <a:r>
              <a:rPr lang="en-GB" sz="2000" dirty="0" err="1"/>
              <a:t>dapat</a:t>
            </a:r>
            <a:r>
              <a:rPr lang="en-GB" sz="2000" dirty="0"/>
              <a:t> </a:t>
            </a:r>
            <a:r>
              <a:rPr lang="en-GB" sz="2000" dirty="0" err="1"/>
              <a:t>dipisahkan</a:t>
            </a:r>
            <a:r>
              <a:rPr lang="en-GB" sz="2000" dirty="0"/>
              <a:t> </a:t>
            </a:r>
            <a:r>
              <a:rPr lang="en-GB" sz="2000" dirty="0" err="1"/>
              <a:t>menjadi</a:t>
            </a:r>
            <a:r>
              <a:rPr lang="en-GB" sz="2000" dirty="0"/>
              <a:t> </a:t>
            </a:r>
            <a:r>
              <a:rPr lang="en-GB" sz="2000" dirty="0" err="1"/>
              <a:t>dua</a:t>
            </a:r>
            <a:r>
              <a:rPr lang="en-GB" sz="2000" dirty="0"/>
              <a:t> </a:t>
            </a:r>
            <a:r>
              <a:rPr lang="en-GB" sz="2000" dirty="0" err="1"/>
              <a:t>bagian</a:t>
            </a:r>
            <a:r>
              <a:rPr lang="en-GB" sz="2000" dirty="0"/>
              <a:t> yang </a:t>
            </a:r>
            <a:r>
              <a:rPr lang="en-GB" sz="2000" dirty="0" err="1"/>
              <a:t>terdiri</a:t>
            </a:r>
            <a:r>
              <a:rPr lang="en-GB" sz="2000" dirty="0"/>
              <a:t> </a:t>
            </a:r>
            <a:r>
              <a:rPr lang="en-GB" sz="2000" dirty="0" err="1"/>
              <a:t>dari</a:t>
            </a:r>
            <a:r>
              <a:rPr lang="en-GB" sz="2000" dirty="0"/>
              <a:t> </a:t>
            </a:r>
            <a:r>
              <a:rPr lang="en-GB" sz="2000" dirty="0" err="1"/>
              <a:t>ekson</a:t>
            </a:r>
            <a:r>
              <a:rPr lang="en-GB" sz="2000" dirty="0"/>
              <a:t> dan intro pada </a:t>
            </a:r>
            <a:r>
              <a:rPr lang="en-GB" sz="2000" dirty="0" err="1"/>
              <a:t>titik</a:t>
            </a:r>
            <a:r>
              <a:rPr lang="en-GB" sz="2000" dirty="0"/>
              <a:t> </a:t>
            </a:r>
            <a:r>
              <a:rPr lang="en-GB" sz="2000" dirty="0" err="1"/>
              <a:t>tertentu</a:t>
            </a:r>
            <a:r>
              <a:rPr lang="en-GB" sz="2000" dirty="0"/>
              <a:t> (</a:t>
            </a:r>
            <a:r>
              <a:rPr lang="en-GB" sz="2000" dirty="0" err="1"/>
              <a:t>Albaradei</a:t>
            </a:r>
            <a:r>
              <a:rPr lang="en-GB" sz="2000" dirty="0"/>
              <a:t> et. al., 2020; Wang et. al., 2019) → Data </a:t>
            </a:r>
            <a:r>
              <a:rPr lang="en-GB" sz="2000" dirty="0" err="1"/>
              <a:t>olahan</a:t>
            </a:r>
            <a:endParaRPr lang="en-GB" sz="20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AcSS</a:t>
            </a:r>
            <a:r>
              <a:rPr lang="en-GB" sz="2000" dirty="0"/>
              <a:t>: </a:t>
            </a:r>
            <a:r>
              <a:rPr lang="en-GB" sz="2000" dirty="0">
                <a:highlight>
                  <a:srgbClr val="00FFFF"/>
                </a:highlight>
              </a:rPr>
              <a:t>Intron</a:t>
            </a:r>
            <a:r>
              <a:rPr lang="en-GB" sz="2000" dirty="0"/>
              <a:t> </a:t>
            </a:r>
            <a:r>
              <a:rPr lang="en-GB" sz="2000" dirty="0">
                <a:highlight>
                  <a:srgbClr val="FF0000"/>
                </a:highlight>
              </a:rPr>
              <a:t>SS</a:t>
            </a:r>
            <a:r>
              <a:rPr lang="en-GB" sz="2000" dirty="0"/>
              <a:t> </a:t>
            </a:r>
            <a:r>
              <a:rPr lang="en-GB" sz="2000" dirty="0" err="1">
                <a:highlight>
                  <a:srgbClr val="00FF00"/>
                </a:highlight>
              </a:rPr>
              <a:t>Ekson</a:t>
            </a:r>
            <a:endParaRPr lang="en-GB" sz="2000" dirty="0">
              <a:highlight>
                <a:srgbClr val="00FF0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DoSS</a:t>
            </a:r>
            <a:r>
              <a:rPr lang="en-GB" sz="2000" dirty="0"/>
              <a:t>: </a:t>
            </a:r>
            <a:r>
              <a:rPr lang="en-GB" sz="2000" dirty="0" err="1">
                <a:highlight>
                  <a:srgbClr val="00FF00"/>
                </a:highlight>
              </a:rPr>
              <a:t>Ekson</a:t>
            </a:r>
            <a:r>
              <a:rPr lang="en-GB" sz="2000" dirty="0"/>
              <a:t> </a:t>
            </a:r>
            <a:r>
              <a:rPr lang="en-GB" sz="2000" dirty="0">
                <a:highlight>
                  <a:srgbClr val="FF0000"/>
                </a:highlight>
              </a:rPr>
              <a:t>SS</a:t>
            </a:r>
            <a:r>
              <a:rPr lang="en-GB" sz="2000" dirty="0"/>
              <a:t> </a:t>
            </a:r>
            <a:r>
              <a:rPr lang="en-GB" sz="2000" dirty="0">
                <a:highlight>
                  <a:srgbClr val="00FFFF"/>
                </a:highlight>
              </a:rPr>
              <a:t>Intron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Melakukan</a:t>
            </a:r>
            <a:r>
              <a:rPr lang="en-GB" sz="2000" dirty="0"/>
              <a:t> </a:t>
            </a:r>
            <a:r>
              <a:rPr lang="en-GB" sz="2000" dirty="0" err="1"/>
              <a:t>keberadaan</a:t>
            </a:r>
            <a:r>
              <a:rPr lang="en-GB" sz="2000" dirty="0"/>
              <a:t> </a:t>
            </a:r>
            <a:r>
              <a:rPr lang="en-GB" sz="2000" dirty="0" err="1"/>
              <a:t>titik</a:t>
            </a:r>
            <a:r>
              <a:rPr lang="en-GB" sz="2000" dirty="0"/>
              <a:t> </a:t>
            </a:r>
            <a:r>
              <a:rPr lang="en-GB" sz="2000" dirty="0" err="1"/>
              <a:t>potong</a:t>
            </a:r>
            <a:r>
              <a:rPr lang="en-GB" sz="2000" dirty="0"/>
              <a:t> pada </a:t>
            </a:r>
            <a:r>
              <a:rPr lang="en-GB" sz="2000" dirty="0" err="1"/>
              <a:t>sekuens</a:t>
            </a:r>
            <a:r>
              <a:rPr lang="en-GB" sz="2000" dirty="0"/>
              <a:t> dan </a:t>
            </a:r>
            <a:r>
              <a:rPr lang="en-GB" sz="2000" dirty="0" err="1"/>
              <a:t>melakukan</a:t>
            </a:r>
            <a:r>
              <a:rPr lang="en-GB" sz="2000" dirty="0"/>
              <a:t> </a:t>
            </a:r>
            <a:r>
              <a:rPr lang="en-GB" sz="2000" i="1" dirty="0"/>
              <a:t>sequential</a:t>
            </a:r>
            <a:r>
              <a:rPr lang="en-GB" sz="2000" dirty="0"/>
              <a:t> </a:t>
            </a:r>
            <a:r>
              <a:rPr lang="en-GB" sz="2000" i="1" dirty="0"/>
              <a:t>labelling</a:t>
            </a:r>
            <a:r>
              <a:rPr lang="en-GB" sz="2000" dirty="0"/>
              <a:t> pada </a:t>
            </a:r>
            <a:r>
              <a:rPr lang="en-GB" sz="2000" dirty="0" err="1"/>
              <a:t>sebuah</a:t>
            </a:r>
            <a:r>
              <a:rPr lang="en-GB" sz="2000" dirty="0"/>
              <a:t> </a:t>
            </a:r>
            <a:r>
              <a:rPr lang="en-GB" sz="2000" dirty="0" err="1"/>
              <a:t>sekuens</a:t>
            </a:r>
            <a:r>
              <a:rPr lang="en-GB" sz="2000" dirty="0"/>
              <a:t> </a:t>
            </a:r>
            <a:r>
              <a:rPr lang="en-GB" sz="2000" dirty="0" err="1"/>
              <a:t>utuh</a:t>
            </a:r>
            <a:r>
              <a:rPr lang="en-GB" sz="2000" dirty="0"/>
              <a:t> (FGENESH: </a:t>
            </a:r>
            <a:r>
              <a:rPr lang="en-GB" sz="2000" dirty="0" err="1"/>
              <a:t>Solovyev</a:t>
            </a:r>
            <a:r>
              <a:rPr lang="en-GB" sz="2000" dirty="0"/>
              <a:t> et. al., 2006) → Data primer, Model </a:t>
            </a:r>
            <a:r>
              <a:rPr lang="en-GB" sz="2000" dirty="0" err="1"/>
              <a:t>spesifik</a:t>
            </a:r>
            <a:r>
              <a:rPr lang="en-GB" sz="2000" dirty="0"/>
              <a:t> </a:t>
            </a:r>
            <a:r>
              <a:rPr lang="en-GB" sz="2000" dirty="0" err="1"/>
              <a:t>spesies</a:t>
            </a:r>
            <a:endParaRPr lang="en-US" sz="200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4129ADE-9894-4A55-91CD-56BAF64D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716C00-0B9B-485C-AC34-8C06447D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Proposal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3C0739-DD3B-4F18-A986-C5A912E0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04DD29-150D-4B95-9F61-BE56E2286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160" y="4790758"/>
            <a:ext cx="8372475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38FAC8F-57F4-4CB0-B834-E7B066B65445}"/>
              </a:ext>
            </a:extLst>
          </p:cNvPr>
          <p:cNvSpPr/>
          <p:nvPr/>
        </p:nvSpPr>
        <p:spPr>
          <a:xfrm>
            <a:off x="3002279" y="5322728"/>
            <a:ext cx="6979921" cy="925193"/>
          </a:xfrm>
          <a:custGeom>
            <a:avLst/>
            <a:gdLst>
              <a:gd name="connsiteX0" fmla="*/ 0 w 6979921"/>
              <a:gd name="connsiteY0" fmla="*/ 0 h 925193"/>
              <a:gd name="connsiteX1" fmla="*/ 372262 w 6979921"/>
              <a:gd name="connsiteY1" fmla="*/ 0 h 925193"/>
              <a:gd name="connsiteX2" fmla="*/ 884123 w 6979921"/>
              <a:gd name="connsiteY2" fmla="*/ 0 h 925193"/>
              <a:gd name="connsiteX3" fmla="*/ 1256386 w 6979921"/>
              <a:gd name="connsiteY3" fmla="*/ 0 h 925193"/>
              <a:gd name="connsiteX4" fmla="*/ 1977644 w 6979921"/>
              <a:gd name="connsiteY4" fmla="*/ 0 h 925193"/>
              <a:gd name="connsiteX5" fmla="*/ 2629104 w 6979921"/>
              <a:gd name="connsiteY5" fmla="*/ 0 h 925193"/>
              <a:gd name="connsiteX6" fmla="*/ 3210764 w 6979921"/>
              <a:gd name="connsiteY6" fmla="*/ 0 h 925193"/>
              <a:gd name="connsiteX7" fmla="*/ 3652825 w 6979921"/>
              <a:gd name="connsiteY7" fmla="*/ 0 h 925193"/>
              <a:gd name="connsiteX8" fmla="*/ 4234485 w 6979921"/>
              <a:gd name="connsiteY8" fmla="*/ 0 h 925193"/>
              <a:gd name="connsiteX9" fmla="*/ 4885945 w 6979921"/>
              <a:gd name="connsiteY9" fmla="*/ 0 h 925193"/>
              <a:gd name="connsiteX10" fmla="*/ 5537404 w 6979921"/>
              <a:gd name="connsiteY10" fmla="*/ 0 h 925193"/>
              <a:gd name="connsiteX11" fmla="*/ 6049265 w 6979921"/>
              <a:gd name="connsiteY11" fmla="*/ 0 h 925193"/>
              <a:gd name="connsiteX12" fmla="*/ 6421527 w 6979921"/>
              <a:gd name="connsiteY12" fmla="*/ 0 h 925193"/>
              <a:gd name="connsiteX13" fmla="*/ 6979921 w 6979921"/>
              <a:gd name="connsiteY13" fmla="*/ 0 h 925193"/>
              <a:gd name="connsiteX14" fmla="*/ 6979921 w 6979921"/>
              <a:gd name="connsiteY14" fmla="*/ 434841 h 925193"/>
              <a:gd name="connsiteX15" fmla="*/ 6979921 w 6979921"/>
              <a:gd name="connsiteY15" fmla="*/ 925193 h 925193"/>
              <a:gd name="connsiteX16" fmla="*/ 6258662 w 6979921"/>
              <a:gd name="connsiteY16" fmla="*/ 925193 h 925193"/>
              <a:gd name="connsiteX17" fmla="*/ 5746802 w 6979921"/>
              <a:gd name="connsiteY17" fmla="*/ 925193 h 925193"/>
              <a:gd name="connsiteX18" fmla="*/ 5374539 w 6979921"/>
              <a:gd name="connsiteY18" fmla="*/ 925193 h 925193"/>
              <a:gd name="connsiteX19" fmla="*/ 4653281 w 6979921"/>
              <a:gd name="connsiteY19" fmla="*/ 925193 h 925193"/>
              <a:gd name="connsiteX20" fmla="*/ 3932022 w 6979921"/>
              <a:gd name="connsiteY20" fmla="*/ 925193 h 925193"/>
              <a:gd name="connsiteX21" fmla="*/ 3559760 w 6979921"/>
              <a:gd name="connsiteY21" fmla="*/ 925193 h 925193"/>
              <a:gd name="connsiteX22" fmla="*/ 3187497 w 6979921"/>
              <a:gd name="connsiteY22" fmla="*/ 925193 h 925193"/>
              <a:gd name="connsiteX23" fmla="*/ 2815235 w 6979921"/>
              <a:gd name="connsiteY23" fmla="*/ 925193 h 925193"/>
              <a:gd name="connsiteX24" fmla="*/ 2163776 w 6979921"/>
              <a:gd name="connsiteY24" fmla="*/ 925193 h 925193"/>
              <a:gd name="connsiteX25" fmla="*/ 1442517 w 6979921"/>
              <a:gd name="connsiteY25" fmla="*/ 925193 h 925193"/>
              <a:gd name="connsiteX26" fmla="*/ 791058 w 6979921"/>
              <a:gd name="connsiteY26" fmla="*/ 925193 h 925193"/>
              <a:gd name="connsiteX27" fmla="*/ 0 w 6979921"/>
              <a:gd name="connsiteY27" fmla="*/ 925193 h 925193"/>
              <a:gd name="connsiteX28" fmla="*/ 0 w 6979921"/>
              <a:gd name="connsiteY28" fmla="*/ 490352 h 925193"/>
              <a:gd name="connsiteX29" fmla="*/ 0 w 6979921"/>
              <a:gd name="connsiteY29" fmla="*/ 0 h 925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979921" h="925193" extrusionOk="0">
                <a:moveTo>
                  <a:pt x="0" y="0"/>
                </a:moveTo>
                <a:cubicBezTo>
                  <a:pt x="178744" y="-42872"/>
                  <a:pt x="291209" y="15704"/>
                  <a:pt x="372262" y="0"/>
                </a:cubicBezTo>
                <a:cubicBezTo>
                  <a:pt x="453315" y="-15704"/>
                  <a:pt x="661047" y="6941"/>
                  <a:pt x="884123" y="0"/>
                </a:cubicBezTo>
                <a:cubicBezTo>
                  <a:pt x="1107199" y="-6941"/>
                  <a:pt x="1107637" y="23015"/>
                  <a:pt x="1256386" y="0"/>
                </a:cubicBezTo>
                <a:cubicBezTo>
                  <a:pt x="1405135" y="-23015"/>
                  <a:pt x="1620020" y="6846"/>
                  <a:pt x="1977644" y="0"/>
                </a:cubicBezTo>
                <a:cubicBezTo>
                  <a:pt x="2335268" y="-6846"/>
                  <a:pt x="2475143" y="60537"/>
                  <a:pt x="2629104" y="0"/>
                </a:cubicBezTo>
                <a:cubicBezTo>
                  <a:pt x="2783065" y="-60537"/>
                  <a:pt x="2989730" y="50849"/>
                  <a:pt x="3210764" y="0"/>
                </a:cubicBezTo>
                <a:cubicBezTo>
                  <a:pt x="3431798" y="-50849"/>
                  <a:pt x="3542571" y="50018"/>
                  <a:pt x="3652825" y="0"/>
                </a:cubicBezTo>
                <a:cubicBezTo>
                  <a:pt x="3763079" y="-50018"/>
                  <a:pt x="3996318" y="43651"/>
                  <a:pt x="4234485" y="0"/>
                </a:cubicBezTo>
                <a:cubicBezTo>
                  <a:pt x="4472652" y="-43651"/>
                  <a:pt x="4641846" y="68665"/>
                  <a:pt x="4885945" y="0"/>
                </a:cubicBezTo>
                <a:cubicBezTo>
                  <a:pt x="5130044" y="-68665"/>
                  <a:pt x="5352194" y="25148"/>
                  <a:pt x="5537404" y="0"/>
                </a:cubicBezTo>
                <a:cubicBezTo>
                  <a:pt x="5722614" y="-25148"/>
                  <a:pt x="5943987" y="35178"/>
                  <a:pt x="6049265" y="0"/>
                </a:cubicBezTo>
                <a:cubicBezTo>
                  <a:pt x="6154543" y="-35178"/>
                  <a:pt x="6329877" y="9568"/>
                  <a:pt x="6421527" y="0"/>
                </a:cubicBezTo>
                <a:cubicBezTo>
                  <a:pt x="6513177" y="-9568"/>
                  <a:pt x="6763609" y="49262"/>
                  <a:pt x="6979921" y="0"/>
                </a:cubicBezTo>
                <a:cubicBezTo>
                  <a:pt x="7030252" y="99924"/>
                  <a:pt x="6958852" y="336256"/>
                  <a:pt x="6979921" y="434841"/>
                </a:cubicBezTo>
                <a:cubicBezTo>
                  <a:pt x="7000990" y="533426"/>
                  <a:pt x="6962870" y="702868"/>
                  <a:pt x="6979921" y="925193"/>
                </a:cubicBezTo>
                <a:cubicBezTo>
                  <a:pt x="6723525" y="936776"/>
                  <a:pt x="6601877" y="892656"/>
                  <a:pt x="6258662" y="925193"/>
                </a:cubicBezTo>
                <a:cubicBezTo>
                  <a:pt x="5915447" y="957730"/>
                  <a:pt x="5888263" y="865724"/>
                  <a:pt x="5746802" y="925193"/>
                </a:cubicBezTo>
                <a:cubicBezTo>
                  <a:pt x="5605341" y="984662"/>
                  <a:pt x="5556592" y="906931"/>
                  <a:pt x="5374539" y="925193"/>
                </a:cubicBezTo>
                <a:cubicBezTo>
                  <a:pt x="5192486" y="943455"/>
                  <a:pt x="4818076" y="860276"/>
                  <a:pt x="4653281" y="925193"/>
                </a:cubicBezTo>
                <a:cubicBezTo>
                  <a:pt x="4488486" y="990110"/>
                  <a:pt x="4209352" y="919517"/>
                  <a:pt x="3932022" y="925193"/>
                </a:cubicBezTo>
                <a:cubicBezTo>
                  <a:pt x="3654692" y="930869"/>
                  <a:pt x="3670028" y="894403"/>
                  <a:pt x="3559760" y="925193"/>
                </a:cubicBezTo>
                <a:cubicBezTo>
                  <a:pt x="3449492" y="955983"/>
                  <a:pt x="3362104" y="915132"/>
                  <a:pt x="3187497" y="925193"/>
                </a:cubicBezTo>
                <a:cubicBezTo>
                  <a:pt x="3012890" y="935254"/>
                  <a:pt x="2932532" y="917819"/>
                  <a:pt x="2815235" y="925193"/>
                </a:cubicBezTo>
                <a:cubicBezTo>
                  <a:pt x="2697938" y="932567"/>
                  <a:pt x="2305020" y="857499"/>
                  <a:pt x="2163776" y="925193"/>
                </a:cubicBezTo>
                <a:cubicBezTo>
                  <a:pt x="2022532" y="992887"/>
                  <a:pt x="1691084" y="841947"/>
                  <a:pt x="1442517" y="925193"/>
                </a:cubicBezTo>
                <a:cubicBezTo>
                  <a:pt x="1193950" y="1008439"/>
                  <a:pt x="1093590" y="848046"/>
                  <a:pt x="791058" y="925193"/>
                </a:cubicBezTo>
                <a:cubicBezTo>
                  <a:pt x="488526" y="1002340"/>
                  <a:pt x="279408" y="837619"/>
                  <a:pt x="0" y="925193"/>
                </a:cubicBezTo>
                <a:cubicBezTo>
                  <a:pt x="-15664" y="810582"/>
                  <a:pt x="46531" y="665494"/>
                  <a:pt x="0" y="490352"/>
                </a:cubicBezTo>
                <a:cubicBezTo>
                  <a:pt x="-46531" y="315210"/>
                  <a:pt x="48796" y="187138"/>
                  <a:pt x="0" y="0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347521597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20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B681-2386-422B-AA5E-42BE860F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609917"/>
            <a:ext cx="8421688" cy="1325563"/>
          </a:xfrm>
        </p:spPr>
        <p:txBody>
          <a:bodyPr/>
          <a:lstStyle/>
          <a:p>
            <a:r>
              <a:rPr lang="en-GB" dirty="0" err="1"/>
              <a:t>Masalah</a:t>
            </a:r>
            <a:r>
              <a:rPr lang="en-GB" dirty="0"/>
              <a:t> </a:t>
            </a:r>
            <a:r>
              <a:rPr lang="en-GB" dirty="0" err="1"/>
              <a:t>Prediksi</a:t>
            </a:r>
            <a:r>
              <a:rPr lang="en-GB" dirty="0"/>
              <a:t> SPLICE SITES (SS)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EC0681-39BB-4076-A7EE-B91B5BFFE60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8200" y="1935480"/>
            <a:ext cx="10515599" cy="389699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Menentukan</a:t>
            </a:r>
            <a:r>
              <a:rPr lang="en-GB" sz="2000" dirty="0"/>
              <a:t> </a:t>
            </a:r>
            <a:r>
              <a:rPr lang="en-GB" sz="2000" dirty="0" err="1"/>
              <a:t>apakah</a:t>
            </a:r>
            <a:r>
              <a:rPr lang="en-GB" sz="2000" dirty="0"/>
              <a:t> </a:t>
            </a:r>
            <a:r>
              <a:rPr lang="en-GB" sz="2000" dirty="0" err="1"/>
              <a:t>sebuah</a:t>
            </a:r>
            <a:r>
              <a:rPr lang="en-GB" sz="2000" dirty="0"/>
              <a:t> </a:t>
            </a:r>
            <a:r>
              <a:rPr lang="en-GB" sz="2000" dirty="0" err="1"/>
              <a:t>sekuens</a:t>
            </a:r>
            <a:r>
              <a:rPr lang="en-GB" sz="2000" dirty="0"/>
              <a:t> </a:t>
            </a:r>
            <a:r>
              <a:rPr lang="en-GB" sz="2000" dirty="0" err="1"/>
              <a:t>dapat</a:t>
            </a:r>
            <a:r>
              <a:rPr lang="en-GB" sz="2000" dirty="0"/>
              <a:t> </a:t>
            </a:r>
            <a:r>
              <a:rPr lang="en-GB" sz="2000" dirty="0" err="1"/>
              <a:t>dipisahkan</a:t>
            </a:r>
            <a:r>
              <a:rPr lang="en-GB" sz="2000" dirty="0"/>
              <a:t> </a:t>
            </a:r>
            <a:r>
              <a:rPr lang="en-GB" sz="2000" dirty="0" err="1"/>
              <a:t>menjadi</a:t>
            </a:r>
            <a:r>
              <a:rPr lang="en-GB" sz="2000" dirty="0"/>
              <a:t> </a:t>
            </a:r>
            <a:r>
              <a:rPr lang="en-GB" sz="2000" dirty="0" err="1"/>
              <a:t>dua</a:t>
            </a:r>
            <a:r>
              <a:rPr lang="en-GB" sz="2000" dirty="0"/>
              <a:t> </a:t>
            </a:r>
            <a:r>
              <a:rPr lang="en-GB" sz="2000" dirty="0" err="1"/>
              <a:t>bagian</a:t>
            </a:r>
            <a:r>
              <a:rPr lang="en-GB" sz="2000" dirty="0"/>
              <a:t> yang </a:t>
            </a:r>
            <a:r>
              <a:rPr lang="en-GB" sz="2000" dirty="0" err="1"/>
              <a:t>terdiri</a:t>
            </a:r>
            <a:r>
              <a:rPr lang="en-GB" sz="2000" dirty="0"/>
              <a:t> </a:t>
            </a:r>
            <a:r>
              <a:rPr lang="en-GB" sz="2000" dirty="0" err="1"/>
              <a:t>dari</a:t>
            </a:r>
            <a:r>
              <a:rPr lang="en-GB" sz="2000" dirty="0"/>
              <a:t> </a:t>
            </a:r>
            <a:r>
              <a:rPr lang="en-GB" sz="2000" dirty="0" err="1"/>
              <a:t>ekson</a:t>
            </a:r>
            <a:r>
              <a:rPr lang="en-GB" sz="2000" dirty="0"/>
              <a:t> dan intro pada </a:t>
            </a:r>
            <a:r>
              <a:rPr lang="en-GB" sz="2000" dirty="0" err="1"/>
              <a:t>titik</a:t>
            </a:r>
            <a:r>
              <a:rPr lang="en-GB" sz="2000" dirty="0"/>
              <a:t> </a:t>
            </a:r>
            <a:r>
              <a:rPr lang="en-GB" sz="2000" dirty="0" err="1"/>
              <a:t>tertentu</a:t>
            </a:r>
            <a:r>
              <a:rPr lang="en-GB" sz="2000" dirty="0"/>
              <a:t> (</a:t>
            </a:r>
            <a:r>
              <a:rPr lang="en-GB" sz="2000" dirty="0" err="1"/>
              <a:t>Albaradei</a:t>
            </a:r>
            <a:r>
              <a:rPr lang="en-GB" sz="2000" dirty="0"/>
              <a:t> et. al., 2020; Wang et. al., 2019) → Data </a:t>
            </a:r>
            <a:r>
              <a:rPr lang="en-GB" sz="2000" dirty="0" err="1"/>
              <a:t>olahan</a:t>
            </a:r>
            <a:endParaRPr lang="en-GB" sz="20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AcSS</a:t>
            </a:r>
            <a:r>
              <a:rPr lang="en-GB" sz="2000" dirty="0"/>
              <a:t>: </a:t>
            </a:r>
            <a:r>
              <a:rPr lang="en-GB" sz="2000" dirty="0">
                <a:highlight>
                  <a:srgbClr val="00FFFF"/>
                </a:highlight>
              </a:rPr>
              <a:t>Intron</a:t>
            </a:r>
            <a:r>
              <a:rPr lang="en-GB" sz="2000" dirty="0"/>
              <a:t> </a:t>
            </a:r>
            <a:r>
              <a:rPr lang="en-GB" sz="2000" dirty="0">
                <a:highlight>
                  <a:srgbClr val="FF0000"/>
                </a:highlight>
              </a:rPr>
              <a:t>SS</a:t>
            </a:r>
            <a:r>
              <a:rPr lang="en-GB" sz="2000" dirty="0"/>
              <a:t> </a:t>
            </a:r>
            <a:r>
              <a:rPr lang="en-GB" sz="2000" dirty="0" err="1">
                <a:highlight>
                  <a:srgbClr val="00FF00"/>
                </a:highlight>
              </a:rPr>
              <a:t>Ekson</a:t>
            </a:r>
            <a:endParaRPr lang="en-GB" sz="2000" dirty="0">
              <a:highlight>
                <a:srgbClr val="00FF0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DoSS</a:t>
            </a:r>
            <a:r>
              <a:rPr lang="en-GB" sz="2000" dirty="0"/>
              <a:t>: </a:t>
            </a:r>
            <a:r>
              <a:rPr lang="en-GB" sz="2000" dirty="0" err="1">
                <a:highlight>
                  <a:srgbClr val="00FF00"/>
                </a:highlight>
              </a:rPr>
              <a:t>Ekson</a:t>
            </a:r>
            <a:r>
              <a:rPr lang="en-GB" sz="2000" dirty="0"/>
              <a:t> </a:t>
            </a:r>
            <a:r>
              <a:rPr lang="en-GB" sz="2000" dirty="0">
                <a:highlight>
                  <a:srgbClr val="FF0000"/>
                </a:highlight>
              </a:rPr>
              <a:t>SS</a:t>
            </a:r>
            <a:r>
              <a:rPr lang="en-GB" sz="2000" dirty="0"/>
              <a:t> </a:t>
            </a:r>
            <a:r>
              <a:rPr lang="en-GB" sz="2000" dirty="0">
                <a:highlight>
                  <a:srgbClr val="00FFFF"/>
                </a:highlight>
              </a:rPr>
              <a:t>Intron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Melakukan</a:t>
            </a:r>
            <a:r>
              <a:rPr lang="en-GB" sz="2000" dirty="0"/>
              <a:t> </a:t>
            </a:r>
            <a:r>
              <a:rPr lang="en-GB" sz="2000" dirty="0" err="1"/>
              <a:t>keberadaan</a:t>
            </a:r>
            <a:r>
              <a:rPr lang="en-GB" sz="2000" dirty="0"/>
              <a:t> </a:t>
            </a:r>
            <a:r>
              <a:rPr lang="en-GB" sz="2000" dirty="0" err="1"/>
              <a:t>titik</a:t>
            </a:r>
            <a:r>
              <a:rPr lang="en-GB" sz="2000" dirty="0"/>
              <a:t> </a:t>
            </a:r>
            <a:r>
              <a:rPr lang="en-GB" sz="2000" dirty="0" err="1"/>
              <a:t>potong</a:t>
            </a:r>
            <a:r>
              <a:rPr lang="en-GB" sz="2000" dirty="0"/>
              <a:t> pada </a:t>
            </a:r>
            <a:r>
              <a:rPr lang="en-GB" sz="2000" dirty="0" err="1"/>
              <a:t>sekuens</a:t>
            </a:r>
            <a:r>
              <a:rPr lang="en-GB" sz="2000" dirty="0"/>
              <a:t> dan </a:t>
            </a:r>
            <a:r>
              <a:rPr lang="en-GB" sz="2000" dirty="0" err="1"/>
              <a:t>melakukan</a:t>
            </a:r>
            <a:r>
              <a:rPr lang="en-GB" sz="2000" dirty="0"/>
              <a:t> </a:t>
            </a:r>
            <a:r>
              <a:rPr lang="en-GB" sz="2000" i="1" dirty="0"/>
              <a:t>sequential</a:t>
            </a:r>
            <a:r>
              <a:rPr lang="en-GB" sz="2000" dirty="0"/>
              <a:t> </a:t>
            </a:r>
            <a:r>
              <a:rPr lang="en-GB" sz="2000" i="1" dirty="0"/>
              <a:t>labelling</a:t>
            </a:r>
            <a:r>
              <a:rPr lang="en-GB" sz="2000" dirty="0"/>
              <a:t> pada </a:t>
            </a:r>
            <a:r>
              <a:rPr lang="en-GB" sz="2000" dirty="0" err="1"/>
              <a:t>sebuah</a:t>
            </a:r>
            <a:r>
              <a:rPr lang="en-GB" sz="2000" dirty="0"/>
              <a:t> </a:t>
            </a:r>
            <a:r>
              <a:rPr lang="en-GB" sz="2000" dirty="0" err="1"/>
              <a:t>sekuens</a:t>
            </a:r>
            <a:r>
              <a:rPr lang="en-GB" sz="2000" dirty="0"/>
              <a:t> </a:t>
            </a:r>
            <a:r>
              <a:rPr lang="en-GB" sz="2000" dirty="0" err="1"/>
              <a:t>utuh</a:t>
            </a:r>
            <a:r>
              <a:rPr lang="en-GB" sz="2000" dirty="0"/>
              <a:t> (FGENESH: </a:t>
            </a:r>
            <a:r>
              <a:rPr lang="en-GB" sz="2000" dirty="0" err="1"/>
              <a:t>Solovyev</a:t>
            </a:r>
            <a:r>
              <a:rPr lang="en-GB" sz="2000" dirty="0"/>
              <a:t> et. al., 2006) → Data primer, Model </a:t>
            </a:r>
            <a:r>
              <a:rPr lang="en-GB" sz="2000" dirty="0" err="1"/>
              <a:t>spesifik</a:t>
            </a:r>
            <a:r>
              <a:rPr lang="en-GB" sz="2000" dirty="0"/>
              <a:t> </a:t>
            </a:r>
            <a:r>
              <a:rPr lang="en-GB" sz="2000" dirty="0" err="1"/>
              <a:t>spesies</a:t>
            </a:r>
            <a:endParaRPr lang="en-US" sz="200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4129ADE-9894-4A55-91CD-56BAF64D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716C00-0B9B-485C-AC34-8C06447D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Seminar Proposal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3C0739-DD3B-4F18-A986-C5A912E0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04DD29-150D-4B95-9F61-BE56E2286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160" y="4790758"/>
            <a:ext cx="8372475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38FAC8F-57F4-4CB0-B834-E7B066B65445}"/>
              </a:ext>
            </a:extLst>
          </p:cNvPr>
          <p:cNvSpPr/>
          <p:nvPr/>
        </p:nvSpPr>
        <p:spPr>
          <a:xfrm>
            <a:off x="670560" y="3688080"/>
            <a:ext cx="10866119" cy="2559841"/>
          </a:xfrm>
          <a:custGeom>
            <a:avLst/>
            <a:gdLst>
              <a:gd name="connsiteX0" fmla="*/ 0 w 10866119"/>
              <a:gd name="connsiteY0" fmla="*/ 0 h 2559841"/>
              <a:gd name="connsiteX1" fmla="*/ 245917 w 10866119"/>
              <a:gd name="connsiteY1" fmla="*/ 0 h 2559841"/>
              <a:gd name="connsiteX2" fmla="*/ 709157 w 10866119"/>
              <a:gd name="connsiteY2" fmla="*/ 0 h 2559841"/>
              <a:gd name="connsiteX3" fmla="*/ 955075 w 10866119"/>
              <a:gd name="connsiteY3" fmla="*/ 0 h 2559841"/>
              <a:gd name="connsiteX4" fmla="*/ 1744298 w 10866119"/>
              <a:gd name="connsiteY4" fmla="*/ 0 h 2559841"/>
              <a:gd name="connsiteX5" fmla="*/ 2424860 w 10866119"/>
              <a:gd name="connsiteY5" fmla="*/ 0 h 2559841"/>
              <a:gd name="connsiteX6" fmla="*/ 2996761 w 10866119"/>
              <a:gd name="connsiteY6" fmla="*/ 0 h 2559841"/>
              <a:gd name="connsiteX7" fmla="*/ 3351340 w 10866119"/>
              <a:gd name="connsiteY7" fmla="*/ 0 h 2559841"/>
              <a:gd name="connsiteX8" fmla="*/ 3923241 w 10866119"/>
              <a:gd name="connsiteY8" fmla="*/ 0 h 2559841"/>
              <a:gd name="connsiteX9" fmla="*/ 4603803 w 10866119"/>
              <a:gd name="connsiteY9" fmla="*/ 0 h 2559841"/>
              <a:gd name="connsiteX10" fmla="*/ 5284365 w 10866119"/>
              <a:gd name="connsiteY10" fmla="*/ 0 h 2559841"/>
              <a:gd name="connsiteX11" fmla="*/ 5747605 w 10866119"/>
              <a:gd name="connsiteY11" fmla="*/ 0 h 2559841"/>
              <a:gd name="connsiteX12" fmla="*/ 5993522 w 10866119"/>
              <a:gd name="connsiteY12" fmla="*/ 0 h 2559841"/>
              <a:gd name="connsiteX13" fmla="*/ 6565423 w 10866119"/>
              <a:gd name="connsiteY13" fmla="*/ 0 h 2559841"/>
              <a:gd name="connsiteX14" fmla="*/ 6811341 w 10866119"/>
              <a:gd name="connsiteY14" fmla="*/ 0 h 2559841"/>
              <a:gd name="connsiteX15" fmla="*/ 7491903 w 10866119"/>
              <a:gd name="connsiteY15" fmla="*/ 0 h 2559841"/>
              <a:gd name="connsiteX16" fmla="*/ 7737821 w 10866119"/>
              <a:gd name="connsiteY16" fmla="*/ 0 h 2559841"/>
              <a:gd name="connsiteX17" fmla="*/ 8418383 w 10866119"/>
              <a:gd name="connsiteY17" fmla="*/ 0 h 2559841"/>
              <a:gd name="connsiteX18" fmla="*/ 9098945 w 10866119"/>
              <a:gd name="connsiteY18" fmla="*/ 0 h 2559841"/>
              <a:gd name="connsiteX19" fmla="*/ 9888168 w 10866119"/>
              <a:gd name="connsiteY19" fmla="*/ 0 h 2559841"/>
              <a:gd name="connsiteX20" fmla="*/ 10351408 w 10866119"/>
              <a:gd name="connsiteY20" fmla="*/ 0 h 2559841"/>
              <a:gd name="connsiteX21" fmla="*/ 10866119 w 10866119"/>
              <a:gd name="connsiteY21" fmla="*/ 0 h 2559841"/>
              <a:gd name="connsiteX22" fmla="*/ 10866119 w 10866119"/>
              <a:gd name="connsiteY22" fmla="*/ 537567 h 2559841"/>
              <a:gd name="connsiteX23" fmla="*/ 10866119 w 10866119"/>
              <a:gd name="connsiteY23" fmla="*/ 1049535 h 2559841"/>
              <a:gd name="connsiteX24" fmla="*/ 10866119 w 10866119"/>
              <a:gd name="connsiteY24" fmla="*/ 1561503 h 2559841"/>
              <a:gd name="connsiteX25" fmla="*/ 10866119 w 10866119"/>
              <a:gd name="connsiteY25" fmla="*/ 2559841 h 2559841"/>
              <a:gd name="connsiteX26" fmla="*/ 10511540 w 10866119"/>
              <a:gd name="connsiteY26" fmla="*/ 2559841 h 2559841"/>
              <a:gd name="connsiteX27" fmla="*/ 10265623 w 10866119"/>
              <a:gd name="connsiteY27" fmla="*/ 2559841 h 2559841"/>
              <a:gd name="connsiteX28" fmla="*/ 10019706 w 10866119"/>
              <a:gd name="connsiteY28" fmla="*/ 2559841 h 2559841"/>
              <a:gd name="connsiteX29" fmla="*/ 9665127 w 10866119"/>
              <a:gd name="connsiteY29" fmla="*/ 2559841 h 2559841"/>
              <a:gd name="connsiteX30" fmla="*/ 9093226 w 10866119"/>
              <a:gd name="connsiteY30" fmla="*/ 2559841 h 2559841"/>
              <a:gd name="connsiteX31" fmla="*/ 8304003 w 10866119"/>
              <a:gd name="connsiteY31" fmla="*/ 2559841 h 2559841"/>
              <a:gd name="connsiteX32" fmla="*/ 7623440 w 10866119"/>
              <a:gd name="connsiteY32" fmla="*/ 2559841 h 2559841"/>
              <a:gd name="connsiteX33" fmla="*/ 6834217 w 10866119"/>
              <a:gd name="connsiteY33" fmla="*/ 2559841 h 2559841"/>
              <a:gd name="connsiteX34" fmla="*/ 6262316 w 10866119"/>
              <a:gd name="connsiteY34" fmla="*/ 2559841 h 2559841"/>
              <a:gd name="connsiteX35" fmla="*/ 5799076 w 10866119"/>
              <a:gd name="connsiteY35" fmla="*/ 2559841 h 2559841"/>
              <a:gd name="connsiteX36" fmla="*/ 5335836 w 10866119"/>
              <a:gd name="connsiteY36" fmla="*/ 2559841 h 2559841"/>
              <a:gd name="connsiteX37" fmla="*/ 4763935 w 10866119"/>
              <a:gd name="connsiteY37" fmla="*/ 2559841 h 2559841"/>
              <a:gd name="connsiteX38" fmla="*/ 4083373 w 10866119"/>
              <a:gd name="connsiteY38" fmla="*/ 2559841 h 2559841"/>
              <a:gd name="connsiteX39" fmla="*/ 3294150 w 10866119"/>
              <a:gd name="connsiteY39" fmla="*/ 2559841 h 2559841"/>
              <a:gd name="connsiteX40" fmla="*/ 2613588 w 10866119"/>
              <a:gd name="connsiteY40" fmla="*/ 2559841 h 2559841"/>
              <a:gd name="connsiteX41" fmla="*/ 2150348 w 10866119"/>
              <a:gd name="connsiteY41" fmla="*/ 2559841 h 2559841"/>
              <a:gd name="connsiteX42" fmla="*/ 1904430 w 10866119"/>
              <a:gd name="connsiteY42" fmla="*/ 2559841 h 2559841"/>
              <a:gd name="connsiteX43" fmla="*/ 1115207 w 10866119"/>
              <a:gd name="connsiteY43" fmla="*/ 2559841 h 2559841"/>
              <a:gd name="connsiteX44" fmla="*/ 543306 w 10866119"/>
              <a:gd name="connsiteY44" fmla="*/ 2559841 h 2559841"/>
              <a:gd name="connsiteX45" fmla="*/ 0 w 10866119"/>
              <a:gd name="connsiteY45" fmla="*/ 2559841 h 2559841"/>
              <a:gd name="connsiteX46" fmla="*/ 0 w 10866119"/>
              <a:gd name="connsiteY46" fmla="*/ 2124668 h 2559841"/>
              <a:gd name="connsiteX47" fmla="*/ 0 w 10866119"/>
              <a:gd name="connsiteY47" fmla="*/ 1612700 h 2559841"/>
              <a:gd name="connsiteX48" fmla="*/ 0 w 10866119"/>
              <a:gd name="connsiteY48" fmla="*/ 1075133 h 2559841"/>
              <a:gd name="connsiteX49" fmla="*/ 0 w 10866119"/>
              <a:gd name="connsiteY49" fmla="*/ 511968 h 2559841"/>
              <a:gd name="connsiteX50" fmla="*/ 0 w 10866119"/>
              <a:gd name="connsiteY50" fmla="*/ 0 h 255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866119" h="2559841" extrusionOk="0">
                <a:moveTo>
                  <a:pt x="0" y="0"/>
                </a:moveTo>
                <a:cubicBezTo>
                  <a:pt x="62155" y="-8591"/>
                  <a:pt x="181392" y="29235"/>
                  <a:pt x="245917" y="0"/>
                </a:cubicBezTo>
                <a:cubicBezTo>
                  <a:pt x="310442" y="-29235"/>
                  <a:pt x="534868" y="49529"/>
                  <a:pt x="709157" y="0"/>
                </a:cubicBezTo>
                <a:cubicBezTo>
                  <a:pt x="883446" y="-49529"/>
                  <a:pt x="883048" y="1910"/>
                  <a:pt x="955075" y="0"/>
                </a:cubicBezTo>
                <a:cubicBezTo>
                  <a:pt x="1027102" y="-1910"/>
                  <a:pt x="1351914" y="46909"/>
                  <a:pt x="1744298" y="0"/>
                </a:cubicBezTo>
                <a:cubicBezTo>
                  <a:pt x="2136682" y="-46909"/>
                  <a:pt x="2227863" y="29360"/>
                  <a:pt x="2424860" y="0"/>
                </a:cubicBezTo>
                <a:cubicBezTo>
                  <a:pt x="2621857" y="-29360"/>
                  <a:pt x="2728869" y="48450"/>
                  <a:pt x="2996761" y="0"/>
                </a:cubicBezTo>
                <a:cubicBezTo>
                  <a:pt x="3264653" y="-48450"/>
                  <a:pt x="3218711" y="3376"/>
                  <a:pt x="3351340" y="0"/>
                </a:cubicBezTo>
                <a:cubicBezTo>
                  <a:pt x="3483969" y="-3376"/>
                  <a:pt x="3665445" y="46854"/>
                  <a:pt x="3923241" y="0"/>
                </a:cubicBezTo>
                <a:cubicBezTo>
                  <a:pt x="4181037" y="-46854"/>
                  <a:pt x="4399500" y="1065"/>
                  <a:pt x="4603803" y="0"/>
                </a:cubicBezTo>
                <a:cubicBezTo>
                  <a:pt x="4808106" y="-1065"/>
                  <a:pt x="5025079" y="80668"/>
                  <a:pt x="5284365" y="0"/>
                </a:cubicBezTo>
                <a:cubicBezTo>
                  <a:pt x="5543651" y="-80668"/>
                  <a:pt x="5533792" y="39391"/>
                  <a:pt x="5747605" y="0"/>
                </a:cubicBezTo>
                <a:cubicBezTo>
                  <a:pt x="5961418" y="-39391"/>
                  <a:pt x="5928035" y="29454"/>
                  <a:pt x="5993522" y="0"/>
                </a:cubicBezTo>
                <a:cubicBezTo>
                  <a:pt x="6059009" y="-29454"/>
                  <a:pt x="6430533" y="42598"/>
                  <a:pt x="6565423" y="0"/>
                </a:cubicBezTo>
                <a:cubicBezTo>
                  <a:pt x="6700313" y="-42598"/>
                  <a:pt x="6761180" y="14403"/>
                  <a:pt x="6811341" y="0"/>
                </a:cubicBezTo>
                <a:cubicBezTo>
                  <a:pt x="6861502" y="-14403"/>
                  <a:pt x="7340056" y="21581"/>
                  <a:pt x="7491903" y="0"/>
                </a:cubicBezTo>
                <a:cubicBezTo>
                  <a:pt x="7643750" y="-21581"/>
                  <a:pt x="7638970" y="14387"/>
                  <a:pt x="7737821" y="0"/>
                </a:cubicBezTo>
                <a:cubicBezTo>
                  <a:pt x="7836672" y="-14387"/>
                  <a:pt x="8176434" y="59873"/>
                  <a:pt x="8418383" y="0"/>
                </a:cubicBezTo>
                <a:cubicBezTo>
                  <a:pt x="8660332" y="-59873"/>
                  <a:pt x="8960862" y="38563"/>
                  <a:pt x="9098945" y="0"/>
                </a:cubicBezTo>
                <a:cubicBezTo>
                  <a:pt x="9237028" y="-38563"/>
                  <a:pt x="9600198" y="14276"/>
                  <a:pt x="9888168" y="0"/>
                </a:cubicBezTo>
                <a:cubicBezTo>
                  <a:pt x="10176138" y="-14276"/>
                  <a:pt x="10200690" y="24774"/>
                  <a:pt x="10351408" y="0"/>
                </a:cubicBezTo>
                <a:cubicBezTo>
                  <a:pt x="10502126" y="-24774"/>
                  <a:pt x="10612324" y="1306"/>
                  <a:pt x="10866119" y="0"/>
                </a:cubicBezTo>
                <a:cubicBezTo>
                  <a:pt x="10874406" y="157104"/>
                  <a:pt x="10854377" y="308237"/>
                  <a:pt x="10866119" y="537567"/>
                </a:cubicBezTo>
                <a:cubicBezTo>
                  <a:pt x="10877861" y="766897"/>
                  <a:pt x="10852371" y="822721"/>
                  <a:pt x="10866119" y="1049535"/>
                </a:cubicBezTo>
                <a:cubicBezTo>
                  <a:pt x="10879867" y="1276349"/>
                  <a:pt x="10858956" y="1432961"/>
                  <a:pt x="10866119" y="1561503"/>
                </a:cubicBezTo>
                <a:cubicBezTo>
                  <a:pt x="10873282" y="1690045"/>
                  <a:pt x="10769081" y="2283159"/>
                  <a:pt x="10866119" y="2559841"/>
                </a:cubicBezTo>
                <a:cubicBezTo>
                  <a:pt x="10771873" y="2575827"/>
                  <a:pt x="10608397" y="2519861"/>
                  <a:pt x="10511540" y="2559841"/>
                </a:cubicBezTo>
                <a:cubicBezTo>
                  <a:pt x="10414683" y="2599821"/>
                  <a:pt x="10343228" y="2547045"/>
                  <a:pt x="10265623" y="2559841"/>
                </a:cubicBezTo>
                <a:cubicBezTo>
                  <a:pt x="10188018" y="2572637"/>
                  <a:pt x="10098664" y="2550629"/>
                  <a:pt x="10019706" y="2559841"/>
                </a:cubicBezTo>
                <a:cubicBezTo>
                  <a:pt x="9940748" y="2569053"/>
                  <a:pt x="9759373" y="2538836"/>
                  <a:pt x="9665127" y="2559841"/>
                </a:cubicBezTo>
                <a:cubicBezTo>
                  <a:pt x="9570881" y="2580846"/>
                  <a:pt x="9277159" y="2509715"/>
                  <a:pt x="9093226" y="2559841"/>
                </a:cubicBezTo>
                <a:cubicBezTo>
                  <a:pt x="8909293" y="2609967"/>
                  <a:pt x="8554323" y="2468657"/>
                  <a:pt x="8304003" y="2559841"/>
                </a:cubicBezTo>
                <a:cubicBezTo>
                  <a:pt x="8053683" y="2651025"/>
                  <a:pt x="7796724" y="2492872"/>
                  <a:pt x="7623440" y="2559841"/>
                </a:cubicBezTo>
                <a:cubicBezTo>
                  <a:pt x="7450156" y="2626810"/>
                  <a:pt x="7110387" y="2552231"/>
                  <a:pt x="6834217" y="2559841"/>
                </a:cubicBezTo>
                <a:cubicBezTo>
                  <a:pt x="6558047" y="2567451"/>
                  <a:pt x="6442701" y="2501667"/>
                  <a:pt x="6262316" y="2559841"/>
                </a:cubicBezTo>
                <a:cubicBezTo>
                  <a:pt x="6081931" y="2618015"/>
                  <a:pt x="5973970" y="2536469"/>
                  <a:pt x="5799076" y="2559841"/>
                </a:cubicBezTo>
                <a:cubicBezTo>
                  <a:pt x="5624182" y="2583213"/>
                  <a:pt x="5442116" y="2511769"/>
                  <a:pt x="5335836" y="2559841"/>
                </a:cubicBezTo>
                <a:cubicBezTo>
                  <a:pt x="5229556" y="2607913"/>
                  <a:pt x="4991346" y="2524838"/>
                  <a:pt x="4763935" y="2559841"/>
                </a:cubicBezTo>
                <a:cubicBezTo>
                  <a:pt x="4536524" y="2594844"/>
                  <a:pt x="4221405" y="2486412"/>
                  <a:pt x="4083373" y="2559841"/>
                </a:cubicBezTo>
                <a:cubicBezTo>
                  <a:pt x="3945341" y="2633270"/>
                  <a:pt x="3458434" y="2509798"/>
                  <a:pt x="3294150" y="2559841"/>
                </a:cubicBezTo>
                <a:cubicBezTo>
                  <a:pt x="3129866" y="2609884"/>
                  <a:pt x="2817268" y="2519128"/>
                  <a:pt x="2613588" y="2559841"/>
                </a:cubicBezTo>
                <a:cubicBezTo>
                  <a:pt x="2409908" y="2600554"/>
                  <a:pt x="2315746" y="2535189"/>
                  <a:pt x="2150348" y="2559841"/>
                </a:cubicBezTo>
                <a:cubicBezTo>
                  <a:pt x="1984950" y="2584493"/>
                  <a:pt x="1969649" y="2545844"/>
                  <a:pt x="1904430" y="2559841"/>
                </a:cubicBezTo>
                <a:cubicBezTo>
                  <a:pt x="1839211" y="2573838"/>
                  <a:pt x="1477446" y="2487906"/>
                  <a:pt x="1115207" y="2559841"/>
                </a:cubicBezTo>
                <a:cubicBezTo>
                  <a:pt x="752968" y="2631776"/>
                  <a:pt x="749211" y="2546170"/>
                  <a:pt x="543306" y="2559841"/>
                </a:cubicBezTo>
                <a:cubicBezTo>
                  <a:pt x="337401" y="2573512"/>
                  <a:pt x="209740" y="2508409"/>
                  <a:pt x="0" y="2559841"/>
                </a:cubicBezTo>
                <a:cubicBezTo>
                  <a:pt x="-3939" y="2347978"/>
                  <a:pt x="38155" y="2218858"/>
                  <a:pt x="0" y="2124668"/>
                </a:cubicBezTo>
                <a:cubicBezTo>
                  <a:pt x="-38155" y="2030478"/>
                  <a:pt x="54966" y="1765425"/>
                  <a:pt x="0" y="1612700"/>
                </a:cubicBezTo>
                <a:cubicBezTo>
                  <a:pt x="-54966" y="1459975"/>
                  <a:pt x="50121" y="1299798"/>
                  <a:pt x="0" y="1075133"/>
                </a:cubicBezTo>
                <a:cubicBezTo>
                  <a:pt x="-50121" y="850468"/>
                  <a:pt x="31533" y="644730"/>
                  <a:pt x="0" y="511968"/>
                </a:cubicBezTo>
                <a:cubicBezTo>
                  <a:pt x="-31533" y="379207"/>
                  <a:pt x="9750" y="204277"/>
                  <a:pt x="0" y="0"/>
                </a:cubicBezTo>
                <a:close/>
              </a:path>
            </a:pathLst>
          </a:custGeom>
          <a:noFill/>
          <a:ln w="76200">
            <a:solidFill>
              <a:srgbClr val="0070C0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347521597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15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B681-2386-422B-AA5E-42BE860F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609917"/>
            <a:ext cx="8421688" cy="1325563"/>
          </a:xfrm>
        </p:spPr>
        <p:txBody>
          <a:bodyPr/>
          <a:lstStyle/>
          <a:p>
            <a:r>
              <a:rPr lang="en-GB" dirty="0" err="1"/>
              <a:t>Masalah-Masalah</a:t>
            </a:r>
            <a:r>
              <a:rPr lang="en-GB" dirty="0"/>
              <a:t> Lain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EC0681-39BB-4076-A7EE-B91B5BFFE60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8200" y="1935480"/>
            <a:ext cx="10515599" cy="389699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FGENESH (</a:t>
            </a:r>
            <a:r>
              <a:rPr lang="en-GB" sz="2000" dirty="0" err="1"/>
              <a:t>Solovyev</a:t>
            </a:r>
            <a:r>
              <a:rPr lang="en-GB" sz="2000" dirty="0"/>
              <a:t> et. al., 2006)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+ input </a:t>
            </a:r>
            <a:r>
              <a:rPr lang="en-GB" sz="2000" dirty="0" err="1"/>
              <a:t>sekuens</a:t>
            </a:r>
            <a:r>
              <a:rPr lang="en-GB" sz="2000" dirty="0"/>
              <a:t> </a:t>
            </a:r>
            <a:r>
              <a:rPr lang="en-GB" sz="2000" dirty="0" err="1"/>
              <a:t>utuh</a:t>
            </a: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- model </a:t>
            </a:r>
            <a:r>
              <a:rPr lang="en-GB" sz="2000" dirty="0" err="1"/>
              <a:t>spesifik</a:t>
            </a:r>
            <a:r>
              <a:rPr lang="en-GB" sz="2000" dirty="0"/>
              <a:t> </a:t>
            </a:r>
            <a:r>
              <a:rPr lang="en-GB" sz="2000" dirty="0" err="1"/>
              <a:t>spesies</a:t>
            </a:r>
            <a:r>
              <a:rPr lang="en-GB" sz="2000" dirty="0"/>
              <a:t> </a:t>
            </a:r>
            <a:r>
              <a:rPr lang="en-GB" sz="2000" dirty="0" err="1"/>
              <a:t>tertentu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Deep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i="1" dirty="0"/>
              <a:t>Problem &amp; species-specific</a:t>
            </a:r>
            <a:r>
              <a:rPr lang="en-GB" sz="2000" dirty="0"/>
              <a:t> i.e. </a:t>
            </a:r>
            <a:r>
              <a:rPr lang="en-GB" sz="2000" dirty="0" err="1"/>
              <a:t>DeePromoter</a:t>
            </a:r>
            <a:r>
              <a:rPr lang="en-GB" sz="2000" dirty="0"/>
              <a:t>, Splice2Deep, </a:t>
            </a:r>
            <a:r>
              <a:rPr lang="en-GB" sz="2000" dirty="0" err="1"/>
              <a:t>CNNProm</a:t>
            </a:r>
            <a:r>
              <a:rPr lang="en-GB" sz="2000" dirty="0"/>
              <a:t>, </a:t>
            </a:r>
            <a:r>
              <a:rPr lang="en-GB" sz="2000" dirty="0" err="1"/>
              <a:t>dll</a:t>
            </a:r>
            <a:r>
              <a:rPr lang="en-GB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Universal </a:t>
            </a:r>
            <a:r>
              <a:rPr lang="en-GB" sz="2000" dirty="0" err="1"/>
              <a:t>tapi</a:t>
            </a:r>
            <a:r>
              <a:rPr lang="en-GB" sz="2000" dirty="0"/>
              <a:t> </a:t>
            </a:r>
            <a:r>
              <a:rPr lang="en-GB" sz="2000" dirty="0" err="1"/>
              <a:t>bergantung</a:t>
            </a:r>
            <a:r>
              <a:rPr lang="en-GB" sz="2000" dirty="0"/>
              <a:t> data </a:t>
            </a:r>
            <a:r>
              <a:rPr lang="en-GB" sz="2000" dirty="0" err="1"/>
              <a:t>spesifik</a:t>
            </a:r>
            <a:r>
              <a:rPr lang="en-GB" sz="2000" dirty="0"/>
              <a:t> </a:t>
            </a:r>
            <a:r>
              <a:rPr lang="en-GB" sz="2000" dirty="0" err="1"/>
              <a:t>spesies</a:t>
            </a:r>
            <a:r>
              <a:rPr lang="en-GB" sz="2000" dirty="0"/>
              <a:t> dan </a:t>
            </a:r>
            <a:r>
              <a:rPr lang="en-GB" sz="2000" dirty="0" err="1"/>
              <a:t>persoalan</a:t>
            </a:r>
            <a:r>
              <a:rPr lang="en-GB" sz="2000" dirty="0"/>
              <a:t> (</a:t>
            </a:r>
            <a:r>
              <a:rPr lang="en-GB" sz="2000" i="1" dirty="0"/>
              <a:t>fine tuning</a:t>
            </a:r>
            <a:r>
              <a:rPr lang="en-GB" sz="2000" dirty="0"/>
              <a:t>) i.e. DNABERT → DNABERT-Prom, DNABERT-Splice</a:t>
            </a:r>
            <a:endParaRPr lang="en-US" sz="200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4129ADE-9894-4A55-91CD-56BAF64D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716C00-0B9B-485C-AC34-8C06447D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3C0739-DD3B-4F18-A986-C5A912E0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746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29DE-36A4-460D-908C-E1F9284BF5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ANALISIS SOLUSI</a:t>
            </a:r>
            <a:br>
              <a:rPr lang="en-GB" dirty="0"/>
            </a:br>
            <a:r>
              <a:rPr lang="en-GB" dirty="0"/>
              <a:t>&amp;</a:t>
            </a:r>
            <a:br>
              <a:rPr lang="en-GB" dirty="0"/>
            </a:br>
            <a:r>
              <a:rPr lang="en-GB" dirty="0" err="1"/>
              <a:t>PEraNCANGAN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17BD0-0F3F-4DA9-AF6E-25F761BC49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66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ED4E9-D53C-4257-9E7C-9D3E7F87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</a:t>
            </a:r>
            <a:r>
              <a:rPr lang="en-GB" dirty="0" err="1"/>
              <a:t>terkait</a:t>
            </a:r>
            <a:r>
              <a:rPr lang="en-GB" dirty="0"/>
              <a:t> </a:t>
            </a:r>
            <a:r>
              <a:rPr lang="en-GB" dirty="0" err="1"/>
              <a:t>Prediksi</a:t>
            </a:r>
            <a:r>
              <a:rPr lang="en-GB" dirty="0"/>
              <a:t> Splice Site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86396-212D-408F-9301-64AC674CD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2484120"/>
            <a:ext cx="10110696" cy="334835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Related task</a:t>
            </a:r>
            <a:r>
              <a:rPr lang="en-GB" sz="2000" dirty="0"/>
              <a:t>: </a:t>
            </a:r>
            <a:r>
              <a:rPr lang="en-GB" sz="2000" dirty="0" err="1"/>
              <a:t>prediksi</a:t>
            </a:r>
            <a:r>
              <a:rPr lang="en-GB" sz="2000" dirty="0"/>
              <a:t> promoter dan </a:t>
            </a:r>
            <a:r>
              <a:rPr lang="en-GB" sz="2000" dirty="0" err="1"/>
              <a:t>prediksi</a:t>
            </a:r>
            <a:r>
              <a:rPr lang="en-GB" sz="2000" dirty="0"/>
              <a:t> poly-A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Spesies</a:t>
            </a:r>
            <a:r>
              <a:rPr lang="en-GB" sz="2000" dirty="0"/>
              <a:t> </a:t>
            </a:r>
            <a:r>
              <a:rPr lang="en-GB" sz="2000" dirty="0" err="1"/>
              <a:t>eukariot</a:t>
            </a:r>
            <a:r>
              <a:rPr lang="en-GB" sz="2000" dirty="0"/>
              <a:t> </a:t>
            </a:r>
            <a:r>
              <a:rPr lang="en-GB" sz="2000" dirty="0" err="1"/>
              <a:t>umumnya</a:t>
            </a:r>
            <a:r>
              <a:rPr lang="en-GB" sz="2000" dirty="0"/>
              <a:t> </a:t>
            </a:r>
            <a:r>
              <a:rPr lang="en-GB" sz="2000" dirty="0" err="1"/>
              <a:t>memiliki</a:t>
            </a:r>
            <a:r>
              <a:rPr lang="en-GB" sz="2000" dirty="0"/>
              <a:t> </a:t>
            </a:r>
            <a:r>
              <a:rPr lang="en-GB" sz="2000" dirty="0" err="1"/>
              <a:t>kesamaan</a:t>
            </a:r>
            <a:r>
              <a:rPr lang="en-GB" sz="2000" dirty="0"/>
              <a:t> promoter dan poly-A </a:t>
            </a:r>
            <a:r>
              <a:rPr lang="en-GB" sz="2000" dirty="0" err="1"/>
              <a:t>tetapi</a:t>
            </a:r>
            <a:r>
              <a:rPr lang="en-GB" sz="2000" dirty="0"/>
              <a:t> </a:t>
            </a:r>
            <a:r>
              <a:rPr lang="en-GB" sz="2000" dirty="0" err="1"/>
              <a:t>berbeda</a:t>
            </a:r>
            <a:r>
              <a:rPr lang="en-GB" sz="2000" dirty="0"/>
              <a:t> pada </a:t>
            </a:r>
            <a:r>
              <a:rPr lang="en-GB" sz="2000" dirty="0" err="1"/>
              <a:t>ekspresi</a:t>
            </a:r>
            <a:r>
              <a:rPr lang="en-GB" sz="2000" dirty="0"/>
              <a:t> gen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Basis data </a:t>
            </a:r>
            <a:r>
              <a:rPr lang="en-GB" sz="2000" dirty="0" err="1"/>
              <a:t>EPDnew</a:t>
            </a:r>
            <a:r>
              <a:rPr lang="en-GB" sz="2000" dirty="0"/>
              <a:t> (</a:t>
            </a:r>
            <a:r>
              <a:rPr lang="en-GB" sz="2000" dirty="0" err="1"/>
              <a:t>Dreos</a:t>
            </a:r>
            <a:r>
              <a:rPr lang="en-GB" sz="2000" dirty="0"/>
              <a:t> et. al., 2017) </a:t>
            </a:r>
            <a:r>
              <a:rPr lang="en-GB" sz="2000" dirty="0" err="1"/>
              <a:t>menunjukkan</a:t>
            </a:r>
            <a:r>
              <a:rPr lang="en-GB" sz="2000" dirty="0"/>
              <a:t> promoter yang </a:t>
            </a:r>
            <a:r>
              <a:rPr lang="en-GB" sz="2000" dirty="0" err="1"/>
              <a:t>ditemukan</a:t>
            </a:r>
            <a:r>
              <a:rPr lang="en-GB" sz="2000" dirty="0"/>
              <a:t> </a:t>
            </a:r>
            <a:r>
              <a:rPr lang="en-GB" sz="2000" dirty="0" err="1"/>
              <a:t>lintas</a:t>
            </a:r>
            <a:r>
              <a:rPr lang="en-GB" sz="2000" dirty="0"/>
              <a:t> </a:t>
            </a:r>
            <a:r>
              <a:rPr lang="en-GB" sz="2000" dirty="0" err="1"/>
              <a:t>spesies</a:t>
            </a: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Basis data </a:t>
            </a:r>
            <a:r>
              <a:rPr lang="en-GB" sz="2000" dirty="0" err="1"/>
              <a:t>PolyA_DB</a:t>
            </a:r>
            <a:r>
              <a:rPr lang="en-GB" sz="2000" dirty="0"/>
              <a:t> (Wang et. al., 2017) </a:t>
            </a:r>
            <a:r>
              <a:rPr lang="en-GB" sz="2000" dirty="0" err="1"/>
              <a:t>mendokumentasikan</a:t>
            </a:r>
            <a:r>
              <a:rPr lang="en-GB" sz="2000" dirty="0"/>
              <a:t> poly-A yang </a:t>
            </a:r>
            <a:r>
              <a:rPr lang="en-GB" sz="2000" dirty="0" err="1"/>
              <a:t>yang</a:t>
            </a:r>
            <a:r>
              <a:rPr lang="en-GB" sz="2000" dirty="0"/>
              <a:t> </a:t>
            </a:r>
            <a:r>
              <a:rPr lang="en-GB" sz="2000" dirty="0" err="1"/>
              <a:t>ditemukan</a:t>
            </a:r>
            <a:r>
              <a:rPr lang="en-GB" sz="2000" dirty="0"/>
              <a:t> pada </a:t>
            </a:r>
            <a:r>
              <a:rPr lang="en-GB" sz="2000" dirty="0" err="1"/>
              <a:t>manusia</a:t>
            </a:r>
            <a:r>
              <a:rPr lang="en-GB" sz="2000" dirty="0"/>
              <a:t>, </a:t>
            </a:r>
            <a:r>
              <a:rPr lang="en-GB" sz="2000" dirty="0" err="1"/>
              <a:t>tikus</a:t>
            </a:r>
            <a:r>
              <a:rPr lang="en-GB" sz="2000" dirty="0"/>
              <a:t>, dan </a:t>
            </a:r>
            <a:r>
              <a:rPr lang="en-GB" sz="2000" dirty="0" err="1"/>
              <a:t>ayam</a:t>
            </a:r>
            <a:endParaRPr lang="en-GB" sz="200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9AC2DA3-43EC-4562-8642-C53C40ED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B014F7-22E5-4236-9AC4-6D4BCB11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A8B939-3BCD-44C2-82D2-4DC34455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7463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9AC0E0-151B-4E62-A2AF-59BC8913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E6A26-4596-4631-B3ED-53ACC9FEE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075896"/>
            <a:ext cx="2882475" cy="823912"/>
          </a:xfrm>
        </p:spPr>
        <p:txBody>
          <a:bodyPr anchor="ctr"/>
          <a:lstStyle/>
          <a:p>
            <a:r>
              <a:rPr lang="en-GB" dirty="0" err="1"/>
              <a:t>Prediksi</a:t>
            </a:r>
            <a:r>
              <a:rPr lang="en-GB" dirty="0"/>
              <a:t> Promoter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E80A5-8445-4FC0-9E56-2A87F648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133566"/>
            <a:ext cx="2882475" cy="199786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DNABERT-Prom-300 (Ji et. al., 2021)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EPDnew</a:t>
            </a:r>
            <a:r>
              <a:rPr lang="en-GB" sz="2000" dirty="0"/>
              <a:t> (</a:t>
            </a:r>
            <a:r>
              <a:rPr lang="en-GB" sz="2000" dirty="0" err="1"/>
              <a:t>Dreos</a:t>
            </a:r>
            <a:r>
              <a:rPr lang="en-GB" sz="2000" dirty="0"/>
              <a:t> et. al., 2017)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Label: True, False</a:t>
            </a:r>
            <a:endParaRPr lang="en-US" sz="2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83A7AF-EF36-4585-91FC-584DFD5FA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075896"/>
            <a:ext cx="2896671" cy="823912"/>
          </a:xfrm>
        </p:spPr>
        <p:txBody>
          <a:bodyPr anchor="ctr"/>
          <a:lstStyle/>
          <a:p>
            <a:r>
              <a:rPr lang="en-GB" dirty="0" err="1"/>
              <a:t>Prediksi</a:t>
            </a:r>
            <a:r>
              <a:rPr lang="en-GB" dirty="0"/>
              <a:t> Poly-A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B6602C-CB83-499F-8B72-FA2243CA6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133566"/>
            <a:ext cx="2896671" cy="199786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DeeReCT-PolyA</a:t>
            </a:r>
            <a:r>
              <a:rPr lang="en-US" sz="2000" dirty="0"/>
              <a:t> (Xia et. al., 2018); Dragon </a:t>
            </a:r>
            <a:r>
              <a:rPr lang="en-US" sz="2000" dirty="0" err="1"/>
              <a:t>PolyA</a:t>
            </a:r>
            <a:r>
              <a:rPr lang="en-US" sz="2000" dirty="0"/>
              <a:t> Spotter (</a:t>
            </a:r>
            <a:r>
              <a:rPr lang="en-US" sz="2000" dirty="0" err="1"/>
              <a:t>Kalkatawi</a:t>
            </a:r>
            <a:r>
              <a:rPr lang="en-US" sz="2000" dirty="0"/>
              <a:t> et. al., 2012)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Label: True, False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56B12D7-5683-407F-BD65-04B3B3CDEDE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075896"/>
            <a:ext cx="2882475" cy="823912"/>
          </a:xfrm>
        </p:spPr>
        <p:txBody>
          <a:bodyPr anchor="ctr"/>
          <a:lstStyle/>
          <a:p>
            <a:r>
              <a:rPr lang="en-GB" dirty="0" err="1"/>
              <a:t>Prediksi</a:t>
            </a:r>
            <a:r>
              <a:rPr lang="en-GB" dirty="0"/>
              <a:t> Splice Sites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F97776E-2719-4005-930C-E30EEFCA0AB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133566"/>
            <a:ext cx="2882475" cy="199786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Annotated </a:t>
            </a:r>
            <a:r>
              <a:rPr lang="en-GB" sz="2000" i="1" dirty="0"/>
              <a:t>assembly </a:t>
            </a:r>
            <a:r>
              <a:rPr lang="en-GB" sz="2000" dirty="0" err="1"/>
              <a:t>dari</a:t>
            </a:r>
            <a:r>
              <a:rPr lang="en-GB" sz="2000" dirty="0"/>
              <a:t> </a:t>
            </a:r>
            <a:r>
              <a:rPr lang="en-GB" sz="2000" dirty="0" err="1"/>
              <a:t>Ensembl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37799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DE6C588-ED32-4F32-AB95-449A0C779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1375"/>
            <a:ext cx="10515600" cy="1325563"/>
          </a:xfrm>
        </p:spPr>
        <p:txBody>
          <a:bodyPr/>
          <a:lstStyle/>
          <a:p>
            <a:pPr algn="l"/>
            <a:r>
              <a:rPr lang="en-GB" dirty="0"/>
              <a:t>ANNOTATED </a:t>
            </a:r>
            <a:br>
              <a:rPr lang="en-GB" dirty="0"/>
            </a:br>
            <a:r>
              <a:rPr lang="en-GB" i="1" dirty="0"/>
              <a:t>Assembly</a:t>
            </a:r>
            <a:endParaRPr lang="en-US" i="1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3BBCF48-6845-4C58-A7DD-C8EC86D47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926C95-EE81-4CB6-A588-50FA401C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72C58A-19DD-4DE3-B5D1-DFC0E4A4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4409C9-0777-4332-BB76-43FC1342D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860" y="841375"/>
            <a:ext cx="6934200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13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DE870-93B6-420E-93AF-DC716C04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Arsitektur</a:t>
            </a:r>
            <a:r>
              <a:rPr lang="en-GB" dirty="0"/>
              <a:t> UMUM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CABFCCA-2854-4DC1-BC53-67F0D7884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0F0D414-1CDE-4653-988D-160763B1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C27868-CDE4-49E3-A24D-ABBF1856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5411CF-EC85-4B9F-8254-718A017EAEB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419" y="2217738"/>
            <a:ext cx="6664338" cy="361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768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ED4E9-D53C-4257-9E7C-9D3E7F87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&amp; </a:t>
            </a:r>
            <a:r>
              <a:rPr lang="en-GB" dirty="0" err="1"/>
              <a:t>Preprocessing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86396-212D-408F-9301-64AC674CD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2484120"/>
            <a:ext cx="10110696" cy="334835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Input: </a:t>
            </a:r>
            <a:r>
              <a:rPr lang="en-GB" sz="2000" dirty="0" err="1"/>
              <a:t>teks</a:t>
            </a:r>
            <a:r>
              <a:rPr lang="en-GB" sz="2000" dirty="0"/>
              <a:t> DNA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dirty="0" err="1"/>
              <a:t>panjang</a:t>
            </a:r>
            <a:r>
              <a:rPr lang="en-GB" sz="2000" dirty="0"/>
              <a:t> </a:t>
            </a:r>
            <a:r>
              <a:rPr lang="en-GB" sz="2000" dirty="0" err="1"/>
              <a:t>maksimal</a:t>
            </a:r>
            <a:r>
              <a:rPr lang="en-GB" sz="2000" dirty="0"/>
              <a:t> 512 </a:t>
            </a:r>
            <a:r>
              <a:rPr lang="en-GB" sz="2000" dirty="0" err="1"/>
              <a:t>karakter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Preprocessing</a:t>
            </a: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i="1" dirty="0"/>
              <a:t>Clean-up</a:t>
            </a:r>
            <a:r>
              <a:rPr lang="en-GB" sz="2000" dirty="0"/>
              <a:t>: </a:t>
            </a:r>
            <a:r>
              <a:rPr lang="en-GB" sz="2000" dirty="0" err="1"/>
              <a:t>Hapus</a:t>
            </a:r>
            <a:r>
              <a:rPr lang="en-GB" sz="2000" dirty="0"/>
              <a:t> </a:t>
            </a:r>
            <a:r>
              <a:rPr lang="en-GB" sz="2000" dirty="0" err="1"/>
              <a:t>semua</a:t>
            </a:r>
            <a:r>
              <a:rPr lang="en-GB" sz="2000" dirty="0"/>
              <a:t> </a:t>
            </a:r>
            <a:r>
              <a:rPr lang="en-GB" sz="2000" dirty="0" err="1"/>
              <a:t>karakter</a:t>
            </a:r>
            <a:r>
              <a:rPr lang="en-GB" sz="2000" dirty="0"/>
              <a:t> </a:t>
            </a:r>
            <a:r>
              <a:rPr lang="en-GB" sz="2000" dirty="0" err="1"/>
              <a:t>selain</a:t>
            </a:r>
            <a:r>
              <a:rPr lang="en-GB" sz="2000" dirty="0"/>
              <a:t> A, C, G, dan 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Tokenisasi</a:t>
            </a:r>
            <a:r>
              <a:rPr lang="en-GB" sz="2000" dirty="0"/>
              <a:t>: k-</a:t>
            </a:r>
            <a:r>
              <a:rPr lang="en-GB" sz="2000" dirty="0" err="1"/>
              <a:t>mer</a:t>
            </a:r>
            <a:r>
              <a:rPr lang="en-GB" sz="2000" dirty="0"/>
              <a:t>; k=3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i="1" dirty="0"/>
              <a:t>Encoding</a:t>
            </a:r>
            <a:r>
              <a:rPr lang="en-GB" sz="2000" dirty="0"/>
              <a:t>: </a:t>
            </a:r>
            <a:r>
              <a:rPr lang="en-GB" sz="2000" i="1" dirty="0"/>
              <a:t>one-hot encoding</a:t>
            </a:r>
            <a:r>
              <a:rPr lang="en-GB" sz="2000" dirty="0"/>
              <a:t>; </a:t>
            </a:r>
            <a:r>
              <a:rPr lang="en-GB" sz="2000" dirty="0" err="1"/>
              <a:t>tiap</a:t>
            </a:r>
            <a:r>
              <a:rPr lang="en-GB" sz="2000" dirty="0"/>
              <a:t> </a:t>
            </a:r>
            <a:r>
              <a:rPr lang="en-GB" sz="2000" dirty="0" err="1"/>
              <a:t>karakter</a:t>
            </a:r>
            <a:r>
              <a:rPr lang="en-GB" sz="2000" dirty="0"/>
              <a:t> </a:t>
            </a:r>
            <a:r>
              <a:rPr lang="en-GB" sz="2000" dirty="0" err="1"/>
              <a:t>diubah</a:t>
            </a:r>
            <a:r>
              <a:rPr lang="en-GB" sz="2000" dirty="0"/>
              <a:t> </a:t>
            </a:r>
            <a:r>
              <a:rPr lang="en-GB" sz="2000" dirty="0" err="1"/>
              <a:t>jadi</a:t>
            </a:r>
            <a:r>
              <a:rPr lang="en-GB" sz="2000" dirty="0"/>
              <a:t> </a:t>
            </a:r>
            <a:r>
              <a:rPr lang="en-GB" sz="2000" dirty="0" err="1"/>
              <a:t>vektor</a:t>
            </a:r>
            <a:r>
              <a:rPr lang="en-GB" sz="2000" dirty="0"/>
              <a:t> 1D </a:t>
            </a:r>
            <a:r>
              <a:rPr lang="en-GB" sz="2000" dirty="0" err="1"/>
              <a:t>berukuran</a:t>
            </a:r>
            <a:r>
              <a:rPr lang="en-GB" sz="2000" dirty="0"/>
              <a:t> </a:t>
            </a:r>
            <a:r>
              <a:rPr lang="en-GB" sz="2000" dirty="0" err="1"/>
              <a:t>empat</a:t>
            </a:r>
            <a:r>
              <a:rPr lang="en-GB" sz="2000" dirty="0"/>
              <a:t>. i.e. A = (1, 0, 0, 0) </a:t>
            </a:r>
            <a:r>
              <a:rPr lang="en-GB" sz="2000" dirty="0" err="1"/>
              <a:t>dst</a:t>
            </a:r>
            <a:r>
              <a:rPr lang="en-GB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i="1" dirty="0"/>
              <a:t>Padding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i="1" dirty="0"/>
              <a:t>Special tokens </a:t>
            </a:r>
            <a:r>
              <a:rPr lang="en-GB" sz="2000" dirty="0"/>
              <a:t>i.e. [CLS], [SEP], </a:t>
            </a:r>
            <a:r>
              <a:rPr lang="en-GB" sz="2000" dirty="0" err="1"/>
              <a:t>dll</a:t>
            </a:r>
            <a:r>
              <a:rPr lang="en-GB" sz="2000" dirty="0"/>
              <a:t>.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9AC2DA3-43EC-4562-8642-C53C40ED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B014F7-22E5-4236-9AC4-6D4BCB11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A8B939-3BCD-44C2-82D2-4DC34455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8405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ED4E9-D53C-4257-9E7C-9D3E7F87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 Extraction &amp; Classification Model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86396-212D-408F-9301-64AC674CD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2484120"/>
            <a:ext cx="10110696" cy="334835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Feature extraction</a:t>
            </a:r>
            <a:r>
              <a:rPr lang="en-GB" sz="2000" dirty="0"/>
              <a:t>: </a:t>
            </a:r>
            <a:r>
              <a:rPr lang="en-GB" sz="2000" i="1" dirty="0"/>
              <a:t>bidirectional</a:t>
            </a:r>
            <a:r>
              <a:rPr lang="en-GB" sz="2000" dirty="0"/>
              <a:t> Transformer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Multitask learning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i="1" dirty="0"/>
              <a:t>aux. task </a:t>
            </a:r>
            <a:r>
              <a:rPr lang="en-GB" sz="2000" dirty="0" err="1"/>
              <a:t>Prediksi</a:t>
            </a:r>
            <a:r>
              <a:rPr lang="en-GB" sz="2000" dirty="0"/>
              <a:t> Promoter dan Poly-A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Main task</a:t>
            </a:r>
            <a:r>
              <a:rPr lang="en-GB" sz="2000" dirty="0"/>
              <a:t>: </a:t>
            </a:r>
            <a:r>
              <a:rPr lang="en-GB" sz="2000" i="1" dirty="0"/>
              <a:t>sequential labelling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9AC2DA3-43EC-4562-8642-C53C40ED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B014F7-22E5-4236-9AC4-6D4BCB11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A8B939-3BCD-44C2-82D2-4DC34455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5565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DE870-93B6-420E-93AF-DC716C04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Arsitektur</a:t>
            </a:r>
            <a:r>
              <a:rPr lang="en-GB" dirty="0"/>
              <a:t> MODEL Training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CABFCCA-2854-4DC1-BC53-67F0D7884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0F0D414-1CDE-4653-988D-160763B1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C27868-CDE4-49E3-A24D-ABBF1856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1C02FEB-41B3-4B9D-885F-2B47C9C03D7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708" y="2137465"/>
            <a:ext cx="5276584" cy="3828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32ACD2E-1568-4886-9F14-0FA5FC00F74F}"/>
              </a:ext>
            </a:extLst>
          </p:cNvPr>
          <p:cNvSpPr/>
          <p:nvPr/>
        </p:nvSpPr>
        <p:spPr>
          <a:xfrm>
            <a:off x="1264920" y="3596640"/>
            <a:ext cx="8275320" cy="1889760"/>
          </a:xfrm>
          <a:custGeom>
            <a:avLst/>
            <a:gdLst>
              <a:gd name="connsiteX0" fmla="*/ 0 w 8275320"/>
              <a:gd name="connsiteY0" fmla="*/ 0 h 1889760"/>
              <a:gd name="connsiteX1" fmla="*/ 508341 w 8275320"/>
              <a:gd name="connsiteY1" fmla="*/ 0 h 1889760"/>
              <a:gd name="connsiteX2" fmla="*/ 1099435 w 8275320"/>
              <a:gd name="connsiteY2" fmla="*/ 0 h 1889760"/>
              <a:gd name="connsiteX3" fmla="*/ 1690530 w 8275320"/>
              <a:gd name="connsiteY3" fmla="*/ 0 h 1889760"/>
              <a:gd name="connsiteX4" fmla="*/ 2198871 w 8275320"/>
              <a:gd name="connsiteY4" fmla="*/ 0 h 1889760"/>
              <a:gd name="connsiteX5" fmla="*/ 2707212 w 8275320"/>
              <a:gd name="connsiteY5" fmla="*/ 0 h 1889760"/>
              <a:gd name="connsiteX6" fmla="*/ 3463813 w 8275320"/>
              <a:gd name="connsiteY6" fmla="*/ 0 h 1889760"/>
              <a:gd name="connsiteX7" fmla="*/ 3889400 w 8275320"/>
              <a:gd name="connsiteY7" fmla="*/ 0 h 1889760"/>
              <a:gd name="connsiteX8" fmla="*/ 4480495 w 8275320"/>
              <a:gd name="connsiteY8" fmla="*/ 0 h 1889760"/>
              <a:gd name="connsiteX9" fmla="*/ 5237095 w 8275320"/>
              <a:gd name="connsiteY9" fmla="*/ 0 h 1889760"/>
              <a:gd name="connsiteX10" fmla="*/ 5993696 w 8275320"/>
              <a:gd name="connsiteY10" fmla="*/ 0 h 1889760"/>
              <a:gd name="connsiteX11" fmla="*/ 6419284 w 8275320"/>
              <a:gd name="connsiteY11" fmla="*/ 0 h 1889760"/>
              <a:gd name="connsiteX12" fmla="*/ 7093131 w 8275320"/>
              <a:gd name="connsiteY12" fmla="*/ 0 h 1889760"/>
              <a:gd name="connsiteX13" fmla="*/ 7435966 w 8275320"/>
              <a:gd name="connsiteY13" fmla="*/ 0 h 1889760"/>
              <a:gd name="connsiteX14" fmla="*/ 8275320 w 8275320"/>
              <a:gd name="connsiteY14" fmla="*/ 0 h 1889760"/>
              <a:gd name="connsiteX15" fmla="*/ 8275320 w 8275320"/>
              <a:gd name="connsiteY15" fmla="*/ 415747 h 1889760"/>
              <a:gd name="connsiteX16" fmla="*/ 8275320 w 8275320"/>
              <a:gd name="connsiteY16" fmla="*/ 831494 h 1889760"/>
              <a:gd name="connsiteX17" fmla="*/ 8275320 w 8275320"/>
              <a:gd name="connsiteY17" fmla="*/ 1341730 h 1889760"/>
              <a:gd name="connsiteX18" fmla="*/ 8275320 w 8275320"/>
              <a:gd name="connsiteY18" fmla="*/ 1889760 h 1889760"/>
              <a:gd name="connsiteX19" fmla="*/ 7601473 w 8275320"/>
              <a:gd name="connsiteY19" fmla="*/ 1889760 h 1889760"/>
              <a:gd name="connsiteX20" fmla="*/ 6927625 w 8275320"/>
              <a:gd name="connsiteY20" fmla="*/ 1889760 h 1889760"/>
              <a:gd name="connsiteX21" fmla="*/ 6502037 w 8275320"/>
              <a:gd name="connsiteY21" fmla="*/ 1889760 h 1889760"/>
              <a:gd name="connsiteX22" fmla="*/ 5993696 w 8275320"/>
              <a:gd name="connsiteY22" fmla="*/ 1889760 h 1889760"/>
              <a:gd name="connsiteX23" fmla="*/ 5319849 w 8275320"/>
              <a:gd name="connsiteY23" fmla="*/ 1889760 h 1889760"/>
              <a:gd name="connsiteX24" fmla="*/ 4646001 w 8275320"/>
              <a:gd name="connsiteY24" fmla="*/ 1889760 h 1889760"/>
              <a:gd name="connsiteX25" fmla="*/ 4137660 w 8275320"/>
              <a:gd name="connsiteY25" fmla="*/ 1889760 h 1889760"/>
              <a:gd name="connsiteX26" fmla="*/ 3546566 w 8275320"/>
              <a:gd name="connsiteY26" fmla="*/ 1889760 h 1889760"/>
              <a:gd name="connsiteX27" fmla="*/ 2789965 w 8275320"/>
              <a:gd name="connsiteY27" fmla="*/ 1889760 h 1889760"/>
              <a:gd name="connsiteX28" fmla="*/ 2281624 w 8275320"/>
              <a:gd name="connsiteY28" fmla="*/ 1889760 h 1889760"/>
              <a:gd name="connsiteX29" fmla="*/ 1856036 w 8275320"/>
              <a:gd name="connsiteY29" fmla="*/ 1889760 h 1889760"/>
              <a:gd name="connsiteX30" fmla="*/ 1182189 w 8275320"/>
              <a:gd name="connsiteY30" fmla="*/ 1889760 h 1889760"/>
              <a:gd name="connsiteX31" fmla="*/ 0 w 8275320"/>
              <a:gd name="connsiteY31" fmla="*/ 1889760 h 1889760"/>
              <a:gd name="connsiteX32" fmla="*/ 0 w 8275320"/>
              <a:gd name="connsiteY32" fmla="*/ 1398422 h 1889760"/>
              <a:gd name="connsiteX33" fmla="*/ 0 w 8275320"/>
              <a:gd name="connsiteY33" fmla="*/ 907085 h 1889760"/>
              <a:gd name="connsiteX34" fmla="*/ 0 w 8275320"/>
              <a:gd name="connsiteY34" fmla="*/ 415747 h 1889760"/>
              <a:gd name="connsiteX35" fmla="*/ 0 w 8275320"/>
              <a:gd name="connsiteY35" fmla="*/ 0 h 188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275320" h="1889760" extrusionOk="0">
                <a:moveTo>
                  <a:pt x="0" y="0"/>
                </a:moveTo>
                <a:cubicBezTo>
                  <a:pt x="237266" y="-13262"/>
                  <a:pt x="358712" y="56810"/>
                  <a:pt x="508341" y="0"/>
                </a:cubicBezTo>
                <a:cubicBezTo>
                  <a:pt x="657970" y="-56810"/>
                  <a:pt x="861219" y="26045"/>
                  <a:pt x="1099435" y="0"/>
                </a:cubicBezTo>
                <a:cubicBezTo>
                  <a:pt x="1337651" y="-26045"/>
                  <a:pt x="1559341" y="16277"/>
                  <a:pt x="1690530" y="0"/>
                </a:cubicBezTo>
                <a:cubicBezTo>
                  <a:pt x="1821719" y="-16277"/>
                  <a:pt x="1948848" y="17881"/>
                  <a:pt x="2198871" y="0"/>
                </a:cubicBezTo>
                <a:cubicBezTo>
                  <a:pt x="2448894" y="-17881"/>
                  <a:pt x="2517259" y="25491"/>
                  <a:pt x="2707212" y="0"/>
                </a:cubicBezTo>
                <a:cubicBezTo>
                  <a:pt x="2897165" y="-25491"/>
                  <a:pt x="3118524" y="65472"/>
                  <a:pt x="3463813" y="0"/>
                </a:cubicBezTo>
                <a:cubicBezTo>
                  <a:pt x="3809102" y="-65472"/>
                  <a:pt x="3692568" y="29152"/>
                  <a:pt x="3889400" y="0"/>
                </a:cubicBezTo>
                <a:cubicBezTo>
                  <a:pt x="4086232" y="-29152"/>
                  <a:pt x="4254677" y="50364"/>
                  <a:pt x="4480495" y="0"/>
                </a:cubicBezTo>
                <a:cubicBezTo>
                  <a:pt x="4706313" y="-50364"/>
                  <a:pt x="4944693" y="77100"/>
                  <a:pt x="5237095" y="0"/>
                </a:cubicBezTo>
                <a:cubicBezTo>
                  <a:pt x="5529497" y="-77100"/>
                  <a:pt x="5654186" y="44690"/>
                  <a:pt x="5993696" y="0"/>
                </a:cubicBezTo>
                <a:cubicBezTo>
                  <a:pt x="6333206" y="-44690"/>
                  <a:pt x="6322201" y="1510"/>
                  <a:pt x="6419284" y="0"/>
                </a:cubicBezTo>
                <a:cubicBezTo>
                  <a:pt x="6516367" y="-1510"/>
                  <a:pt x="6858215" y="71801"/>
                  <a:pt x="7093131" y="0"/>
                </a:cubicBezTo>
                <a:cubicBezTo>
                  <a:pt x="7328047" y="-71801"/>
                  <a:pt x="7298161" y="3884"/>
                  <a:pt x="7435966" y="0"/>
                </a:cubicBezTo>
                <a:cubicBezTo>
                  <a:pt x="7573771" y="-3884"/>
                  <a:pt x="7962462" y="46952"/>
                  <a:pt x="8275320" y="0"/>
                </a:cubicBezTo>
                <a:cubicBezTo>
                  <a:pt x="8311411" y="152383"/>
                  <a:pt x="8236212" y="217100"/>
                  <a:pt x="8275320" y="415747"/>
                </a:cubicBezTo>
                <a:cubicBezTo>
                  <a:pt x="8314428" y="614394"/>
                  <a:pt x="8241823" y="674197"/>
                  <a:pt x="8275320" y="831494"/>
                </a:cubicBezTo>
                <a:cubicBezTo>
                  <a:pt x="8308817" y="988791"/>
                  <a:pt x="8244704" y="1091041"/>
                  <a:pt x="8275320" y="1341730"/>
                </a:cubicBezTo>
                <a:cubicBezTo>
                  <a:pt x="8305936" y="1592419"/>
                  <a:pt x="8247860" y="1657763"/>
                  <a:pt x="8275320" y="1889760"/>
                </a:cubicBezTo>
                <a:cubicBezTo>
                  <a:pt x="8073725" y="1964777"/>
                  <a:pt x="7888575" y="1813805"/>
                  <a:pt x="7601473" y="1889760"/>
                </a:cubicBezTo>
                <a:cubicBezTo>
                  <a:pt x="7314371" y="1965715"/>
                  <a:pt x="7120690" y="1831067"/>
                  <a:pt x="6927625" y="1889760"/>
                </a:cubicBezTo>
                <a:cubicBezTo>
                  <a:pt x="6734560" y="1948453"/>
                  <a:pt x="6610812" y="1864001"/>
                  <a:pt x="6502037" y="1889760"/>
                </a:cubicBezTo>
                <a:cubicBezTo>
                  <a:pt x="6393262" y="1915519"/>
                  <a:pt x="6229109" y="1863252"/>
                  <a:pt x="5993696" y="1889760"/>
                </a:cubicBezTo>
                <a:cubicBezTo>
                  <a:pt x="5758283" y="1916268"/>
                  <a:pt x="5643714" y="1887118"/>
                  <a:pt x="5319849" y="1889760"/>
                </a:cubicBezTo>
                <a:cubicBezTo>
                  <a:pt x="4995984" y="1892402"/>
                  <a:pt x="4922501" y="1818093"/>
                  <a:pt x="4646001" y="1889760"/>
                </a:cubicBezTo>
                <a:cubicBezTo>
                  <a:pt x="4369501" y="1961427"/>
                  <a:pt x="4383192" y="1878955"/>
                  <a:pt x="4137660" y="1889760"/>
                </a:cubicBezTo>
                <a:cubicBezTo>
                  <a:pt x="3892128" y="1900565"/>
                  <a:pt x="3709793" y="1834450"/>
                  <a:pt x="3546566" y="1889760"/>
                </a:cubicBezTo>
                <a:cubicBezTo>
                  <a:pt x="3383339" y="1945070"/>
                  <a:pt x="3135091" y="1807254"/>
                  <a:pt x="2789965" y="1889760"/>
                </a:cubicBezTo>
                <a:cubicBezTo>
                  <a:pt x="2444839" y="1972266"/>
                  <a:pt x="2522640" y="1851158"/>
                  <a:pt x="2281624" y="1889760"/>
                </a:cubicBezTo>
                <a:cubicBezTo>
                  <a:pt x="2040608" y="1928362"/>
                  <a:pt x="2065027" y="1865768"/>
                  <a:pt x="1856036" y="1889760"/>
                </a:cubicBezTo>
                <a:cubicBezTo>
                  <a:pt x="1647045" y="1913752"/>
                  <a:pt x="1445533" y="1862475"/>
                  <a:pt x="1182189" y="1889760"/>
                </a:cubicBezTo>
                <a:cubicBezTo>
                  <a:pt x="918845" y="1917045"/>
                  <a:pt x="519234" y="1830764"/>
                  <a:pt x="0" y="1889760"/>
                </a:cubicBezTo>
                <a:cubicBezTo>
                  <a:pt x="-15403" y="1705792"/>
                  <a:pt x="21974" y="1529282"/>
                  <a:pt x="0" y="1398422"/>
                </a:cubicBezTo>
                <a:cubicBezTo>
                  <a:pt x="-21974" y="1267562"/>
                  <a:pt x="41471" y="1141092"/>
                  <a:pt x="0" y="907085"/>
                </a:cubicBezTo>
                <a:cubicBezTo>
                  <a:pt x="-41471" y="673078"/>
                  <a:pt x="18600" y="576628"/>
                  <a:pt x="0" y="415747"/>
                </a:cubicBezTo>
                <a:cubicBezTo>
                  <a:pt x="-18600" y="254866"/>
                  <a:pt x="6655" y="100644"/>
                  <a:pt x="0" y="0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49113440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dirty="0">
                <a:solidFill>
                  <a:srgbClr val="FF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DNABERT</a:t>
            </a:r>
            <a:endParaRPr lang="en-US" sz="3600" dirty="0">
              <a:solidFill>
                <a:srgbClr val="FF0000"/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7249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DE870-93B6-420E-93AF-DC716C04F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319088"/>
            <a:ext cx="8421688" cy="1325563"/>
          </a:xfrm>
        </p:spPr>
        <p:txBody>
          <a:bodyPr/>
          <a:lstStyle/>
          <a:p>
            <a:r>
              <a:rPr lang="en-GB" dirty="0" err="1"/>
              <a:t>Arsitektur</a:t>
            </a:r>
            <a:r>
              <a:rPr lang="en-GB" dirty="0"/>
              <a:t> MODEL INFERENCE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CABFCCA-2854-4DC1-BC53-67F0D7884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0F0D414-1CDE-4653-988D-160763B1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C27868-CDE4-49E3-A24D-ABBF1856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2ACD2E-1568-4886-9F14-0FA5FC00F74F}"/>
              </a:ext>
            </a:extLst>
          </p:cNvPr>
          <p:cNvSpPr/>
          <p:nvPr/>
        </p:nvSpPr>
        <p:spPr>
          <a:xfrm>
            <a:off x="1097280" y="3581989"/>
            <a:ext cx="8275320" cy="1889760"/>
          </a:xfrm>
          <a:custGeom>
            <a:avLst/>
            <a:gdLst>
              <a:gd name="connsiteX0" fmla="*/ 0 w 8275320"/>
              <a:gd name="connsiteY0" fmla="*/ 0 h 1889760"/>
              <a:gd name="connsiteX1" fmla="*/ 508341 w 8275320"/>
              <a:gd name="connsiteY1" fmla="*/ 0 h 1889760"/>
              <a:gd name="connsiteX2" fmla="*/ 1099435 w 8275320"/>
              <a:gd name="connsiteY2" fmla="*/ 0 h 1889760"/>
              <a:gd name="connsiteX3" fmla="*/ 1690530 w 8275320"/>
              <a:gd name="connsiteY3" fmla="*/ 0 h 1889760"/>
              <a:gd name="connsiteX4" fmla="*/ 2198871 w 8275320"/>
              <a:gd name="connsiteY4" fmla="*/ 0 h 1889760"/>
              <a:gd name="connsiteX5" fmla="*/ 2707212 w 8275320"/>
              <a:gd name="connsiteY5" fmla="*/ 0 h 1889760"/>
              <a:gd name="connsiteX6" fmla="*/ 3463813 w 8275320"/>
              <a:gd name="connsiteY6" fmla="*/ 0 h 1889760"/>
              <a:gd name="connsiteX7" fmla="*/ 3889400 w 8275320"/>
              <a:gd name="connsiteY7" fmla="*/ 0 h 1889760"/>
              <a:gd name="connsiteX8" fmla="*/ 4480495 w 8275320"/>
              <a:gd name="connsiteY8" fmla="*/ 0 h 1889760"/>
              <a:gd name="connsiteX9" fmla="*/ 5237095 w 8275320"/>
              <a:gd name="connsiteY9" fmla="*/ 0 h 1889760"/>
              <a:gd name="connsiteX10" fmla="*/ 5993696 w 8275320"/>
              <a:gd name="connsiteY10" fmla="*/ 0 h 1889760"/>
              <a:gd name="connsiteX11" fmla="*/ 6419284 w 8275320"/>
              <a:gd name="connsiteY11" fmla="*/ 0 h 1889760"/>
              <a:gd name="connsiteX12" fmla="*/ 7093131 w 8275320"/>
              <a:gd name="connsiteY12" fmla="*/ 0 h 1889760"/>
              <a:gd name="connsiteX13" fmla="*/ 7435966 w 8275320"/>
              <a:gd name="connsiteY13" fmla="*/ 0 h 1889760"/>
              <a:gd name="connsiteX14" fmla="*/ 8275320 w 8275320"/>
              <a:gd name="connsiteY14" fmla="*/ 0 h 1889760"/>
              <a:gd name="connsiteX15" fmla="*/ 8275320 w 8275320"/>
              <a:gd name="connsiteY15" fmla="*/ 415747 h 1889760"/>
              <a:gd name="connsiteX16" fmla="*/ 8275320 w 8275320"/>
              <a:gd name="connsiteY16" fmla="*/ 831494 h 1889760"/>
              <a:gd name="connsiteX17" fmla="*/ 8275320 w 8275320"/>
              <a:gd name="connsiteY17" fmla="*/ 1341730 h 1889760"/>
              <a:gd name="connsiteX18" fmla="*/ 8275320 w 8275320"/>
              <a:gd name="connsiteY18" fmla="*/ 1889760 h 1889760"/>
              <a:gd name="connsiteX19" fmla="*/ 7601473 w 8275320"/>
              <a:gd name="connsiteY19" fmla="*/ 1889760 h 1889760"/>
              <a:gd name="connsiteX20" fmla="*/ 6927625 w 8275320"/>
              <a:gd name="connsiteY20" fmla="*/ 1889760 h 1889760"/>
              <a:gd name="connsiteX21" fmla="*/ 6502037 w 8275320"/>
              <a:gd name="connsiteY21" fmla="*/ 1889760 h 1889760"/>
              <a:gd name="connsiteX22" fmla="*/ 5993696 w 8275320"/>
              <a:gd name="connsiteY22" fmla="*/ 1889760 h 1889760"/>
              <a:gd name="connsiteX23" fmla="*/ 5319849 w 8275320"/>
              <a:gd name="connsiteY23" fmla="*/ 1889760 h 1889760"/>
              <a:gd name="connsiteX24" fmla="*/ 4646001 w 8275320"/>
              <a:gd name="connsiteY24" fmla="*/ 1889760 h 1889760"/>
              <a:gd name="connsiteX25" fmla="*/ 4137660 w 8275320"/>
              <a:gd name="connsiteY25" fmla="*/ 1889760 h 1889760"/>
              <a:gd name="connsiteX26" fmla="*/ 3546566 w 8275320"/>
              <a:gd name="connsiteY26" fmla="*/ 1889760 h 1889760"/>
              <a:gd name="connsiteX27" fmla="*/ 2789965 w 8275320"/>
              <a:gd name="connsiteY27" fmla="*/ 1889760 h 1889760"/>
              <a:gd name="connsiteX28" fmla="*/ 2281624 w 8275320"/>
              <a:gd name="connsiteY28" fmla="*/ 1889760 h 1889760"/>
              <a:gd name="connsiteX29" fmla="*/ 1856036 w 8275320"/>
              <a:gd name="connsiteY29" fmla="*/ 1889760 h 1889760"/>
              <a:gd name="connsiteX30" fmla="*/ 1182189 w 8275320"/>
              <a:gd name="connsiteY30" fmla="*/ 1889760 h 1889760"/>
              <a:gd name="connsiteX31" fmla="*/ 0 w 8275320"/>
              <a:gd name="connsiteY31" fmla="*/ 1889760 h 1889760"/>
              <a:gd name="connsiteX32" fmla="*/ 0 w 8275320"/>
              <a:gd name="connsiteY32" fmla="*/ 1398422 h 1889760"/>
              <a:gd name="connsiteX33" fmla="*/ 0 w 8275320"/>
              <a:gd name="connsiteY33" fmla="*/ 907085 h 1889760"/>
              <a:gd name="connsiteX34" fmla="*/ 0 w 8275320"/>
              <a:gd name="connsiteY34" fmla="*/ 415747 h 1889760"/>
              <a:gd name="connsiteX35" fmla="*/ 0 w 8275320"/>
              <a:gd name="connsiteY35" fmla="*/ 0 h 188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275320" h="1889760" extrusionOk="0">
                <a:moveTo>
                  <a:pt x="0" y="0"/>
                </a:moveTo>
                <a:cubicBezTo>
                  <a:pt x="237266" y="-13262"/>
                  <a:pt x="358712" y="56810"/>
                  <a:pt x="508341" y="0"/>
                </a:cubicBezTo>
                <a:cubicBezTo>
                  <a:pt x="657970" y="-56810"/>
                  <a:pt x="861219" y="26045"/>
                  <a:pt x="1099435" y="0"/>
                </a:cubicBezTo>
                <a:cubicBezTo>
                  <a:pt x="1337651" y="-26045"/>
                  <a:pt x="1559341" y="16277"/>
                  <a:pt x="1690530" y="0"/>
                </a:cubicBezTo>
                <a:cubicBezTo>
                  <a:pt x="1821719" y="-16277"/>
                  <a:pt x="1948848" y="17881"/>
                  <a:pt x="2198871" y="0"/>
                </a:cubicBezTo>
                <a:cubicBezTo>
                  <a:pt x="2448894" y="-17881"/>
                  <a:pt x="2517259" y="25491"/>
                  <a:pt x="2707212" y="0"/>
                </a:cubicBezTo>
                <a:cubicBezTo>
                  <a:pt x="2897165" y="-25491"/>
                  <a:pt x="3118524" y="65472"/>
                  <a:pt x="3463813" y="0"/>
                </a:cubicBezTo>
                <a:cubicBezTo>
                  <a:pt x="3809102" y="-65472"/>
                  <a:pt x="3692568" y="29152"/>
                  <a:pt x="3889400" y="0"/>
                </a:cubicBezTo>
                <a:cubicBezTo>
                  <a:pt x="4086232" y="-29152"/>
                  <a:pt x="4254677" y="50364"/>
                  <a:pt x="4480495" y="0"/>
                </a:cubicBezTo>
                <a:cubicBezTo>
                  <a:pt x="4706313" y="-50364"/>
                  <a:pt x="4944693" y="77100"/>
                  <a:pt x="5237095" y="0"/>
                </a:cubicBezTo>
                <a:cubicBezTo>
                  <a:pt x="5529497" y="-77100"/>
                  <a:pt x="5654186" y="44690"/>
                  <a:pt x="5993696" y="0"/>
                </a:cubicBezTo>
                <a:cubicBezTo>
                  <a:pt x="6333206" y="-44690"/>
                  <a:pt x="6322201" y="1510"/>
                  <a:pt x="6419284" y="0"/>
                </a:cubicBezTo>
                <a:cubicBezTo>
                  <a:pt x="6516367" y="-1510"/>
                  <a:pt x="6858215" y="71801"/>
                  <a:pt x="7093131" y="0"/>
                </a:cubicBezTo>
                <a:cubicBezTo>
                  <a:pt x="7328047" y="-71801"/>
                  <a:pt x="7298161" y="3884"/>
                  <a:pt x="7435966" y="0"/>
                </a:cubicBezTo>
                <a:cubicBezTo>
                  <a:pt x="7573771" y="-3884"/>
                  <a:pt x="7962462" y="46952"/>
                  <a:pt x="8275320" y="0"/>
                </a:cubicBezTo>
                <a:cubicBezTo>
                  <a:pt x="8311411" y="152383"/>
                  <a:pt x="8236212" y="217100"/>
                  <a:pt x="8275320" y="415747"/>
                </a:cubicBezTo>
                <a:cubicBezTo>
                  <a:pt x="8314428" y="614394"/>
                  <a:pt x="8241823" y="674197"/>
                  <a:pt x="8275320" y="831494"/>
                </a:cubicBezTo>
                <a:cubicBezTo>
                  <a:pt x="8308817" y="988791"/>
                  <a:pt x="8244704" y="1091041"/>
                  <a:pt x="8275320" y="1341730"/>
                </a:cubicBezTo>
                <a:cubicBezTo>
                  <a:pt x="8305936" y="1592419"/>
                  <a:pt x="8247860" y="1657763"/>
                  <a:pt x="8275320" y="1889760"/>
                </a:cubicBezTo>
                <a:cubicBezTo>
                  <a:pt x="8073725" y="1964777"/>
                  <a:pt x="7888575" y="1813805"/>
                  <a:pt x="7601473" y="1889760"/>
                </a:cubicBezTo>
                <a:cubicBezTo>
                  <a:pt x="7314371" y="1965715"/>
                  <a:pt x="7120690" y="1831067"/>
                  <a:pt x="6927625" y="1889760"/>
                </a:cubicBezTo>
                <a:cubicBezTo>
                  <a:pt x="6734560" y="1948453"/>
                  <a:pt x="6610812" y="1864001"/>
                  <a:pt x="6502037" y="1889760"/>
                </a:cubicBezTo>
                <a:cubicBezTo>
                  <a:pt x="6393262" y="1915519"/>
                  <a:pt x="6229109" y="1863252"/>
                  <a:pt x="5993696" y="1889760"/>
                </a:cubicBezTo>
                <a:cubicBezTo>
                  <a:pt x="5758283" y="1916268"/>
                  <a:pt x="5643714" y="1887118"/>
                  <a:pt x="5319849" y="1889760"/>
                </a:cubicBezTo>
                <a:cubicBezTo>
                  <a:pt x="4995984" y="1892402"/>
                  <a:pt x="4922501" y="1818093"/>
                  <a:pt x="4646001" y="1889760"/>
                </a:cubicBezTo>
                <a:cubicBezTo>
                  <a:pt x="4369501" y="1961427"/>
                  <a:pt x="4383192" y="1878955"/>
                  <a:pt x="4137660" y="1889760"/>
                </a:cubicBezTo>
                <a:cubicBezTo>
                  <a:pt x="3892128" y="1900565"/>
                  <a:pt x="3709793" y="1834450"/>
                  <a:pt x="3546566" y="1889760"/>
                </a:cubicBezTo>
                <a:cubicBezTo>
                  <a:pt x="3383339" y="1945070"/>
                  <a:pt x="3135091" y="1807254"/>
                  <a:pt x="2789965" y="1889760"/>
                </a:cubicBezTo>
                <a:cubicBezTo>
                  <a:pt x="2444839" y="1972266"/>
                  <a:pt x="2522640" y="1851158"/>
                  <a:pt x="2281624" y="1889760"/>
                </a:cubicBezTo>
                <a:cubicBezTo>
                  <a:pt x="2040608" y="1928362"/>
                  <a:pt x="2065027" y="1865768"/>
                  <a:pt x="1856036" y="1889760"/>
                </a:cubicBezTo>
                <a:cubicBezTo>
                  <a:pt x="1647045" y="1913752"/>
                  <a:pt x="1445533" y="1862475"/>
                  <a:pt x="1182189" y="1889760"/>
                </a:cubicBezTo>
                <a:cubicBezTo>
                  <a:pt x="918845" y="1917045"/>
                  <a:pt x="519234" y="1830764"/>
                  <a:pt x="0" y="1889760"/>
                </a:cubicBezTo>
                <a:cubicBezTo>
                  <a:pt x="-15403" y="1705792"/>
                  <a:pt x="21974" y="1529282"/>
                  <a:pt x="0" y="1398422"/>
                </a:cubicBezTo>
                <a:cubicBezTo>
                  <a:pt x="-21974" y="1267562"/>
                  <a:pt x="41471" y="1141092"/>
                  <a:pt x="0" y="907085"/>
                </a:cubicBezTo>
                <a:cubicBezTo>
                  <a:pt x="-41471" y="673078"/>
                  <a:pt x="18600" y="576628"/>
                  <a:pt x="0" y="415747"/>
                </a:cubicBezTo>
                <a:cubicBezTo>
                  <a:pt x="-18600" y="254866"/>
                  <a:pt x="6655" y="100644"/>
                  <a:pt x="0" y="0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49113440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dirty="0">
                <a:solidFill>
                  <a:srgbClr val="FF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DNABERT</a:t>
            </a:r>
            <a:endParaRPr lang="en-US" sz="3600" dirty="0">
              <a:solidFill>
                <a:srgbClr val="FF0000"/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C737CC5-C026-4C04-9B57-B25EAE2A41B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588" y="1386251"/>
            <a:ext cx="5158823" cy="515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2236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ED4E9-D53C-4257-9E7C-9D3E7F87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Skenario</a:t>
            </a:r>
            <a:r>
              <a:rPr lang="en-GB" dirty="0"/>
              <a:t> EKSPERIMEN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86396-212D-408F-9301-64AC674CD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2484120"/>
            <a:ext cx="10110696" cy="334835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Fine-tuning</a:t>
            </a:r>
            <a:r>
              <a:rPr lang="en-GB" sz="2000" dirty="0"/>
              <a:t> DNABERT </a:t>
            </a:r>
            <a:r>
              <a:rPr lang="en-GB" sz="2000" dirty="0" err="1"/>
              <a:t>untuk</a:t>
            </a:r>
            <a:r>
              <a:rPr lang="en-GB" sz="2000" dirty="0"/>
              <a:t> </a:t>
            </a:r>
            <a:r>
              <a:rPr lang="en-GB" sz="2000" i="1" dirty="0"/>
              <a:t>sequential labelling</a:t>
            </a:r>
            <a:r>
              <a:rPr lang="en-GB" sz="2000" dirty="0"/>
              <a:t> </a:t>
            </a:r>
            <a:r>
              <a:rPr lang="en-GB" sz="2000" dirty="0" err="1"/>
              <a:t>sebagai</a:t>
            </a:r>
            <a:r>
              <a:rPr lang="en-GB" sz="2000" dirty="0"/>
              <a:t> </a:t>
            </a:r>
            <a:r>
              <a:rPr lang="en-GB" sz="2000" i="1" dirty="0"/>
              <a:t>reference</a:t>
            </a:r>
            <a:r>
              <a:rPr lang="en-GB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Multitask learning </a:t>
            </a:r>
            <a:r>
              <a:rPr lang="en-GB" sz="2000" dirty="0"/>
              <a:t>pada DNABERT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i="1" dirty="0"/>
              <a:t>training</a:t>
            </a:r>
            <a:r>
              <a:rPr lang="en-GB" sz="2000" dirty="0"/>
              <a:t> </a:t>
            </a:r>
            <a:r>
              <a:rPr lang="en-GB" sz="2000" dirty="0" err="1"/>
              <a:t>untuk</a:t>
            </a:r>
            <a:r>
              <a:rPr lang="en-GB" sz="2000" dirty="0"/>
              <a:t> </a:t>
            </a:r>
            <a:r>
              <a:rPr lang="en-GB" sz="2000" i="1" dirty="0"/>
              <a:t>aux. task</a:t>
            </a:r>
            <a:r>
              <a:rPr lang="en-GB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Evaluasi</a:t>
            </a:r>
            <a:r>
              <a:rPr lang="en-GB" sz="2000" dirty="0"/>
              <a:t> </a:t>
            </a:r>
            <a:r>
              <a:rPr lang="en-GB" sz="2000" dirty="0" err="1"/>
              <a:t>hasil</a:t>
            </a:r>
            <a:r>
              <a:rPr lang="en-GB" sz="2000" dirty="0"/>
              <a:t>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9AC2DA3-43EC-4562-8642-C53C40ED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B014F7-22E5-4236-9AC4-6D4BCB11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A8B939-3BCD-44C2-82D2-4DC34455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185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E37D2-B58F-44AF-8EBD-2A4575E55D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FCD9D-51FE-4DA3-A4F1-A9B76A752D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481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AREAS OF GROWTH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90E7E75-E57A-4FF0-A0E4-A4DBCF6EA89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855681044"/>
              </p:ext>
            </p:extLst>
          </p:nvPr>
        </p:nvGraphicFramePr>
        <p:xfrm>
          <a:off x="838200" y="2111375"/>
          <a:ext cx="10515600" cy="357097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2611045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4727934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662282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347881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6635212"/>
                    </a:ext>
                  </a:extLst>
                </a:gridCol>
              </a:tblGrid>
              <a:tr h="714194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CATEGORY 1</a:t>
                      </a:r>
                      <a:endParaRPr lang="en-US" sz="1600" b="1" i="0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CATEGORY 2</a:t>
                      </a:r>
                      <a:endParaRPr lang="en-US" sz="1600" b="1" i="0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 3</a:t>
                      </a:r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 4​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328149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Q1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4.5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2.3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1.7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5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​.0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34841754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Q2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3.2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5.1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4.4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​.0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29140390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Q3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2.1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1.7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2.5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2.8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99990805"/>
                  </a:ext>
                </a:extLst>
              </a:tr>
              <a:tr h="71419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Q4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4.5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2.2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1.7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400" b="0" i="0" dirty="0">
                          <a:solidFill>
                            <a:srgbClr val="333F50"/>
                          </a:solidFill>
                          <a:effectLst/>
                          <a:latin typeface="+mn-lt"/>
                        </a:rPr>
                        <a:t>7.0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8671141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1AE66-47AA-4110-86B9-0626D4953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5A93F-DCAE-40B8-8E94-3239A1A6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91613-153A-4005-9F4D-2F185AE5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6826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>
            <a:normAutofit/>
          </a:bodyPr>
          <a:lstStyle/>
          <a:p>
            <a:r>
              <a:rPr lang="en-US" dirty="0"/>
              <a:t>Question?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C7382-18E7-4821-8C61-461D6BBE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0FA1B-5022-47AB-A0AE-8F5C5797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_tm67328976_Win32_LW_SL_v3" id="{B5A5B451-F186-4F05-917D-430247B33515}" vid="{C0610F80-F57F-4E6B-A096-3AEBDD5FC5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D6FE22-81A0-4500-AFD0-342D21BB9A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96B61E-1B64-430F-934F-7D1B90028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C43685-694E-4579-B109-3C418D49DA6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3737</TotalTime>
  <Words>1982</Words>
  <Application>Microsoft Office PowerPoint</Application>
  <PresentationFormat>Widescreen</PresentationFormat>
  <Paragraphs>409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Cascadia Mono SemiLight</vt:lpstr>
      <vt:lpstr>Consolas</vt:lpstr>
      <vt:lpstr>Tenorite</vt:lpstr>
      <vt:lpstr>Office Theme</vt:lpstr>
      <vt:lpstr>Penerapan Multitask Learning dan BERT untuk Prediksi Splice Sites pada DNA Eukariot</vt:lpstr>
      <vt:lpstr>AGENDA</vt:lpstr>
      <vt:lpstr>Latar Belakang Penelitian</vt:lpstr>
      <vt:lpstr>Latar Belakang</vt:lpstr>
      <vt:lpstr>Latar Belakang</vt:lpstr>
      <vt:lpstr>Latar Belakang</vt:lpstr>
      <vt:lpstr>RUMUSAN MAsalah</vt:lpstr>
      <vt:lpstr>Tujuan Penelitian</vt:lpstr>
      <vt:lpstr>Tujuan Penelitian</vt:lpstr>
      <vt:lpstr>Premis dan Hipotesis</vt:lpstr>
      <vt:lpstr>STUDI LITERATUR</vt:lpstr>
      <vt:lpstr>Anotasi Gen</vt:lpstr>
      <vt:lpstr>ANOTASI GEN</vt:lpstr>
      <vt:lpstr>FEGENSH</vt:lpstr>
      <vt:lpstr>Prediksi Promoter</vt:lpstr>
      <vt:lpstr>Prediksi Promoter</vt:lpstr>
      <vt:lpstr>Prediksi Poly-A</vt:lpstr>
      <vt:lpstr>Prediksi Poly-A</vt:lpstr>
      <vt:lpstr>Prediksi Splice Sites</vt:lpstr>
      <vt:lpstr>MULTITASK LEARNING</vt:lpstr>
      <vt:lpstr>PowerPoint Presentation</vt:lpstr>
      <vt:lpstr>Struktur UMUM Multitask Learning untuk Related TASK</vt:lpstr>
      <vt:lpstr>Learning untuk MAIN TASK</vt:lpstr>
      <vt:lpstr>MT-DNN</vt:lpstr>
      <vt:lpstr>MT-DNN</vt:lpstr>
      <vt:lpstr>ANAlISIS  Masalah</vt:lpstr>
      <vt:lpstr>MASALAH Anotasi GEN</vt:lpstr>
      <vt:lpstr>Masalah Prediksi SPLICE SITES (SS)</vt:lpstr>
      <vt:lpstr>Masalah Prediksi SPLICE SITES (SS)</vt:lpstr>
      <vt:lpstr>Masalah-Masalah Lain</vt:lpstr>
      <vt:lpstr>ANALISIS SOLUSI &amp; PEraNCANGAN</vt:lpstr>
      <vt:lpstr>TASK terkait Prediksi Splice Site</vt:lpstr>
      <vt:lpstr>DATA</vt:lpstr>
      <vt:lpstr>ANNOTATED  Assembly</vt:lpstr>
      <vt:lpstr>Arsitektur UMUM</vt:lpstr>
      <vt:lpstr>Input &amp; Preprocessing</vt:lpstr>
      <vt:lpstr>FEATURE Extraction &amp; Classification Model</vt:lpstr>
      <vt:lpstr>Arsitektur MODEL Training</vt:lpstr>
      <vt:lpstr>Arsitektur MODEL INFERENCE</vt:lpstr>
      <vt:lpstr>Skenario EKSPERIMEN</vt:lpstr>
      <vt:lpstr>PowerPoint Presentation</vt:lpstr>
      <vt:lpstr>AREAS OF GROWTH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Penerapan Multitask Learning dan BERT untuk Prediksi Splice Sites pada DNA Eukariot</dc:title>
  <dc:creator>Muhammad Anwari Leksono</dc:creator>
  <cp:lastModifiedBy>Muhammad Anwari Leksono</cp:lastModifiedBy>
  <cp:revision>43</cp:revision>
  <dcterms:created xsi:type="dcterms:W3CDTF">2021-12-08T03:20:25Z</dcterms:created>
  <dcterms:modified xsi:type="dcterms:W3CDTF">2021-12-11T14:28:27Z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