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35"/>
  </p:notesMasterIdLst>
  <p:handoutMasterIdLst>
    <p:handoutMasterId r:id="rId36"/>
  </p:handoutMasterIdLst>
  <p:sldIdLst>
    <p:sldId id="256" r:id="rId5"/>
    <p:sldId id="257" r:id="rId6"/>
    <p:sldId id="262" r:id="rId7"/>
    <p:sldId id="258" r:id="rId8"/>
    <p:sldId id="272" r:id="rId9"/>
    <p:sldId id="276" r:id="rId10"/>
    <p:sldId id="273" r:id="rId11"/>
    <p:sldId id="278" r:id="rId12"/>
    <p:sldId id="274" r:id="rId13"/>
    <p:sldId id="277" r:id="rId14"/>
    <p:sldId id="279" r:id="rId15"/>
    <p:sldId id="281" r:id="rId16"/>
    <p:sldId id="282" r:id="rId17"/>
    <p:sldId id="285" r:id="rId18"/>
    <p:sldId id="283" r:id="rId19"/>
    <p:sldId id="286" r:id="rId20"/>
    <p:sldId id="287" r:id="rId21"/>
    <p:sldId id="284" r:id="rId22"/>
    <p:sldId id="280" r:id="rId23"/>
    <p:sldId id="268" r:id="rId24"/>
    <p:sldId id="269" r:id="rId25"/>
    <p:sldId id="265" r:id="rId26"/>
    <p:sldId id="264" r:id="rId27"/>
    <p:sldId id="263" r:id="rId28"/>
    <p:sldId id="270" r:id="rId29"/>
    <p:sldId id="259" r:id="rId30"/>
    <p:sldId id="260" r:id="rId31"/>
    <p:sldId id="261" r:id="rId32"/>
    <p:sldId id="266" r:id="rId33"/>
    <p:sldId id="271"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989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0704" autoAdjust="0"/>
  </p:normalViewPr>
  <p:slideViewPr>
    <p:cSldViewPr snapToGrid="0">
      <p:cViewPr varScale="1">
        <p:scale>
          <a:sx n="73" d="100"/>
          <a:sy n="73" d="100"/>
        </p:scale>
        <p:origin x="618" y="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dk1">
                <a:tint val="88500"/>
              </a:schemeClr>
            </a:solidFill>
            <a:ln>
              <a:noFill/>
            </a:ln>
            <a:effectLst/>
          </c:spPr>
          <c:invertIfNegative val="0"/>
          <c:cat>
            <c:strRef>
              <c:f>Sheet1!$A$2:$A$5</c:f>
              <c:strCache>
                <c:ptCount val="4"/>
                <c:pt idx="0">
                  <c:v>Q1</c:v>
                </c:pt>
                <c:pt idx="1">
                  <c:v>Q2</c:v>
                </c:pt>
                <c:pt idx="2">
                  <c:v>Q3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161-4FC4-B3E4-D37A5AEE23BB}"/>
            </c:ext>
          </c:extLst>
        </c:ser>
        <c:ser>
          <c:idx val="1"/>
          <c:order val="1"/>
          <c:tx>
            <c:strRef>
              <c:f>Sheet1!$C$1</c:f>
              <c:strCache>
                <c:ptCount val="1"/>
                <c:pt idx="0">
                  <c:v>Series 2</c:v>
                </c:pt>
              </c:strCache>
            </c:strRef>
          </c:tx>
          <c:spPr>
            <a:solidFill>
              <a:schemeClr val="dk1">
                <a:tint val="55000"/>
              </a:schemeClr>
            </a:solidFill>
            <a:ln>
              <a:noFill/>
            </a:ln>
            <a:effectLst/>
          </c:spPr>
          <c:invertIfNegative val="0"/>
          <c:cat>
            <c:strRef>
              <c:f>Sheet1!$A$2:$A$5</c:f>
              <c:strCache>
                <c:ptCount val="4"/>
                <c:pt idx="0">
                  <c:v>Q1</c:v>
                </c:pt>
                <c:pt idx="1">
                  <c:v>Q2</c:v>
                </c:pt>
                <c:pt idx="2">
                  <c:v>Q3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161-4FC4-B3E4-D37A5AEE23BB}"/>
            </c:ext>
          </c:extLst>
        </c:ser>
        <c:ser>
          <c:idx val="2"/>
          <c:order val="2"/>
          <c:tx>
            <c:strRef>
              <c:f>Sheet1!$D$1</c:f>
              <c:strCache>
                <c:ptCount val="1"/>
                <c:pt idx="0">
                  <c:v>Series 3</c:v>
                </c:pt>
              </c:strCache>
            </c:strRef>
          </c:tx>
          <c:spPr>
            <a:solidFill>
              <a:schemeClr val="dk1">
                <a:tint val="75000"/>
              </a:schemeClr>
            </a:solidFill>
            <a:ln>
              <a:noFill/>
            </a:ln>
            <a:effectLst/>
          </c:spPr>
          <c:invertIfNegative val="0"/>
          <c:cat>
            <c:strRef>
              <c:f>Sheet1!$A$2:$A$5</c:f>
              <c:strCache>
                <c:ptCount val="4"/>
                <c:pt idx="0">
                  <c:v>Q1</c:v>
                </c:pt>
                <c:pt idx="1">
                  <c:v>Q2</c:v>
                </c:pt>
                <c:pt idx="2">
                  <c:v>Q3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2161-4FC4-B3E4-D37A5AEE23BB}"/>
            </c:ext>
          </c:extLst>
        </c:ser>
        <c:dLbls>
          <c:showLegendKey val="0"/>
          <c:showVal val="0"/>
          <c:showCatName val="0"/>
          <c:showSerName val="0"/>
          <c:showPercent val="0"/>
          <c:showBubbleSize val="0"/>
        </c:dLbls>
        <c:gapWidth val="219"/>
        <c:overlap val="-27"/>
        <c:axId val="229001183"/>
        <c:axId val="228998687"/>
      </c:barChart>
      <c:catAx>
        <c:axId val="2290011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28998687"/>
        <c:crosses val="autoZero"/>
        <c:auto val="1"/>
        <c:lblAlgn val="ctr"/>
        <c:lblOffset val="100"/>
        <c:noMultiLvlLbl val="0"/>
      </c:catAx>
      <c:valAx>
        <c:axId val="22899868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2900118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E55BF2D-9931-4768-B2D6-875D4DD5A2DD}" type="doc">
      <dgm:prSet loTypeId="urn:microsoft.com/office/officeart/2005/8/layout/hProcess9" loCatId="process" qsTypeId="urn:microsoft.com/office/officeart/2005/8/quickstyle/simple1" qsCatId="simple" csTypeId="urn:microsoft.com/office/officeart/2005/8/colors/colorful3" csCatId="colorful" phldr="1"/>
      <dgm:spPr/>
      <dgm:t>
        <a:bodyPr/>
        <a:lstStyle/>
        <a:p>
          <a:endParaRPr lang="en-US"/>
        </a:p>
      </dgm:t>
    </dgm:pt>
    <dgm:pt modelId="{3210579E-32BF-4869-B7AB-2C7DB6E0BC92}">
      <dgm:prSet phldrT="[Text]"/>
      <dgm:spPr/>
      <dgm:t>
        <a:bodyPr/>
        <a:lstStyle/>
        <a:p>
          <a:r>
            <a:rPr lang="en-GB"/>
            <a:t>Anotasi Gen</a:t>
          </a:r>
          <a:endParaRPr lang="en-US" dirty="0"/>
        </a:p>
      </dgm:t>
    </dgm:pt>
    <dgm:pt modelId="{601E8D6D-4B7C-49BE-94FA-0E8E834C1544}" type="parTrans" cxnId="{480968EA-C600-4C64-B3CD-5FEA960569A9}">
      <dgm:prSet/>
      <dgm:spPr/>
      <dgm:t>
        <a:bodyPr/>
        <a:lstStyle/>
        <a:p>
          <a:endParaRPr lang="en-US"/>
        </a:p>
      </dgm:t>
    </dgm:pt>
    <dgm:pt modelId="{9DFD472D-9E95-4653-8120-02D1764C0AB6}" type="sibTrans" cxnId="{480968EA-C600-4C64-B3CD-5FEA960569A9}">
      <dgm:prSet/>
      <dgm:spPr/>
      <dgm:t>
        <a:bodyPr/>
        <a:lstStyle/>
        <a:p>
          <a:endParaRPr lang="en-US"/>
        </a:p>
      </dgm:t>
    </dgm:pt>
    <dgm:pt modelId="{134BE17F-595C-4283-AC7D-EFDDBC236DC9}">
      <dgm:prSet phldrT="[Text]"/>
      <dgm:spPr/>
      <dgm:t>
        <a:bodyPr/>
        <a:lstStyle/>
        <a:p>
          <a:r>
            <a:rPr lang="en-GB" dirty="0" err="1"/>
            <a:t>Struktur</a:t>
          </a:r>
          <a:endParaRPr lang="en-US" dirty="0"/>
        </a:p>
      </dgm:t>
    </dgm:pt>
    <dgm:pt modelId="{E08C9172-9C1C-403C-BE0D-E635AB6F29BB}" type="parTrans" cxnId="{B59DAF9D-19B1-4634-9167-F7D55CBAFCC9}">
      <dgm:prSet/>
      <dgm:spPr/>
      <dgm:t>
        <a:bodyPr/>
        <a:lstStyle/>
        <a:p>
          <a:endParaRPr lang="en-US"/>
        </a:p>
      </dgm:t>
    </dgm:pt>
    <dgm:pt modelId="{FD27E9F5-7CCD-4B97-BD04-B15EC5430BAB}" type="sibTrans" cxnId="{B59DAF9D-19B1-4634-9167-F7D55CBAFCC9}">
      <dgm:prSet/>
      <dgm:spPr/>
      <dgm:t>
        <a:bodyPr/>
        <a:lstStyle/>
        <a:p>
          <a:endParaRPr lang="en-US"/>
        </a:p>
      </dgm:t>
    </dgm:pt>
    <dgm:pt modelId="{7D736879-F308-4464-B920-3777EBB668B6}">
      <dgm:prSet phldrT="[Text]"/>
      <dgm:spPr/>
      <dgm:t>
        <a:bodyPr/>
        <a:lstStyle/>
        <a:p>
          <a:r>
            <a:rPr lang="en-GB"/>
            <a:t>Proteomik</a:t>
          </a:r>
          <a:endParaRPr lang="en-US" dirty="0"/>
        </a:p>
      </dgm:t>
    </dgm:pt>
    <dgm:pt modelId="{2CF6DA49-F42D-439E-8FE3-E7BEF577BDE2}" type="parTrans" cxnId="{74059E4F-39BC-4DBC-B878-CC385081B41B}">
      <dgm:prSet/>
      <dgm:spPr/>
      <dgm:t>
        <a:bodyPr/>
        <a:lstStyle/>
        <a:p>
          <a:endParaRPr lang="en-US"/>
        </a:p>
      </dgm:t>
    </dgm:pt>
    <dgm:pt modelId="{87D893FC-5300-4502-9479-D31B647D37B4}" type="sibTrans" cxnId="{74059E4F-39BC-4DBC-B878-CC385081B41B}">
      <dgm:prSet/>
      <dgm:spPr/>
      <dgm:t>
        <a:bodyPr/>
        <a:lstStyle/>
        <a:p>
          <a:endParaRPr lang="en-US"/>
        </a:p>
      </dgm:t>
    </dgm:pt>
    <dgm:pt modelId="{B9DF6294-A8E8-452D-94DB-C8C700F351E1}">
      <dgm:prSet phldrT="[Text]"/>
      <dgm:spPr/>
      <dgm:t>
        <a:bodyPr/>
        <a:lstStyle/>
        <a:p>
          <a:r>
            <a:rPr lang="en-GB" dirty="0" err="1"/>
            <a:t>Struktur</a:t>
          </a:r>
          <a:r>
            <a:rPr lang="en-GB" dirty="0"/>
            <a:t> (Alpha, Beta, Transmembrane)</a:t>
          </a:r>
          <a:endParaRPr lang="en-US" dirty="0"/>
        </a:p>
      </dgm:t>
    </dgm:pt>
    <dgm:pt modelId="{73FAC760-CE32-4771-AFA9-5E527373E832}" type="parTrans" cxnId="{62F5213F-9E63-4664-B42A-43D7595F5C72}">
      <dgm:prSet/>
      <dgm:spPr/>
      <dgm:t>
        <a:bodyPr/>
        <a:lstStyle/>
        <a:p>
          <a:endParaRPr lang="en-US"/>
        </a:p>
      </dgm:t>
    </dgm:pt>
    <dgm:pt modelId="{937CB2F2-959B-4C31-8510-6A5221707A33}" type="sibTrans" cxnId="{62F5213F-9E63-4664-B42A-43D7595F5C72}">
      <dgm:prSet/>
      <dgm:spPr/>
      <dgm:t>
        <a:bodyPr/>
        <a:lstStyle/>
        <a:p>
          <a:endParaRPr lang="en-US"/>
        </a:p>
      </dgm:t>
    </dgm:pt>
    <dgm:pt modelId="{21D958BE-4140-4981-8639-597F341FBCBE}">
      <dgm:prSet phldrT="[Text]"/>
      <dgm:spPr/>
      <dgm:t>
        <a:bodyPr/>
        <a:lstStyle/>
        <a:p>
          <a:r>
            <a:rPr lang="en-GB"/>
            <a:t>Metabolomik</a:t>
          </a:r>
          <a:endParaRPr lang="en-US" dirty="0"/>
        </a:p>
      </dgm:t>
    </dgm:pt>
    <dgm:pt modelId="{92CBD506-EC27-4495-A6B6-D06BE548BB9F}" type="parTrans" cxnId="{933DD8DC-23AF-4119-987A-A593C32178D8}">
      <dgm:prSet/>
      <dgm:spPr/>
      <dgm:t>
        <a:bodyPr/>
        <a:lstStyle/>
        <a:p>
          <a:endParaRPr lang="en-US"/>
        </a:p>
      </dgm:t>
    </dgm:pt>
    <dgm:pt modelId="{9705B91D-549F-42ED-993B-64BF058D5FA1}" type="sibTrans" cxnId="{933DD8DC-23AF-4119-987A-A593C32178D8}">
      <dgm:prSet/>
      <dgm:spPr/>
      <dgm:t>
        <a:bodyPr/>
        <a:lstStyle/>
        <a:p>
          <a:endParaRPr lang="en-US"/>
        </a:p>
      </dgm:t>
    </dgm:pt>
    <dgm:pt modelId="{B8C2082A-6492-40D8-B112-B8C7179F02B3}">
      <dgm:prSet phldrT="[Text]"/>
      <dgm:spPr/>
      <dgm:t>
        <a:bodyPr/>
        <a:lstStyle/>
        <a:p>
          <a:r>
            <a:rPr lang="en-GB" dirty="0" err="1"/>
            <a:t>Hubungan</a:t>
          </a:r>
          <a:r>
            <a:rPr lang="en-GB" dirty="0"/>
            <a:t> </a:t>
          </a:r>
          <a:r>
            <a:rPr lang="en-GB" dirty="0" err="1"/>
            <a:t>antara</a:t>
          </a:r>
          <a:r>
            <a:rPr lang="en-GB" dirty="0"/>
            <a:t> protein </a:t>
          </a:r>
          <a:r>
            <a:rPr lang="en-GB" dirty="0" err="1"/>
            <a:t>dalam</a:t>
          </a:r>
          <a:r>
            <a:rPr lang="en-GB" dirty="0"/>
            <a:t> </a:t>
          </a:r>
          <a:r>
            <a:rPr lang="en-GB" dirty="0" err="1"/>
            <a:t>metabolisme</a:t>
          </a:r>
          <a:endParaRPr lang="en-US" dirty="0"/>
        </a:p>
      </dgm:t>
    </dgm:pt>
    <dgm:pt modelId="{1067CE16-F505-47E5-BAB6-8119A1D471D9}" type="parTrans" cxnId="{395AED37-B057-4BDD-ADD3-DEFFF0A94E93}">
      <dgm:prSet/>
      <dgm:spPr/>
      <dgm:t>
        <a:bodyPr/>
        <a:lstStyle/>
        <a:p>
          <a:endParaRPr lang="en-US"/>
        </a:p>
      </dgm:t>
    </dgm:pt>
    <dgm:pt modelId="{69C5B150-6FBA-40D2-9A7C-DAAAA37139A6}" type="sibTrans" cxnId="{395AED37-B057-4BDD-ADD3-DEFFF0A94E93}">
      <dgm:prSet/>
      <dgm:spPr/>
      <dgm:t>
        <a:bodyPr/>
        <a:lstStyle/>
        <a:p>
          <a:endParaRPr lang="en-US"/>
        </a:p>
      </dgm:t>
    </dgm:pt>
    <dgm:pt modelId="{96031A7A-C1B6-4191-AC72-73831BA49C19}">
      <dgm:prSet phldrT="[Text]"/>
      <dgm:spPr/>
      <dgm:t>
        <a:bodyPr/>
        <a:lstStyle/>
        <a:p>
          <a:r>
            <a:rPr lang="en-GB" dirty="0" err="1"/>
            <a:t>Fungsi</a:t>
          </a:r>
          <a:endParaRPr lang="en-US" dirty="0"/>
        </a:p>
      </dgm:t>
    </dgm:pt>
    <dgm:pt modelId="{1B62784A-E776-445B-A1CA-1C02874BF39A}" type="parTrans" cxnId="{6DB4436E-C9E6-4E4D-A5E7-A349CD77FCE1}">
      <dgm:prSet/>
      <dgm:spPr/>
      <dgm:t>
        <a:bodyPr/>
        <a:lstStyle/>
        <a:p>
          <a:endParaRPr lang="en-US"/>
        </a:p>
      </dgm:t>
    </dgm:pt>
    <dgm:pt modelId="{DEB848D2-3A5D-48FD-87CA-12FD58F77D36}" type="sibTrans" cxnId="{6DB4436E-C9E6-4E4D-A5E7-A349CD77FCE1}">
      <dgm:prSet/>
      <dgm:spPr/>
      <dgm:t>
        <a:bodyPr/>
        <a:lstStyle/>
        <a:p>
          <a:endParaRPr lang="en-US"/>
        </a:p>
      </dgm:t>
    </dgm:pt>
    <dgm:pt modelId="{3AC940A8-78A2-4E3A-9705-2F3EA0AED949}">
      <dgm:prSet phldrT="[Text]"/>
      <dgm:spPr/>
      <dgm:t>
        <a:bodyPr/>
        <a:lstStyle/>
        <a:p>
          <a:r>
            <a:rPr lang="en-GB"/>
            <a:t>Fungsi </a:t>
          </a:r>
          <a:r>
            <a:rPr lang="en-GB" dirty="0"/>
            <a:t>Protein</a:t>
          </a:r>
          <a:endParaRPr lang="en-US" dirty="0"/>
        </a:p>
      </dgm:t>
    </dgm:pt>
    <dgm:pt modelId="{E838A622-6F22-4513-B1B6-AE82C565E1D2}" type="parTrans" cxnId="{E5D79239-B1C0-4868-BDE8-94D519A5EEF2}">
      <dgm:prSet/>
      <dgm:spPr/>
      <dgm:t>
        <a:bodyPr/>
        <a:lstStyle/>
        <a:p>
          <a:endParaRPr lang="en-US"/>
        </a:p>
      </dgm:t>
    </dgm:pt>
    <dgm:pt modelId="{39F24589-CA51-4DD6-9F21-2592A93A4561}" type="sibTrans" cxnId="{E5D79239-B1C0-4868-BDE8-94D519A5EEF2}">
      <dgm:prSet/>
      <dgm:spPr/>
      <dgm:t>
        <a:bodyPr/>
        <a:lstStyle/>
        <a:p>
          <a:endParaRPr lang="en-US"/>
        </a:p>
      </dgm:t>
    </dgm:pt>
    <dgm:pt modelId="{2DAADE06-7DF2-41C0-8EB8-A3A3C85DF106}">
      <dgm:prSet phldrT="[Text]"/>
      <dgm:spPr/>
      <dgm:t>
        <a:bodyPr/>
        <a:lstStyle/>
        <a:p>
          <a:r>
            <a:rPr lang="en-GB" dirty="0"/>
            <a:t>Metabolism Pathway</a:t>
          </a:r>
          <a:endParaRPr lang="en-US" dirty="0"/>
        </a:p>
      </dgm:t>
    </dgm:pt>
    <dgm:pt modelId="{94F57EA0-FB92-4584-9785-D542C50E89F4}" type="parTrans" cxnId="{7E6F663E-EEFB-476C-A68D-F9E862F27C4B}">
      <dgm:prSet/>
      <dgm:spPr/>
      <dgm:t>
        <a:bodyPr/>
        <a:lstStyle/>
        <a:p>
          <a:endParaRPr lang="en-US"/>
        </a:p>
      </dgm:t>
    </dgm:pt>
    <dgm:pt modelId="{F917015D-CB11-4463-8A3C-A363044AC8E5}" type="sibTrans" cxnId="{7E6F663E-EEFB-476C-A68D-F9E862F27C4B}">
      <dgm:prSet/>
      <dgm:spPr/>
      <dgm:t>
        <a:bodyPr/>
        <a:lstStyle/>
        <a:p>
          <a:endParaRPr lang="en-US"/>
        </a:p>
      </dgm:t>
    </dgm:pt>
    <dgm:pt modelId="{1D3901C8-22A6-45DA-A98A-7FC0F347CBCA}" type="pres">
      <dgm:prSet presAssocID="{DE55BF2D-9931-4768-B2D6-875D4DD5A2DD}" presName="CompostProcess" presStyleCnt="0">
        <dgm:presLayoutVars>
          <dgm:dir/>
          <dgm:resizeHandles val="exact"/>
        </dgm:presLayoutVars>
      </dgm:prSet>
      <dgm:spPr/>
    </dgm:pt>
    <dgm:pt modelId="{1F6B5A47-F545-4C02-AD7E-78BA908B5C72}" type="pres">
      <dgm:prSet presAssocID="{DE55BF2D-9931-4768-B2D6-875D4DD5A2DD}" presName="arrow" presStyleLbl="bgShp" presStyleIdx="0" presStyleCnt="1"/>
      <dgm:spPr/>
    </dgm:pt>
    <dgm:pt modelId="{F8286211-53F9-499A-B5DF-F33F04F5BBB9}" type="pres">
      <dgm:prSet presAssocID="{DE55BF2D-9931-4768-B2D6-875D4DD5A2DD}" presName="linearProcess" presStyleCnt="0"/>
      <dgm:spPr/>
    </dgm:pt>
    <dgm:pt modelId="{C3BA00B1-0E88-4E5E-8BD9-8F5D03FA4375}" type="pres">
      <dgm:prSet presAssocID="{3210579E-32BF-4869-B7AB-2C7DB6E0BC92}" presName="textNode" presStyleLbl="node1" presStyleIdx="0" presStyleCnt="3">
        <dgm:presLayoutVars>
          <dgm:bulletEnabled val="1"/>
        </dgm:presLayoutVars>
      </dgm:prSet>
      <dgm:spPr/>
    </dgm:pt>
    <dgm:pt modelId="{407270FD-2157-4C21-BD69-C70E2F21B85C}" type="pres">
      <dgm:prSet presAssocID="{9DFD472D-9E95-4653-8120-02D1764C0AB6}" presName="sibTrans" presStyleCnt="0"/>
      <dgm:spPr/>
    </dgm:pt>
    <dgm:pt modelId="{EDE8D485-E761-49BD-9244-0473A6078164}" type="pres">
      <dgm:prSet presAssocID="{7D736879-F308-4464-B920-3777EBB668B6}" presName="textNode" presStyleLbl="node1" presStyleIdx="1" presStyleCnt="3">
        <dgm:presLayoutVars>
          <dgm:bulletEnabled val="1"/>
        </dgm:presLayoutVars>
      </dgm:prSet>
      <dgm:spPr/>
    </dgm:pt>
    <dgm:pt modelId="{FFEB23A1-5433-4F33-86B8-DCA832E5C060}" type="pres">
      <dgm:prSet presAssocID="{87D893FC-5300-4502-9479-D31B647D37B4}" presName="sibTrans" presStyleCnt="0"/>
      <dgm:spPr/>
    </dgm:pt>
    <dgm:pt modelId="{5E93C135-022D-4378-A18C-3A3F6FBF01BA}" type="pres">
      <dgm:prSet presAssocID="{21D958BE-4140-4981-8639-597F341FBCBE}" presName="textNode" presStyleLbl="node1" presStyleIdx="2" presStyleCnt="3">
        <dgm:presLayoutVars>
          <dgm:bulletEnabled val="1"/>
        </dgm:presLayoutVars>
      </dgm:prSet>
      <dgm:spPr/>
    </dgm:pt>
  </dgm:ptLst>
  <dgm:cxnLst>
    <dgm:cxn modelId="{4DE45306-B209-4F07-97C6-5209CBC3F161}" type="presOf" srcId="{B8C2082A-6492-40D8-B112-B8C7179F02B3}" destId="{5E93C135-022D-4378-A18C-3A3F6FBF01BA}" srcOrd="0" destOrd="1" presId="urn:microsoft.com/office/officeart/2005/8/layout/hProcess9"/>
    <dgm:cxn modelId="{11D5751A-EF8E-4242-BD07-5971B833CD06}" type="presOf" srcId="{3210579E-32BF-4869-B7AB-2C7DB6E0BC92}" destId="{C3BA00B1-0E88-4E5E-8BD9-8F5D03FA4375}" srcOrd="0" destOrd="0" presId="urn:microsoft.com/office/officeart/2005/8/layout/hProcess9"/>
    <dgm:cxn modelId="{CF1D5F1E-A1A1-487A-B31C-7EB45DD1DA11}" type="presOf" srcId="{B9DF6294-A8E8-452D-94DB-C8C700F351E1}" destId="{EDE8D485-E761-49BD-9244-0473A6078164}" srcOrd="0" destOrd="1" presId="urn:microsoft.com/office/officeart/2005/8/layout/hProcess9"/>
    <dgm:cxn modelId="{A956531F-7CBC-4A3B-8C4E-7AD45767F1C5}" type="presOf" srcId="{2DAADE06-7DF2-41C0-8EB8-A3A3C85DF106}" destId="{5E93C135-022D-4378-A18C-3A3F6FBF01BA}" srcOrd="0" destOrd="2" presId="urn:microsoft.com/office/officeart/2005/8/layout/hProcess9"/>
    <dgm:cxn modelId="{A4BC0634-60F0-4538-B90F-3BA84B8471A1}" type="presOf" srcId="{7D736879-F308-4464-B920-3777EBB668B6}" destId="{EDE8D485-E761-49BD-9244-0473A6078164}" srcOrd="0" destOrd="0" presId="urn:microsoft.com/office/officeart/2005/8/layout/hProcess9"/>
    <dgm:cxn modelId="{395AED37-B057-4BDD-ADD3-DEFFF0A94E93}" srcId="{21D958BE-4140-4981-8639-597F341FBCBE}" destId="{B8C2082A-6492-40D8-B112-B8C7179F02B3}" srcOrd="0" destOrd="0" parTransId="{1067CE16-F505-47E5-BAB6-8119A1D471D9}" sibTransId="{69C5B150-6FBA-40D2-9A7C-DAAAA37139A6}"/>
    <dgm:cxn modelId="{E5D79239-B1C0-4868-BDE8-94D519A5EEF2}" srcId="{7D736879-F308-4464-B920-3777EBB668B6}" destId="{3AC940A8-78A2-4E3A-9705-2F3EA0AED949}" srcOrd="1" destOrd="0" parTransId="{E838A622-6F22-4513-B1B6-AE82C565E1D2}" sibTransId="{39F24589-CA51-4DD6-9F21-2592A93A4561}"/>
    <dgm:cxn modelId="{E8F7203E-5813-4B28-8392-58148FE84AB0}" type="presOf" srcId="{3AC940A8-78A2-4E3A-9705-2F3EA0AED949}" destId="{EDE8D485-E761-49BD-9244-0473A6078164}" srcOrd="0" destOrd="2" presId="urn:microsoft.com/office/officeart/2005/8/layout/hProcess9"/>
    <dgm:cxn modelId="{7E6F663E-EEFB-476C-A68D-F9E862F27C4B}" srcId="{21D958BE-4140-4981-8639-597F341FBCBE}" destId="{2DAADE06-7DF2-41C0-8EB8-A3A3C85DF106}" srcOrd="1" destOrd="0" parTransId="{94F57EA0-FB92-4584-9785-D542C50E89F4}" sibTransId="{F917015D-CB11-4463-8A3C-A363044AC8E5}"/>
    <dgm:cxn modelId="{62F5213F-9E63-4664-B42A-43D7595F5C72}" srcId="{7D736879-F308-4464-B920-3777EBB668B6}" destId="{B9DF6294-A8E8-452D-94DB-C8C700F351E1}" srcOrd="0" destOrd="0" parTransId="{73FAC760-CE32-4771-AFA9-5E527373E832}" sibTransId="{937CB2F2-959B-4C31-8510-6A5221707A33}"/>
    <dgm:cxn modelId="{10201B62-31EA-4D3A-882D-A5AB3C8F6A28}" type="presOf" srcId="{134BE17F-595C-4283-AC7D-EFDDBC236DC9}" destId="{C3BA00B1-0E88-4E5E-8BD9-8F5D03FA4375}" srcOrd="0" destOrd="1" presId="urn:microsoft.com/office/officeart/2005/8/layout/hProcess9"/>
    <dgm:cxn modelId="{E6087746-A0A2-40F4-8B95-9FE5873656F0}" type="presOf" srcId="{DE55BF2D-9931-4768-B2D6-875D4DD5A2DD}" destId="{1D3901C8-22A6-45DA-A98A-7FC0F347CBCA}" srcOrd="0" destOrd="0" presId="urn:microsoft.com/office/officeart/2005/8/layout/hProcess9"/>
    <dgm:cxn modelId="{6DB4436E-C9E6-4E4D-A5E7-A349CD77FCE1}" srcId="{3210579E-32BF-4869-B7AB-2C7DB6E0BC92}" destId="{96031A7A-C1B6-4191-AC72-73831BA49C19}" srcOrd="1" destOrd="0" parTransId="{1B62784A-E776-445B-A1CA-1C02874BF39A}" sibTransId="{DEB848D2-3A5D-48FD-87CA-12FD58F77D36}"/>
    <dgm:cxn modelId="{74059E4F-39BC-4DBC-B878-CC385081B41B}" srcId="{DE55BF2D-9931-4768-B2D6-875D4DD5A2DD}" destId="{7D736879-F308-4464-B920-3777EBB668B6}" srcOrd="1" destOrd="0" parTransId="{2CF6DA49-F42D-439E-8FE3-E7BEF577BDE2}" sibTransId="{87D893FC-5300-4502-9479-D31B647D37B4}"/>
    <dgm:cxn modelId="{B59DAF9D-19B1-4634-9167-F7D55CBAFCC9}" srcId="{3210579E-32BF-4869-B7AB-2C7DB6E0BC92}" destId="{134BE17F-595C-4283-AC7D-EFDDBC236DC9}" srcOrd="0" destOrd="0" parTransId="{E08C9172-9C1C-403C-BE0D-E635AB6F29BB}" sibTransId="{FD27E9F5-7CCD-4B97-BD04-B15EC5430BAB}"/>
    <dgm:cxn modelId="{4F6917BA-7D17-46CD-9C10-C541A6471E5F}" type="presOf" srcId="{96031A7A-C1B6-4191-AC72-73831BA49C19}" destId="{C3BA00B1-0E88-4E5E-8BD9-8F5D03FA4375}" srcOrd="0" destOrd="2" presId="urn:microsoft.com/office/officeart/2005/8/layout/hProcess9"/>
    <dgm:cxn modelId="{933DD8DC-23AF-4119-987A-A593C32178D8}" srcId="{DE55BF2D-9931-4768-B2D6-875D4DD5A2DD}" destId="{21D958BE-4140-4981-8639-597F341FBCBE}" srcOrd="2" destOrd="0" parTransId="{92CBD506-EC27-4495-A6B6-D06BE548BB9F}" sibTransId="{9705B91D-549F-42ED-993B-64BF058D5FA1}"/>
    <dgm:cxn modelId="{480968EA-C600-4C64-B3CD-5FEA960569A9}" srcId="{DE55BF2D-9931-4768-B2D6-875D4DD5A2DD}" destId="{3210579E-32BF-4869-B7AB-2C7DB6E0BC92}" srcOrd="0" destOrd="0" parTransId="{601E8D6D-4B7C-49BE-94FA-0E8E834C1544}" sibTransId="{9DFD472D-9E95-4653-8120-02D1764C0AB6}"/>
    <dgm:cxn modelId="{15A018F7-AA33-49BB-A398-3A8B898FC3DF}" type="presOf" srcId="{21D958BE-4140-4981-8639-597F341FBCBE}" destId="{5E93C135-022D-4378-A18C-3A3F6FBF01BA}" srcOrd="0" destOrd="0" presId="urn:microsoft.com/office/officeart/2005/8/layout/hProcess9"/>
    <dgm:cxn modelId="{1113B516-0A49-4978-853F-ABCD84E35532}" type="presParOf" srcId="{1D3901C8-22A6-45DA-A98A-7FC0F347CBCA}" destId="{1F6B5A47-F545-4C02-AD7E-78BA908B5C72}" srcOrd="0" destOrd="0" presId="urn:microsoft.com/office/officeart/2005/8/layout/hProcess9"/>
    <dgm:cxn modelId="{E117E476-BF4F-4203-95F8-69E1027688E2}" type="presParOf" srcId="{1D3901C8-22A6-45DA-A98A-7FC0F347CBCA}" destId="{F8286211-53F9-499A-B5DF-F33F04F5BBB9}" srcOrd="1" destOrd="0" presId="urn:microsoft.com/office/officeart/2005/8/layout/hProcess9"/>
    <dgm:cxn modelId="{B767B60F-68D9-465C-8412-334A56ACD68A}" type="presParOf" srcId="{F8286211-53F9-499A-B5DF-F33F04F5BBB9}" destId="{C3BA00B1-0E88-4E5E-8BD9-8F5D03FA4375}" srcOrd="0" destOrd="0" presId="urn:microsoft.com/office/officeart/2005/8/layout/hProcess9"/>
    <dgm:cxn modelId="{76E08EB5-570F-446D-8A06-878EE1FF454D}" type="presParOf" srcId="{F8286211-53F9-499A-B5DF-F33F04F5BBB9}" destId="{407270FD-2157-4C21-BD69-C70E2F21B85C}" srcOrd="1" destOrd="0" presId="urn:microsoft.com/office/officeart/2005/8/layout/hProcess9"/>
    <dgm:cxn modelId="{DBB8F503-A30D-404A-AA61-FE7ED69C6AC9}" type="presParOf" srcId="{F8286211-53F9-499A-B5DF-F33F04F5BBB9}" destId="{EDE8D485-E761-49BD-9244-0473A6078164}" srcOrd="2" destOrd="0" presId="urn:microsoft.com/office/officeart/2005/8/layout/hProcess9"/>
    <dgm:cxn modelId="{6BFDC7B7-FCAB-4F34-9C9D-8299EBB5A830}" type="presParOf" srcId="{F8286211-53F9-499A-B5DF-F33F04F5BBB9}" destId="{FFEB23A1-5433-4F33-86B8-DCA832E5C060}" srcOrd="3" destOrd="0" presId="urn:microsoft.com/office/officeart/2005/8/layout/hProcess9"/>
    <dgm:cxn modelId="{09EEC28C-318D-44E9-8BB1-F100DAAFC011}" type="presParOf" srcId="{F8286211-53F9-499A-B5DF-F33F04F5BBB9}" destId="{5E93C135-022D-4378-A18C-3A3F6FBF01BA}" srcOrd="4"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93838AA-E264-4853-B9DA-4DCA03ADFB01}" type="doc">
      <dgm:prSet loTypeId="urn:microsoft.com/office/officeart/2005/8/layout/vList6" loCatId="list" qsTypeId="urn:microsoft.com/office/officeart/2005/8/quickstyle/simple1" qsCatId="simple" csTypeId="urn:microsoft.com/office/officeart/2005/8/colors/colorful2" csCatId="colorful" phldr="1"/>
      <dgm:spPr/>
      <dgm:t>
        <a:bodyPr/>
        <a:lstStyle/>
        <a:p>
          <a:endParaRPr lang="en-US"/>
        </a:p>
      </dgm:t>
    </dgm:pt>
    <dgm:pt modelId="{F118BA4B-2BD0-42DB-B149-AF300E03614B}">
      <dgm:prSet phldrT="[Text]"/>
      <dgm:spPr/>
      <dgm:t>
        <a:bodyPr/>
        <a:lstStyle/>
        <a:p>
          <a:r>
            <a:rPr lang="en-GB" dirty="0" err="1"/>
            <a:t>Prediksi</a:t>
          </a:r>
          <a:r>
            <a:rPr lang="en-GB" dirty="0"/>
            <a:t> Promoter</a:t>
          </a:r>
          <a:endParaRPr lang="en-US" dirty="0"/>
        </a:p>
      </dgm:t>
    </dgm:pt>
    <dgm:pt modelId="{6B1071F3-2F40-4039-904E-0D57801D4230}" type="parTrans" cxnId="{25CDCD15-0154-459E-9266-B7C2CAEECE15}">
      <dgm:prSet/>
      <dgm:spPr/>
      <dgm:t>
        <a:bodyPr/>
        <a:lstStyle/>
        <a:p>
          <a:endParaRPr lang="en-US"/>
        </a:p>
      </dgm:t>
    </dgm:pt>
    <dgm:pt modelId="{EAB3F61D-1D05-45B2-BDA0-EB0F9092DF93}" type="sibTrans" cxnId="{25CDCD15-0154-459E-9266-B7C2CAEECE15}">
      <dgm:prSet/>
      <dgm:spPr/>
      <dgm:t>
        <a:bodyPr/>
        <a:lstStyle/>
        <a:p>
          <a:endParaRPr lang="en-US"/>
        </a:p>
      </dgm:t>
    </dgm:pt>
    <dgm:pt modelId="{9C379891-FB92-46F0-9685-1A13B3CB6653}">
      <dgm:prSet phldrT="[Text]"/>
      <dgm:spPr/>
      <dgm:t>
        <a:bodyPr/>
        <a:lstStyle/>
        <a:p>
          <a:r>
            <a:rPr lang="en-GB" dirty="0"/>
            <a:t>DNABERT-Prom-300 (Ji et. al., 2021)</a:t>
          </a:r>
          <a:endParaRPr lang="en-US" dirty="0"/>
        </a:p>
      </dgm:t>
    </dgm:pt>
    <dgm:pt modelId="{227B47F2-E291-4CEF-8854-C65BCD7E3583}" type="parTrans" cxnId="{9F4BF99D-C17D-4EFC-9253-10C7871C056D}">
      <dgm:prSet/>
      <dgm:spPr/>
      <dgm:t>
        <a:bodyPr/>
        <a:lstStyle/>
        <a:p>
          <a:endParaRPr lang="en-US"/>
        </a:p>
      </dgm:t>
    </dgm:pt>
    <dgm:pt modelId="{2FA059E3-1913-4EFB-BD37-93C93FCBB89C}" type="sibTrans" cxnId="{9F4BF99D-C17D-4EFC-9253-10C7871C056D}">
      <dgm:prSet/>
      <dgm:spPr/>
      <dgm:t>
        <a:bodyPr/>
        <a:lstStyle/>
        <a:p>
          <a:endParaRPr lang="en-US"/>
        </a:p>
      </dgm:t>
    </dgm:pt>
    <dgm:pt modelId="{925CE648-BA68-4717-B786-FD52EAB312B7}">
      <dgm:prSet phldrT="[Text]"/>
      <dgm:spPr/>
      <dgm:t>
        <a:bodyPr/>
        <a:lstStyle/>
        <a:p>
          <a:r>
            <a:rPr lang="en-GB" dirty="0" err="1"/>
            <a:t>DeePromoter</a:t>
          </a:r>
          <a:r>
            <a:rPr lang="en-GB" dirty="0"/>
            <a:t> (</a:t>
          </a:r>
          <a:r>
            <a:rPr lang="en-GB" dirty="0" err="1"/>
            <a:t>Oubounyt</a:t>
          </a:r>
          <a:r>
            <a:rPr lang="en-GB" dirty="0"/>
            <a:t> et. al., 2019)</a:t>
          </a:r>
          <a:endParaRPr lang="en-US" dirty="0"/>
        </a:p>
      </dgm:t>
    </dgm:pt>
    <dgm:pt modelId="{F2F9B291-5BF6-48F5-94F1-B579C550BE68}" type="parTrans" cxnId="{1C144DD6-4742-423E-B6A2-D0F35774FE2A}">
      <dgm:prSet/>
      <dgm:spPr/>
      <dgm:t>
        <a:bodyPr/>
        <a:lstStyle/>
        <a:p>
          <a:endParaRPr lang="en-US"/>
        </a:p>
      </dgm:t>
    </dgm:pt>
    <dgm:pt modelId="{7394366C-AFAA-44C9-8D37-2F1908426846}" type="sibTrans" cxnId="{1C144DD6-4742-423E-B6A2-D0F35774FE2A}">
      <dgm:prSet/>
      <dgm:spPr/>
      <dgm:t>
        <a:bodyPr/>
        <a:lstStyle/>
        <a:p>
          <a:endParaRPr lang="en-US"/>
        </a:p>
      </dgm:t>
    </dgm:pt>
    <dgm:pt modelId="{924B64A6-D4CC-4956-A1A4-662FE7FCAF99}">
      <dgm:prSet phldrT="[Text]"/>
      <dgm:spPr/>
      <dgm:t>
        <a:bodyPr/>
        <a:lstStyle/>
        <a:p>
          <a:r>
            <a:rPr lang="en-GB" dirty="0" err="1"/>
            <a:t>Prediksi</a:t>
          </a:r>
          <a:r>
            <a:rPr lang="en-GB" dirty="0"/>
            <a:t> Splice Sites</a:t>
          </a:r>
          <a:endParaRPr lang="en-US" dirty="0"/>
        </a:p>
      </dgm:t>
    </dgm:pt>
    <dgm:pt modelId="{33798A6C-5CF8-4799-B9AF-33B6C36894BC}" type="parTrans" cxnId="{D93C87F1-9E88-463E-BA46-B2725D6D5195}">
      <dgm:prSet/>
      <dgm:spPr/>
      <dgm:t>
        <a:bodyPr/>
        <a:lstStyle/>
        <a:p>
          <a:endParaRPr lang="en-US"/>
        </a:p>
      </dgm:t>
    </dgm:pt>
    <dgm:pt modelId="{31C99ECC-DE5E-4557-9201-049DE6FA43E3}" type="sibTrans" cxnId="{D93C87F1-9E88-463E-BA46-B2725D6D5195}">
      <dgm:prSet/>
      <dgm:spPr/>
      <dgm:t>
        <a:bodyPr/>
        <a:lstStyle/>
        <a:p>
          <a:endParaRPr lang="en-US"/>
        </a:p>
      </dgm:t>
    </dgm:pt>
    <dgm:pt modelId="{EB6144C3-2881-497A-B635-6187B5E4EDD4}">
      <dgm:prSet phldrT="[Text]"/>
      <dgm:spPr/>
      <dgm:t>
        <a:bodyPr/>
        <a:lstStyle/>
        <a:p>
          <a:r>
            <a:rPr lang="en-GB" dirty="0"/>
            <a:t>Splice2Deep (</a:t>
          </a:r>
          <a:r>
            <a:rPr lang="en-GB" dirty="0" err="1"/>
            <a:t>Albaradei</a:t>
          </a:r>
          <a:r>
            <a:rPr lang="en-GB" dirty="0"/>
            <a:t> et. al., 2020)</a:t>
          </a:r>
          <a:endParaRPr lang="en-US" dirty="0"/>
        </a:p>
      </dgm:t>
    </dgm:pt>
    <dgm:pt modelId="{1B4179F4-ACF7-4AC8-934E-EC0B51B10BF3}" type="parTrans" cxnId="{ECC27E96-692A-4136-977F-B2CDAAE2ADEC}">
      <dgm:prSet/>
      <dgm:spPr/>
      <dgm:t>
        <a:bodyPr/>
        <a:lstStyle/>
        <a:p>
          <a:endParaRPr lang="en-US"/>
        </a:p>
      </dgm:t>
    </dgm:pt>
    <dgm:pt modelId="{6FE8BC22-20F4-4ECF-9983-6A7F23F3E062}" type="sibTrans" cxnId="{ECC27E96-692A-4136-977F-B2CDAAE2ADEC}">
      <dgm:prSet/>
      <dgm:spPr/>
      <dgm:t>
        <a:bodyPr/>
        <a:lstStyle/>
        <a:p>
          <a:endParaRPr lang="en-US"/>
        </a:p>
      </dgm:t>
    </dgm:pt>
    <dgm:pt modelId="{2E39F195-7110-4273-8D6A-4C01ADDC0B2E}">
      <dgm:prSet phldrT="[Text]"/>
      <dgm:spPr/>
      <dgm:t>
        <a:bodyPr/>
        <a:lstStyle/>
        <a:p>
          <a:r>
            <a:rPr lang="en-GB" dirty="0" err="1"/>
            <a:t>SpliceFinder</a:t>
          </a:r>
          <a:r>
            <a:rPr lang="en-GB" dirty="0"/>
            <a:t> (Wang et. al., 2019)</a:t>
          </a:r>
          <a:endParaRPr lang="en-US" dirty="0"/>
        </a:p>
      </dgm:t>
    </dgm:pt>
    <dgm:pt modelId="{9B4176FD-C45C-40A7-A748-05368BE6A4EC}" type="parTrans" cxnId="{9A985110-F2C6-491C-9122-13DAEFC38B87}">
      <dgm:prSet/>
      <dgm:spPr/>
      <dgm:t>
        <a:bodyPr/>
        <a:lstStyle/>
        <a:p>
          <a:endParaRPr lang="en-US"/>
        </a:p>
      </dgm:t>
    </dgm:pt>
    <dgm:pt modelId="{7F55260D-C4EA-4653-B16A-28235969364A}" type="sibTrans" cxnId="{9A985110-F2C6-491C-9122-13DAEFC38B87}">
      <dgm:prSet/>
      <dgm:spPr/>
      <dgm:t>
        <a:bodyPr/>
        <a:lstStyle/>
        <a:p>
          <a:endParaRPr lang="en-US"/>
        </a:p>
      </dgm:t>
    </dgm:pt>
    <dgm:pt modelId="{C4DFC3A0-3CF2-4EF1-A46A-E31044400EA5}">
      <dgm:prSet phldrT="[Text]"/>
      <dgm:spPr/>
      <dgm:t>
        <a:bodyPr/>
        <a:lstStyle/>
        <a:p>
          <a:r>
            <a:rPr lang="en-GB" dirty="0" err="1"/>
            <a:t>Prediksi</a:t>
          </a:r>
          <a:r>
            <a:rPr lang="en-GB" dirty="0"/>
            <a:t> Poly-A</a:t>
          </a:r>
          <a:endParaRPr lang="en-US" dirty="0"/>
        </a:p>
      </dgm:t>
    </dgm:pt>
    <dgm:pt modelId="{E047E261-894F-423E-B42F-4A7A4E1D59FA}" type="parTrans" cxnId="{9BEBCE4F-AA71-4108-B988-EA49311F36CC}">
      <dgm:prSet/>
      <dgm:spPr/>
      <dgm:t>
        <a:bodyPr/>
        <a:lstStyle/>
        <a:p>
          <a:endParaRPr lang="en-US"/>
        </a:p>
      </dgm:t>
    </dgm:pt>
    <dgm:pt modelId="{D9EB7023-8E17-43C3-8EC8-C2DA4F753A75}" type="sibTrans" cxnId="{9BEBCE4F-AA71-4108-B988-EA49311F36CC}">
      <dgm:prSet/>
      <dgm:spPr/>
      <dgm:t>
        <a:bodyPr/>
        <a:lstStyle/>
        <a:p>
          <a:endParaRPr lang="en-US"/>
        </a:p>
      </dgm:t>
    </dgm:pt>
    <dgm:pt modelId="{931F75B8-5705-4D0F-AAAC-D9761B112417}">
      <dgm:prSet phldrT="[Text]"/>
      <dgm:spPr/>
      <dgm:t>
        <a:bodyPr/>
        <a:lstStyle/>
        <a:p>
          <a:r>
            <a:rPr lang="en-GB" dirty="0" err="1"/>
            <a:t>Prediksi</a:t>
          </a:r>
          <a:r>
            <a:rPr lang="en-GB" dirty="0"/>
            <a:t> </a:t>
          </a:r>
          <a:r>
            <a:rPr lang="en-GB" dirty="0" err="1"/>
            <a:t>Lainnya</a:t>
          </a:r>
          <a:endParaRPr lang="en-US" dirty="0"/>
        </a:p>
      </dgm:t>
    </dgm:pt>
    <dgm:pt modelId="{EA993C4B-64E7-4357-9722-EA605D3A7124}" type="parTrans" cxnId="{9A11B218-3943-4301-BC37-A44D3E70F89D}">
      <dgm:prSet/>
      <dgm:spPr/>
      <dgm:t>
        <a:bodyPr/>
        <a:lstStyle/>
        <a:p>
          <a:endParaRPr lang="en-US"/>
        </a:p>
      </dgm:t>
    </dgm:pt>
    <dgm:pt modelId="{F57EF266-450A-47B5-8DEF-442AB87EF6F2}" type="sibTrans" cxnId="{9A11B218-3943-4301-BC37-A44D3E70F89D}">
      <dgm:prSet/>
      <dgm:spPr/>
      <dgm:t>
        <a:bodyPr/>
        <a:lstStyle/>
        <a:p>
          <a:endParaRPr lang="en-US"/>
        </a:p>
      </dgm:t>
    </dgm:pt>
    <dgm:pt modelId="{DEF847F3-818B-4CF7-A57F-677DFC0F802A}">
      <dgm:prSet phldrT="[Text]"/>
      <dgm:spPr/>
      <dgm:t>
        <a:bodyPr/>
        <a:lstStyle/>
        <a:p>
          <a:r>
            <a:rPr lang="en-GB" dirty="0" err="1"/>
            <a:t>SANPolyA</a:t>
          </a:r>
          <a:r>
            <a:rPr lang="en-GB" dirty="0"/>
            <a:t> (Yu dan Dai, 2020)</a:t>
          </a:r>
          <a:endParaRPr lang="en-US" dirty="0"/>
        </a:p>
      </dgm:t>
    </dgm:pt>
    <dgm:pt modelId="{1BD802F7-E797-4B97-BD12-CE91238811E3}" type="parTrans" cxnId="{BFB20F8A-A0BA-4752-AA91-A18DE2F2767A}">
      <dgm:prSet/>
      <dgm:spPr/>
      <dgm:t>
        <a:bodyPr/>
        <a:lstStyle/>
        <a:p>
          <a:endParaRPr lang="en-US"/>
        </a:p>
      </dgm:t>
    </dgm:pt>
    <dgm:pt modelId="{418A2DDD-76E1-47D6-B70B-4576103493F7}" type="sibTrans" cxnId="{BFB20F8A-A0BA-4752-AA91-A18DE2F2767A}">
      <dgm:prSet/>
      <dgm:spPr/>
      <dgm:t>
        <a:bodyPr/>
        <a:lstStyle/>
        <a:p>
          <a:endParaRPr lang="en-US"/>
        </a:p>
      </dgm:t>
    </dgm:pt>
    <dgm:pt modelId="{65AE7F90-9750-4272-9F83-A93721E311E0}">
      <dgm:prSet phldrT="[Text]"/>
      <dgm:spPr/>
      <dgm:t>
        <a:bodyPr/>
        <a:lstStyle/>
        <a:p>
          <a:r>
            <a:rPr lang="en-GB" dirty="0" err="1"/>
            <a:t>Prediksi</a:t>
          </a:r>
          <a:r>
            <a:rPr lang="en-GB" dirty="0"/>
            <a:t> Motif</a:t>
          </a:r>
          <a:endParaRPr lang="en-US" dirty="0"/>
        </a:p>
      </dgm:t>
    </dgm:pt>
    <dgm:pt modelId="{BB6BC28A-69E7-4BF8-B038-BEE9C440E267}" type="parTrans" cxnId="{817F78E2-F6EE-45FA-989A-C5CA105CBB32}">
      <dgm:prSet/>
      <dgm:spPr/>
    </dgm:pt>
    <dgm:pt modelId="{AD8E6D59-ECCE-4643-95ED-98DED2AA640E}" type="sibTrans" cxnId="{817F78E2-F6EE-45FA-989A-C5CA105CBB32}">
      <dgm:prSet/>
      <dgm:spPr/>
    </dgm:pt>
    <dgm:pt modelId="{EBC1DCD4-85D2-4F80-949B-3F5EAE90D49D}">
      <dgm:prSet phldrT="[Text]"/>
      <dgm:spPr/>
      <dgm:t>
        <a:bodyPr/>
        <a:lstStyle/>
        <a:p>
          <a:r>
            <a:rPr lang="en-GB" dirty="0"/>
            <a:t>DNABERT (Ji et. al., 2021)</a:t>
          </a:r>
          <a:endParaRPr lang="en-US" dirty="0"/>
        </a:p>
      </dgm:t>
    </dgm:pt>
    <dgm:pt modelId="{7BB4EFDE-7F1B-49E2-9AB9-BD0D46C7742A}" type="parTrans" cxnId="{19985040-8B03-448F-AF89-1F6C13CF75C4}">
      <dgm:prSet/>
      <dgm:spPr/>
    </dgm:pt>
    <dgm:pt modelId="{F3EAA82C-F919-458A-9E86-904FC7814ECE}" type="sibTrans" cxnId="{19985040-8B03-448F-AF89-1F6C13CF75C4}">
      <dgm:prSet/>
      <dgm:spPr/>
    </dgm:pt>
    <dgm:pt modelId="{D29E2D82-DAA3-4742-8C84-5F3D32CFB945}" type="pres">
      <dgm:prSet presAssocID="{E93838AA-E264-4853-B9DA-4DCA03ADFB01}" presName="Name0" presStyleCnt="0">
        <dgm:presLayoutVars>
          <dgm:dir/>
          <dgm:animLvl val="lvl"/>
          <dgm:resizeHandles/>
        </dgm:presLayoutVars>
      </dgm:prSet>
      <dgm:spPr/>
    </dgm:pt>
    <dgm:pt modelId="{ECF0DFE1-8F55-4FB4-9F89-59EF8DFF7375}" type="pres">
      <dgm:prSet presAssocID="{F118BA4B-2BD0-42DB-B149-AF300E03614B}" presName="linNode" presStyleCnt="0"/>
      <dgm:spPr/>
    </dgm:pt>
    <dgm:pt modelId="{6502ACA6-722A-43AE-A464-677730DD5B89}" type="pres">
      <dgm:prSet presAssocID="{F118BA4B-2BD0-42DB-B149-AF300E03614B}" presName="parentShp" presStyleLbl="node1" presStyleIdx="0" presStyleCnt="5">
        <dgm:presLayoutVars>
          <dgm:bulletEnabled val="1"/>
        </dgm:presLayoutVars>
      </dgm:prSet>
      <dgm:spPr/>
    </dgm:pt>
    <dgm:pt modelId="{5341E39B-F973-49C0-95EC-2182861E980A}" type="pres">
      <dgm:prSet presAssocID="{F118BA4B-2BD0-42DB-B149-AF300E03614B}" presName="childShp" presStyleLbl="bgAccFollowNode1" presStyleIdx="0" presStyleCnt="5">
        <dgm:presLayoutVars>
          <dgm:bulletEnabled val="1"/>
        </dgm:presLayoutVars>
      </dgm:prSet>
      <dgm:spPr/>
    </dgm:pt>
    <dgm:pt modelId="{D315BE15-FCED-4FC6-AC5B-499E895408D1}" type="pres">
      <dgm:prSet presAssocID="{EAB3F61D-1D05-45B2-BDA0-EB0F9092DF93}" presName="spacing" presStyleCnt="0"/>
      <dgm:spPr/>
    </dgm:pt>
    <dgm:pt modelId="{1CCBAAED-ED03-45AC-B968-5832AAD30203}" type="pres">
      <dgm:prSet presAssocID="{924B64A6-D4CC-4956-A1A4-662FE7FCAF99}" presName="linNode" presStyleCnt="0"/>
      <dgm:spPr/>
    </dgm:pt>
    <dgm:pt modelId="{ECD62D9A-6F12-4B93-A50B-4D163D2C8AB7}" type="pres">
      <dgm:prSet presAssocID="{924B64A6-D4CC-4956-A1A4-662FE7FCAF99}" presName="parentShp" presStyleLbl="node1" presStyleIdx="1" presStyleCnt="5">
        <dgm:presLayoutVars>
          <dgm:bulletEnabled val="1"/>
        </dgm:presLayoutVars>
      </dgm:prSet>
      <dgm:spPr/>
    </dgm:pt>
    <dgm:pt modelId="{5AC2C034-95AD-4975-AEAA-AA13E648E6F5}" type="pres">
      <dgm:prSet presAssocID="{924B64A6-D4CC-4956-A1A4-662FE7FCAF99}" presName="childShp" presStyleLbl="bgAccFollowNode1" presStyleIdx="1" presStyleCnt="5">
        <dgm:presLayoutVars>
          <dgm:bulletEnabled val="1"/>
        </dgm:presLayoutVars>
      </dgm:prSet>
      <dgm:spPr/>
    </dgm:pt>
    <dgm:pt modelId="{1C511F56-2F58-41B3-A7F7-022BA1B48018}" type="pres">
      <dgm:prSet presAssocID="{31C99ECC-DE5E-4557-9201-049DE6FA43E3}" presName="spacing" presStyleCnt="0"/>
      <dgm:spPr/>
    </dgm:pt>
    <dgm:pt modelId="{BA33165E-1370-45C5-9845-69E210205446}" type="pres">
      <dgm:prSet presAssocID="{C4DFC3A0-3CF2-4EF1-A46A-E31044400EA5}" presName="linNode" presStyleCnt="0"/>
      <dgm:spPr/>
    </dgm:pt>
    <dgm:pt modelId="{CB09E3F0-E9E0-4260-9056-245B22784EC5}" type="pres">
      <dgm:prSet presAssocID="{C4DFC3A0-3CF2-4EF1-A46A-E31044400EA5}" presName="parentShp" presStyleLbl="node1" presStyleIdx="2" presStyleCnt="5">
        <dgm:presLayoutVars>
          <dgm:bulletEnabled val="1"/>
        </dgm:presLayoutVars>
      </dgm:prSet>
      <dgm:spPr/>
    </dgm:pt>
    <dgm:pt modelId="{990D8C5E-7880-4EF0-8E60-45A1ACB0DB43}" type="pres">
      <dgm:prSet presAssocID="{C4DFC3A0-3CF2-4EF1-A46A-E31044400EA5}" presName="childShp" presStyleLbl="bgAccFollowNode1" presStyleIdx="2" presStyleCnt="5">
        <dgm:presLayoutVars>
          <dgm:bulletEnabled val="1"/>
        </dgm:presLayoutVars>
      </dgm:prSet>
      <dgm:spPr/>
    </dgm:pt>
    <dgm:pt modelId="{849E048B-EAF5-4DD5-84A8-FB528FBB4CF5}" type="pres">
      <dgm:prSet presAssocID="{D9EB7023-8E17-43C3-8EC8-C2DA4F753A75}" presName="spacing" presStyleCnt="0"/>
      <dgm:spPr/>
    </dgm:pt>
    <dgm:pt modelId="{10FF1543-0833-433E-A23C-977F2511DE55}" type="pres">
      <dgm:prSet presAssocID="{65AE7F90-9750-4272-9F83-A93721E311E0}" presName="linNode" presStyleCnt="0"/>
      <dgm:spPr/>
    </dgm:pt>
    <dgm:pt modelId="{B7C401F5-DBB0-437A-B6CE-D3D500D12AF6}" type="pres">
      <dgm:prSet presAssocID="{65AE7F90-9750-4272-9F83-A93721E311E0}" presName="parentShp" presStyleLbl="node1" presStyleIdx="3" presStyleCnt="5">
        <dgm:presLayoutVars>
          <dgm:bulletEnabled val="1"/>
        </dgm:presLayoutVars>
      </dgm:prSet>
      <dgm:spPr/>
    </dgm:pt>
    <dgm:pt modelId="{44949430-520E-4D8E-BA01-A62A7C40EB8F}" type="pres">
      <dgm:prSet presAssocID="{65AE7F90-9750-4272-9F83-A93721E311E0}" presName="childShp" presStyleLbl="bgAccFollowNode1" presStyleIdx="3" presStyleCnt="5">
        <dgm:presLayoutVars>
          <dgm:bulletEnabled val="1"/>
        </dgm:presLayoutVars>
      </dgm:prSet>
      <dgm:spPr/>
    </dgm:pt>
    <dgm:pt modelId="{A69C67C9-B90D-4B89-AD93-D534DF3B7CD1}" type="pres">
      <dgm:prSet presAssocID="{AD8E6D59-ECCE-4643-95ED-98DED2AA640E}" presName="spacing" presStyleCnt="0"/>
      <dgm:spPr/>
    </dgm:pt>
    <dgm:pt modelId="{2528D020-E102-4638-AB4D-1EAC28D3FA1D}" type="pres">
      <dgm:prSet presAssocID="{931F75B8-5705-4D0F-AAAC-D9761B112417}" presName="linNode" presStyleCnt="0"/>
      <dgm:spPr/>
    </dgm:pt>
    <dgm:pt modelId="{737ED83B-EFA5-4631-AD9C-E53A4735F2CA}" type="pres">
      <dgm:prSet presAssocID="{931F75B8-5705-4D0F-AAAC-D9761B112417}" presName="parentShp" presStyleLbl="node1" presStyleIdx="4" presStyleCnt="5">
        <dgm:presLayoutVars>
          <dgm:bulletEnabled val="1"/>
        </dgm:presLayoutVars>
      </dgm:prSet>
      <dgm:spPr/>
    </dgm:pt>
    <dgm:pt modelId="{1CAE2B4A-2BC6-4384-8F87-40E2184CC177}" type="pres">
      <dgm:prSet presAssocID="{931F75B8-5705-4D0F-AAAC-D9761B112417}" presName="childShp" presStyleLbl="bgAccFollowNode1" presStyleIdx="4" presStyleCnt="5">
        <dgm:presLayoutVars>
          <dgm:bulletEnabled val="1"/>
        </dgm:presLayoutVars>
      </dgm:prSet>
      <dgm:spPr/>
    </dgm:pt>
  </dgm:ptLst>
  <dgm:cxnLst>
    <dgm:cxn modelId="{9A985110-F2C6-491C-9122-13DAEFC38B87}" srcId="{924B64A6-D4CC-4956-A1A4-662FE7FCAF99}" destId="{2E39F195-7110-4273-8D6A-4C01ADDC0B2E}" srcOrd="1" destOrd="0" parTransId="{9B4176FD-C45C-40A7-A748-05368BE6A4EC}" sibTransId="{7F55260D-C4EA-4653-B16A-28235969364A}"/>
    <dgm:cxn modelId="{DC4D5614-14AE-4B9F-B7AE-EBB876F40467}" type="presOf" srcId="{65AE7F90-9750-4272-9F83-A93721E311E0}" destId="{B7C401F5-DBB0-437A-B6CE-D3D500D12AF6}" srcOrd="0" destOrd="0" presId="urn:microsoft.com/office/officeart/2005/8/layout/vList6"/>
    <dgm:cxn modelId="{25CDCD15-0154-459E-9266-B7C2CAEECE15}" srcId="{E93838AA-E264-4853-B9DA-4DCA03ADFB01}" destId="{F118BA4B-2BD0-42DB-B149-AF300E03614B}" srcOrd="0" destOrd="0" parTransId="{6B1071F3-2F40-4039-904E-0D57801D4230}" sibTransId="{EAB3F61D-1D05-45B2-BDA0-EB0F9092DF93}"/>
    <dgm:cxn modelId="{9A11B218-3943-4301-BC37-A44D3E70F89D}" srcId="{E93838AA-E264-4853-B9DA-4DCA03ADFB01}" destId="{931F75B8-5705-4D0F-AAAC-D9761B112417}" srcOrd="4" destOrd="0" parTransId="{EA993C4B-64E7-4357-9722-EA605D3A7124}" sibTransId="{F57EF266-450A-47B5-8DEF-442AB87EF6F2}"/>
    <dgm:cxn modelId="{D0613332-39F3-497E-9C21-0B237AE553E8}" type="presOf" srcId="{DEF847F3-818B-4CF7-A57F-677DFC0F802A}" destId="{990D8C5E-7880-4EF0-8E60-45A1ACB0DB43}" srcOrd="0" destOrd="0" presId="urn:microsoft.com/office/officeart/2005/8/layout/vList6"/>
    <dgm:cxn modelId="{4573D039-E198-46D1-A0EE-1E23F022E207}" type="presOf" srcId="{E93838AA-E264-4853-B9DA-4DCA03ADFB01}" destId="{D29E2D82-DAA3-4742-8C84-5F3D32CFB945}" srcOrd="0" destOrd="0" presId="urn:microsoft.com/office/officeart/2005/8/layout/vList6"/>
    <dgm:cxn modelId="{47EFC03B-A3B6-4CCC-B4AC-4F9159AB8047}" type="presOf" srcId="{2E39F195-7110-4273-8D6A-4C01ADDC0B2E}" destId="{5AC2C034-95AD-4975-AEAA-AA13E648E6F5}" srcOrd="0" destOrd="1" presId="urn:microsoft.com/office/officeart/2005/8/layout/vList6"/>
    <dgm:cxn modelId="{19985040-8B03-448F-AF89-1F6C13CF75C4}" srcId="{65AE7F90-9750-4272-9F83-A93721E311E0}" destId="{EBC1DCD4-85D2-4F80-949B-3F5EAE90D49D}" srcOrd="0" destOrd="0" parTransId="{7BB4EFDE-7F1B-49E2-9AB9-BD0D46C7742A}" sibTransId="{F3EAA82C-F919-458A-9E86-904FC7814ECE}"/>
    <dgm:cxn modelId="{E1006641-BF86-44DF-A718-1A06DA9DE8A2}" type="presOf" srcId="{924B64A6-D4CC-4956-A1A4-662FE7FCAF99}" destId="{ECD62D9A-6F12-4B93-A50B-4D163D2C8AB7}" srcOrd="0" destOrd="0" presId="urn:microsoft.com/office/officeart/2005/8/layout/vList6"/>
    <dgm:cxn modelId="{EF484962-92AB-4AF8-9284-AC6AF2CF7F8B}" type="presOf" srcId="{F118BA4B-2BD0-42DB-B149-AF300E03614B}" destId="{6502ACA6-722A-43AE-A464-677730DD5B89}" srcOrd="0" destOrd="0" presId="urn:microsoft.com/office/officeart/2005/8/layout/vList6"/>
    <dgm:cxn modelId="{9BEBCE4F-AA71-4108-B988-EA49311F36CC}" srcId="{E93838AA-E264-4853-B9DA-4DCA03ADFB01}" destId="{C4DFC3A0-3CF2-4EF1-A46A-E31044400EA5}" srcOrd="2" destOrd="0" parTransId="{E047E261-894F-423E-B42F-4A7A4E1D59FA}" sibTransId="{D9EB7023-8E17-43C3-8EC8-C2DA4F753A75}"/>
    <dgm:cxn modelId="{CA4BC17D-53C0-4F54-B03D-4F02303EBCA1}" type="presOf" srcId="{EBC1DCD4-85D2-4F80-949B-3F5EAE90D49D}" destId="{44949430-520E-4D8E-BA01-A62A7C40EB8F}" srcOrd="0" destOrd="0" presId="urn:microsoft.com/office/officeart/2005/8/layout/vList6"/>
    <dgm:cxn modelId="{BFB20F8A-A0BA-4752-AA91-A18DE2F2767A}" srcId="{C4DFC3A0-3CF2-4EF1-A46A-E31044400EA5}" destId="{DEF847F3-818B-4CF7-A57F-677DFC0F802A}" srcOrd="0" destOrd="0" parTransId="{1BD802F7-E797-4B97-BD12-CE91238811E3}" sibTransId="{418A2DDD-76E1-47D6-B70B-4576103493F7}"/>
    <dgm:cxn modelId="{74D4058B-B8FB-44AB-A86B-5174737A87BD}" type="presOf" srcId="{925CE648-BA68-4717-B786-FD52EAB312B7}" destId="{5341E39B-F973-49C0-95EC-2182861E980A}" srcOrd="0" destOrd="1" presId="urn:microsoft.com/office/officeart/2005/8/layout/vList6"/>
    <dgm:cxn modelId="{ECC27E96-692A-4136-977F-B2CDAAE2ADEC}" srcId="{924B64A6-D4CC-4956-A1A4-662FE7FCAF99}" destId="{EB6144C3-2881-497A-B635-6187B5E4EDD4}" srcOrd="0" destOrd="0" parTransId="{1B4179F4-ACF7-4AC8-934E-EC0B51B10BF3}" sibTransId="{6FE8BC22-20F4-4ECF-9983-6A7F23F3E062}"/>
    <dgm:cxn modelId="{02E59C9C-21B8-462F-B874-7A008EE618A9}" type="presOf" srcId="{C4DFC3A0-3CF2-4EF1-A46A-E31044400EA5}" destId="{CB09E3F0-E9E0-4260-9056-245B22784EC5}" srcOrd="0" destOrd="0" presId="urn:microsoft.com/office/officeart/2005/8/layout/vList6"/>
    <dgm:cxn modelId="{9F4BF99D-C17D-4EFC-9253-10C7871C056D}" srcId="{F118BA4B-2BD0-42DB-B149-AF300E03614B}" destId="{9C379891-FB92-46F0-9685-1A13B3CB6653}" srcOrd="0" destOrd="0" parTransId="{227B47F2-E291-4CEF-8854-C65BCD7E3583}" sibTransId="{2FA059E3-1913-4EFB-BD37-93C93FCBB89C}"/>
    <dgm:cxn modelId="{339E15B3-4625-46A9-955A-60AD975A68D3}" type="presOf" srcId="{931F75B8-5705-4D0F-AAAC-D9761B112417}" destId="{737ED83B-EFA5-4631-AD9C-E53A4735F2CA}" srcOrd="0" destOrd="0" presId="urn:microsoft.com/office/officeart/2005/8/layout/vList6"/>
    <dgm:cxn modelId="{61D710BA-0240-40FF-A156-AF7880BD25F8}" type="presOf" srcId="{EB6144C3-2881-497A-B635-6187B5E4EDD4}" destId="{5AC2C034-95AD-4975-AEAA-AA13E648E6F5}" srcOrd="0" destOrd="0" presId="urn:microsoft.com/office/officeart/2005/8/layout/vList6"/>
    <dgm:cxn modelId="{1C144DD6-4742-423E-B6A2-D0F35774FE2A}" srcId="{F118BA4B-2BD0-42DB-B149-AF300E03614B}" destId="{925CE648-BA68-4717-B786-FD52EAB312B7}" srcOrd="1" destOrd="0" parTransId="{F2F9B291-5BF6-48F5-94F1-B579C550BE68}" sibTransId="{7394366C-AFAA-44C9-8D37-2F1908426846}"/>
    <dgm:cxn modelId="{06060FDA-80C9-4D77-975A-B7853620F700}" type="presOf" srcId="{9C379891-FB92-46F0-9685-1A13B3CB6653}" destId="{5341E39B-F973-49C0-95EC-2182861E980A}" srcOrd="0" destOrd="0" presId="urn:microsoft.com/office/officeart/2005/8/layout/vList6"/>
    <dgm:cxn modelId="{817F78E2-F6EE-45FA-989A-C5CA105CBB32}" srcId="{E93838AA-E264-4853-B9DA-4DCA03ADFB01}" destId="{65AE7F90-9750-4272-9F83-A93721E311E0}" srcOrd="3" destOrd="0" parTransId="{BB6BC28A-69E7-4BF8-B038-BEE9C440E267}" sibTransId="{AD8E6D59-ECCE-4643-95ED-98DED2AA640E}"/>
    <dgm:cxn modelId="{D93C87F1-9E88-463E-BA46-B2725D6D5195}" srcId="{E93838AA-E264-4853-B9DA-4DCA03ADFB01}" destId="{924B64A6-D4CC-4956-A1A4-662FE7FCAF99}" srcOrd="1" destOrd="0" parTransId="{33798A6C-5CF8-4799-B9AF-33B6C36894BC}" sibTransId="{31C99ECC-DE5E-4557-9201-049DE6FA43E3}"/>
    <dgm:cxn modelId="{11F12AB1-A06C-4358-8BB8-99D8CAE982C9}" type="presParOf" srcId="{D29E2D82-DAA3-4742-8C84-5F3D32CFB945}" destId="{ECF0DFE1-8F55-4FB4-9F89-59EF8DFF7375}" srcOrd="0" destOrd="0" presId="urn:microsoft.com/office/officeart/2005/8/layout/vList6"/>
    <dgm:cxn modelId="{D1F79B65-E21E-48AC-802F-3A1F68961309}" type="presParOf" srcId="{ECF0DFE1-8F55-4FB4-9F89-59EF8DFF7375}" destId="{6502ACA6-722A-43AE-A464-677730DD5B89}" srcOrd="0" destOrd="0" presId="urn:microsoft.com/office/officeart/2005/8/layout/vList6"/>
    <dgm:cxn modelId="{9540756F-8E59-45C7-9CA5-9255FD7F9018}" type="presParOf" srcId="{ECF0DFE1-8F55-4FB4-9F89-59EF8DFF7375}" destId="{5341E39B-F973-49C0-95EC-2182861E980A}" srcOrd="1" destOrd="0" presId="urn:microsoft.com/office/officeart/2005/8/layout/vList6"/>
    <dgm:cxn modelId="{DBD22912-6746-4FBC-9BD2-8531A6C6058F}" type="presParOf" srcId="{D29E2D82-DAA3-4742-8C84-5F3D32CFB945}" destId="{D315BE15-FCED-4FC6-AC5B-499E895408D1}" srcOrd="1" destOrd="0" presId="urn:microsoft.com/office/officeart/2005/8/layout/vList6"/>
    <dgm:cxn modelId="{5C9A0463-1C51-4350-8C4D-BBCB7641EBC4}" type="presParOf" srcId="{D29E2D82-DAA3-4742-8C84-5F3D32CFB945}" destId="{1CCBAAED-ED03-45AC-B968-5832AAD30203}" srcOrd="2" destOrd="0" presId="urn:microsoft.com/office/officeart/2005/8/layout/vList6"/>
    <dgm:cxn modelId="{277F38C6-7305-4EEE-A616-587FFCBBD880}" type="presParOf" srcId="{1CCBAAED-ED03-45AC-B968-5832AAD30203}" destId="{ECD62D9A-6F12-4B93-A50B-4D163D2C8AB7}" srcOrd="0" destOrd="0" presId="urn:microsoft.com/office/officeart/2005/8/layout/vList6"/>
    <dgm:cxn modelId="{7EB99FB1-ABCD-4441-9957-C77BA6CD1A5D}" type="presParOf" srcId="{1CCBAAED-ED03-45AC-B968-5832AAD30203}" destId="{5AC2C034-95AD-4975-AEAA-AA13E648E6F5}" srcOrd="1" destOrd="0" presId="urn:microsoft.com/office/officeart/2005/8/layout/vList6"/>
    <dgm:cxn modelId="{EC3E5CCD-C121-478E-A77D-25AC1A1B88B1}" type="presParOf" srcId="{D29E2D82-DAA3-4742-8C84-5F3D32CFB945}" destId="{1C511F56-2F58-41B3-A7F7-022BA1B48018}" srcOrd="3" destOrd="0" presId="urn:microsoft.com/office/officeart/2005/8/layout/vList6"/>
    <dgm:cxn modelId="{236F4DD5-A6B6-469C-8F68-9BCE8A924E16}" type="presParOf" srcId="{D29E2D82-DAA3-4742-8C84-5F3D32CFB945}" destId="{BA33165E-1370-45C5-9845-69E210205446}" srcOrd="4" destOrd="0" presId="urn:microsoft.com/office/officeart/2005/8/layout/vList6"/>
    <dgm:cxn modelId="{00DD9BA9-E4C5-4182-9E43-B761C955AA0B}" type="presParOf" srcId="{BA33165E-1370-45C5-9845-69E210205446}" destId="{CB09E3F0-E9E0-4260-9056-245B22784EC5}" srcOrd="0" destOrd="0" presId="urn:microsoft.com/office/officeart/2005/8/layout/vList6"/>
    <dgm:cxn modelId="{CADA8346-3AAE-4311-8025-4BBAEF862ED7}" type="presParOf" srcId="{BA33165E-1370-45C5-9845-69E210205446}" destId="{990D8C5E-7880-4EF0-8E60-45A1ACB0DB43}" srcOrd="1" destOrd="0" presId="urn:microsoft.com/office/officeart/2005/8/layout/vList6"/>
    <dgm:cxn modelId="{721449DB-EE4E-4085-990D-1B1894D33925}" type="presParOf" srcId="{D29E2D82-DAA3-4742-8C84-5F3D32CFB945}" destId="{849E048B-EAF5-4DD5-84A8-FB528FBB4CF5}" srcOrd="5" destOrd="0" presId="urn:microsoft.com/office/officeart/2005/8/layout/vList6"/>
    <dgm:cxn modelId="{06EACD69-F564-4C19-959D-EB4DD46F703F}" type="presParOf" srcId="{D29E2D82-DAA3-4742-8C84-5F3D32CFB945}" destId="{10FF1543-0833-433E-A23C-977F2511DE55}" srcOrd="6" destOrd="0" presId="urn:microsoft.com/office/officeart/2005/8/layout/vList6"/>
    <dgm:cxn modelId="{2B40B30C-8EEE-4A9A-B98D-40A826035B84}" type="presParOf" srcId="{10FF1543-0833-433E-A23C-977F2511DE55}" destId="{B7C401F5-DBB0-437A-B6CE-D3D500D12AF6}" srcOrd="0" destOrd="0" presId="urn:microsoft.com/office/officeart/2005/8/layout/vList6"/>
    <dgm:cxn modelId="{A5BDF315-66B5-4A8D-88FE-78F370C7A0DE}" type="presParOf" srcId="{10FF1543-0833-433E-A23C-977F2511DE55}" destId="{44949430-520E-4D8E-BA01-A62A7C40EB8F}" srcOrd="1" destOrd="0" presId="urn:microsoft.com/office/officeart/2005/8/layout/vList6"/>
    <dgm:cxn modelId="{84E9C113-605D-4860-9760-01F691BB06CF}" type="presParOf" srcId="{D29E2D82-DAA3-4742-8C84-5F3D32CFB945}" destId="{A69C67C9-B90D-4B89-AD93-D534DF3B7CD1}" srcOrd="7" destOrd="0" presId="urn:microsoft.com/office/officeart/2005/8/layout/vList6"/>
    <dgm:cxn modelId="{C419AA35-18CE-42EE-8B4E-618C80F6DD19}" type="presParOf" srcId="{D29E2D82-DAA3-4742-8C84-5F3D32CFB945}" destId="{2528D020-E102-4638-AB4D-1EAC28D3FA1D}" srcOrd="8" destOrd="0" presId="urn:microsoft.com/office/officeart/2005/8/layout/vList6"/>
    <dgm:cxn modelId="{8600D5FE-500A-4A71-B585-BC707E5C3F62}" type="presParOf" srcId="{2528D020-E102-4638-AB4D-1EAC28D3FA1D}" destId="{737ED83B-EFA5-4631-AD9C-E53A4735F2CA}" srcOrd="0" destOrd="0" presId="urn:microsoft.com/office/officeart/2005/8/layout/vList6"/>
    <dgm:cxn modelId="{83448E6A-7D89-4594-9C2A-F162AA211A4D}" type="presParOf" srcId="{2528D020-E102-4638-AB4D-1EAC28D3FA1D}" destId="{1CAE2B4A-2BC6-4384-8F87-40E2184CC177}" srcOrd="1" destOrd="0" presId="urn:microsoft.com/office/officeart/2005/8/layout/vList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E4B1AC8-987A-414A-AF32-7AE55AFF5653}"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26033FF6-72E3-412F-A6A8-9DB21AC58A61}">
      <dgm:prSet phldrT="[Text]" custT="1"/>
      <dgm:spPr/>
      <dgm:t>
        <a:bodyPr/>
        <a:lstStyle/>
        <a:p>
          <a:r>
            <a:rPr lang="en-GB" sz="2400" dirty="0"/>
            <a:t>Satu Model </a:t>
          </a:r>
          <a:r>
            <a:rPr lang="en-GB" sz="2400" dirty="0" err="1"/>
            <a:t>untuk</a:t>
          </a:r>
          <a:r>
            <a:rPr lang="en-GB" sz="2400" dirty="0"/>
            <a:t> Satu Task dan Satu Data</a:t>
          </a:r>
          <a:endParaRPr lang="en-US" sz="2400" dirty="0"/>
        </a:p>
      </dgm:t>
    </dgm:pt>
    <dgm:pt modelId="{E4C2D97D-4F16-4888-A75C-53C07498947B}" type="parTrans" cxnId="{27809422-9FB4-407D-8050-93BDBDF2D6D5}">
      <dgm:prSet/>
      <dgm:spPr/>
      <dgm:t>
        <a:bodyPr/>
        <a:lstStyle/>
        <a:p>
          <a:endParaRPr lang="en-US" sz="1600"/>
        </a:p>
      </dgm:t>
    </dgm:pt>
    <dgm:pt modelId="{BA5D8EB0-6835-497F-BA64-C642386AB16D}" type="sibTrans" cxnId="{27809422-9FB4-407D-8050-93BDBDF2D6D5}">
      <dgm:prSet/>
      <dgm:spPr/>
      <dgm:t>
        <a:bodyPr/>
        <a:lstStyle/>
        <a:p>
          <a:endParaRPr lang="en-US" sz="1600"/>
        </a:p>
      </dgm:t>
    </dgm:pt>
    <dgm:pt modelId="{3878A003-113F-45EC-B7FF-69FB6C53F830}">
      <dgm:prSet phldrT="[Text]" custT="1"/>
      <dgm:spPr/>
      <dgm:t>
        <a:bodyPr/>
        <a:lstStyle/>
        <a:p>
          <a:r>
            <a:rPr lang="en-GB" sz="1600" kern="1200"/>
            <a:t>Tidak </a:t>
          </a:r>
          <a:r>
            <a:rPr lang="en-GB" sz="1600" kern="1200">
              <a:latin typeface="Tenorite"/>
              <a:ea typeface="+mn-ea"/>
              <a:cs typeface="+mn-cs"/>
            </a:rPr>
            <a:t>fleksibel → Antara spesies ada kemiripan tapi model tidak bisa menangkap kemiripan tersebut</a:t>
          </a:r>
          <a:endParaRPr lang="en-US" sz="1600" kern="1200" dirty="0">
            <a:latin typeface="Tenorite"/>
            <a:ea typeface="+mn-ea"/>
            <a:cs typeface="+mn-cs"/>
          </a:endParaRPr>
        </a:p>
      </dgm:t>
    </dgm:pt>
    <dgm:pt modelId="{D8DE773F-5F41-491A-915C-AFDEAC4D236B}" type="parTrans" cxnId="{701F811C-F796-46C6-8B9C-7953ED392247}">
      <dgm:prSet/>
      <dgm:spPr/>
      <dgm:t>
        <a:bodyPr/>
        <a:lstStyle/>
        <a:p>
          <a:endParaRPr lang="en-US" sz="1600"/>
        </a:p>
      </dgm:t>
    </dgm:pt>
    <dgm:pt modelId="{5AED71D3-89FA-4C51-A927-E91C19AB8D64}" type="sibTrans" cxnId="{701F811C-F796-46C6-8B9C-7953ED392247}">
      <dgm:prSet/>
      <dgm:spPr/>
      <dgm:t>
        <a:bodyPr/>
        <a:lstStyle/>
        <a:p>
          <a:endParaRPr lang="en-US" sz="1600"/>
        </a:p>
      </dgm:t>
    </dgm:pt>
    <dgm:pt modelId="{87F493FF-8749-499F-A409-81A0DDA3C989}">
      <dgm:prSet phldrT="[Text]" custT="1"/>
      <dgm:spPr/>
      <dgm:t>
        <a:bodyPr/>
        <a:lstStyle/>
        <a:p>
          <a:r>
            <a:rPr lang="en-GB" sz="2400" dirty="0"/>
            <a:t>DNABERT (Ji et. al., 2021) </a:t>
          </a:r>
          <a:r>
            <a:rPr lang="en-GB" sz="2400" dirty="0" err="1"/>
            <a:t>bergantung</a:t>
          </a:r>
          <a:r>
            <a:rPr lang="en-GB" sz="2400" dirty="0"/>
            <a:t> pada data </a:t>
          </a:r>
          <a:r>
            <a:rPr lang="en-GB" sz="2400" i="1" dirty="0"/>
            <a:t>fine-tuning</a:t>
          </a:r>
          <a:endParaRPr lang="en-US" sz="2400" dirty="0"/>
        </a:p>
      </dgm:t>
    </dgm:pt>
    <dgm:pt modelId="{4070F1CA-D931-41B3-A91D-55D7B6D8F6EC}" type="parTrans" cxnId="{9E0E75C2-81A9-4488-89F0-CA067A99A8C3}">
      <dgm:prSet/>
      <dgm:spPr/>
      <dgm:t>
        <a:bodyPr/>
        <a:lstStyle/>
        <a:p>
          <a:endParaRPr lang="en-US" sz="1600"/>
        </a:p>
      </dgm:t>
    </dgm:pt>
    <dgm:pt modelId="{F742378D-71D7-4929-B823-E2025267EC56}" type="sibTrans" cxnId="{9E0E75C2-81A9-4488-89F0-CA067A99A8C3}">
      <dgm:prSet/>
      <dgm:spPr/>
      <dgm:t>
        <a:bodyPr/>
        <a:lstStyle/>
        <a:p>
          <a:endParaRPr lang="en-US" sz="1600"/>
        </a:p>
      </dgm:t>
    </dgm:pt>
    <dgm:pt modelId="{8FF9EC84-B6E2-4014-8CB6-4863831749D9}">
      <dgm:prSet phldrT="[Text]"/>
      <dgm:spPr/>
      <dgm:t>
        <a:bodyPr/>
        <a:lstStyle/>
        <a:p>
          <a:r>
            <a:rPr lang="en-GB" sz="1600" dirty="0"/>
            <a:t>DNABERT </a:t>
          </a:r>
          <a:r>
            <a:rPr lang="en-GB" sz="1600" dirty="0" err="1"/>
            <a:t>dapat</a:t>
          </a:r>
          <a:r>
            <a:rPr lang="en-GB" sz="1600" dirty="0"/>
            <a:t> </a:t>
          </a:r>
          <a:r>
            <a:rPr lang="en-GB" sz="1600" dirty="0" err="1"/>
            <a:t>menangkap</a:t>
          </a:r>
          <a:r>
            <a:rPr lang="en-GB" sz="1600" dirty="0"/>
            <a:t> </a:t>
          </a:r>
          <a:r>
            <a:rPr lang="en-GB" sz="1600" dirty="0" err="1"/>
            <a:t>fitur</a:t>
          </a:r>
          <a:r>
            <a:rPr lang="en-GB" sz="1600" dirty="0"/>
            <a:t> </a:t>
          </a:r>
          <a:r>
            <a:rPr lang="en-GB" sz="1600" dirty="0" err="1"/>
            <a:t>generik</a:t>
          </a:r>
          <a:r>
            <a:rPr lang="en-GB" sz="1600" dirty="0"/>
            <a:t> </a:t>
          </a:r>
          <a:r>
            <a:rPr lang="en-GB" sz="1600" dirty="0" err="1"/>
            <a:t>dari</a:t>
          </a:r>
          <a:r>
            <a:rPr lang="en-GB" sz="1600" dirty="0"/>
            <a:t> </a:t>
          </a:r>
          <a:r>
            <a:rPr lang="en-GB" sz="1600" dirty="0" err="1"/>
            <a:t>genom</a:t>
          </a:r>
          <a:r>
            <a:rPr lang="en-GB" sz="1600" dirty="0"/>
            <a:t> </a:t>
          </a:r>
          <a:r>
            <a:rPr lang="en-GB" sz="1600" i="1" dirty="0"/>
            <a:t>H. sapiens </a:t>
          </a:r>
          <a:r>
            <a:rPr lang="en-GB" sz="1600" i="0" dirty="0" err="1"/>
            <a:t>tetapi</a:t>
          </a:r>
          <a:r>
            <a:rPr lang="en-GB" sz="1600" i="0" dirty="0"/>
            <a:t> </a:t>
          </a:r>
          <a:r>
            <a:rPr lang="en-GB" sz="1600" i="0" dirty="0" err="1"/>
            <a:t>tetap</a:t>
          </a:r>
          <a:r>
            <a:rPr lang="en-GB" sz="1600" i="0" dirty="0"/>
            <a:t> </a:t>
          </a:r>
          <a:r>
            <a:rPr lang="en-GB" sz="1600" i="0" dirty="0" err="1"/>
            <a:t>membutuhkan</a:t>
          </a:r>
          <a:r>
            <a:rPr lang="en-GB" sz="1600" i="0" dirty="0"/>
            <a:t> data </a:t>
          </a:r>
          <a:r>
            <a:rPr lang="en-GB" sz="1600" i="1" dirty="0"/>
            <a:t>fine-tuning </a:t>
          </a:r>
          <a:r>
            <a:rPr lang="en-GB" sz="1600" i="0" dirty="0" err="1"/>
            <a:t>untuk</a:t>
          </a:r>
          <a:r>
            <a:rPr lang="en-GB" sz="1600" i="0" dirty="0"/>
            <a:t> </a:t>
          </a:r>
          <a:r>
            <a:rPr lang="en-GB" sz="1600" i="0" dirty="0" err="1"/>
            <a:t>persoalan</a:t>
          </a:r>
          <a:r>
            <a:rPr lang="en-GB" sz="1600" i="0" dirty="0"/>
            <a:t> </a:t>
          </a:r>
          <a:r>
            <a:rPr lang="en-GB" sz="1600" i="0" dirty="0" err="1"/>
            <a:t>tertentu</a:t>
          </a:r>
          <a:endParaRPr lang="en-US" sz="1600" i="1" dirty="0"/>
        </a:p>
      </dgm:t>
    </dgm:pt>
    <dgm:pt modelId="{5DB124CC-F542-4AB8-A2AA-97A48E13B011}" type="parTrans" cxnId="{EFAF5499-6D9D-4728-AFE9-F5AE62B40810}">
      <dgm:prSet/>
      <dgm:spPr/>
      <dgm:t>
        <a:bodyPr/>
        <a:lstStyle/>
        <a:p>
          <a:endParaRPr lang="en-US" sz="1600"/>
        </a:p>
      </dgm:t>
    </dgm:pt>
    <dgm:pt modelId="{F454BEBD-B4CE-4E36-AFC8-86A4E0AD7A1B}" type="sibTrans" cxnId="{EFAF5499-6D9D-4728-AFE9-F5AE62B40810}">
      <dgm:prSet/>
      <dgm:spPr/>
      <dgm:t>
        <a:bodyPr/>
        <a:lstStyle/>
        <a:p>
          <a:endParaRPr lang="en-US" sz="1600"/>
        </a:p>
      </dgm:t>
    </dgm:pt>
    <dgm:pt modelId="{6E4AEC53-8C15-40B1-8248-1BE5D90AE648}">
      <dgm:prSet phldrT="[Text]" custT="1"/>
      <dgm:spPr/>
      <dgm:t>
        <a:bodyPr/>
        <a:lstStyle/>
        <a:p>
          <a:r>
            <a:rPr lang="en-GB" sz="1600" kern="1200" dirty="0" err="1">
              <a:latin typeface="Tenorite"/>
              <a:ea typeface="+mn-ea"/>
              <a:cs typeface="+mn-cs"/>
            </a:rPr>
            <a:t>Tidak</a:t>
          </a:r>
          <a:r>
            <a:rPr lang="en-GB" sz="1600" kern="1200" dirty="0">
              <a:latin typeface="Tenorite"/>
              <a:ea typeface="+mn-ea"/>
              <a:cs typeface="+mn-cs"/>
            </a:rPr>
            <a:t> </a:t>
          </a:r>
          <a:r>
            <a:rPr lang="en-GB" sz="1600" kern="1200" dirty="0" err="1">
              <a:latin typeface="Tenorite"/>
              <a:ea typeface="+mn-ea"/>
              <a:cs typeface="+mn-cs"/>
            </a:rPr>
            <a:t>semua</a:t>
          </a:r>
          <a:r>
            <a:rPr lang="en-GB" sz="1600" kern="1200" dirty="0">
              <a:latin typeface="Tenorite"/>
              <a:ea typeface="+mn-ea"/>
              <a:cs typeface="+mn-cs"/>
            </a:rPr>
            <a:t> data </a:t>
          </a:r>
          <a:r>
            <a:rPr lang="en-GB" sz="1600" kern="1200" dirty="0" err="1">
              <a:latin typeface="Tenorite"/>
              <a:ea typeface="+mn-ea"/>
              <a:cs typeface="+mn-cs"/>
            </a:rPr>
            <a:t>memiliki</a:t>
          </a:r>
          <a:r>
            <a:rPr lang="en-GB" sz="1600" kern="1200" dirty="0">
              <a:latin typeface="Tenorite"/>
              <a:ea typeface="+mn-ea"/>
              <a:cs typeface="+mn-cs"/>
            </a:rPr>
            <a:t> </a:t>
          </a:r>
          <a:r>
            <a:rPr lang="en-GB" sz="1600" kern="1200" dirty="0" err="1">
              <a:latin typeface="Tenorite"/>
              <a:ea typeface="+mn-ea"/>
              <a:cs typeface="+mn-cs"/>
            </a:rPr>
            <a:t>fitur</a:t>
          </a:r>
          <a:r>
            <a:rPr lang="en-GB" sz="1600" kern="1200" dirty="0">
              <a:latin typeface="Tenorite"/>
              <a:ea typeface="+mn-ea"/>
              <a:cs typeface="+mn-cs"/>
            </a:rPr>
            <a:t> yang </a:t>
          </a:r>
          <a:r>
            <a:rPr lang="en-GB" sz="1600" kern="1200" dirty="0" err="1">
              <a:latin typeface="Tenorite"/>
              <a:ea typeface="+mn-ea"/>
              <a:cs typeface="+mn-cs"/>
            </a:rPr>
            <a:t>cukup</a:t>
          </a:r>
          <a:r>
            <a:rPr lang="en-GB" sz="1600" kern="1200" dirty="0">
              <a:latin typeface="Tenorite"/>
              <a:ea typeface="+mn-ea"/>
              <a:cs typeface="+mn-cs"/>
            </a:rPr>
            <a:t> </a:t>
          </a:r>
          <a:r>
            <a:rPr lang="en-GB" sz="1600" kern="1200" dirty="0" err="1">
              <a:latin typeface="Tenorite"/>
              <a:ea typeface="+mn-ea"/>
              <a:cs typeface="+mn-cs"/>
            </a:rPr>
            <a:t>untuk</a:t>
          </a:r>
          <a:r>
            <a:rPr lang="en-GB" sz="1600" kern="1200" dirty="0">
              <a:latin typeface="Tenorite"/>
              <a:ea typeface="+mn-ea"/>
              <a:cs typeface="+mn-cs"/>
            </a:rPr>
            <a:t> </a:t>
          </a:r>
          <a:r>
            <a:rPr lang="en-GB" sz="1600" kern="1200" dirty="0" err="1">
              <a:latin typeface="Tenorite"/>
              <a:ea typeface="+mn-ea"/>
              <a:cs typeface="+mn-cs"/>
            </a:rPr>
            <a:t>prediksi</a:t>
          </a:r>
          <a:r>
            <a:rPr lang="en-GB" sz="1600" kern="1200" dirty="0">
              <a:latin typeface="Tenorite"/>
              <a:ea typeface="+mn-ea"/>
              <a:cs typeface="+mn-cs"/>
            </a:rPr>
            <a:t> </a:t>
          </a:r>
          <a:r>
            <a:rPr lang="en-GB" sz="1600" kern="1200" dirty="0" err="1">
              <a:latin typeface="Tenorite"/>
              <a:ea typeface="+mn-ea"/>
              <a:cs typeface="+mn-cs"/>
            </a:rPr>
            <a:t>sebuah</a:t>
          </a:r>
          <a:r>
            <a:rPr lang="en-GB" sz="1600" kern="1200" dirty="0">
              <a:latin typeface="Tenorite"/>
              <a:ea typeface="+mn-ea"/>
              <a:cs typeface="+mn-cs"/>
            </a:rPr>
            <a:t> task.</a:t>
          </a:r>
          <a:endParaRPr lang="en-US" sz="1600" kern="1200" dirty="0">
            <a:latin typeface="Tenorite"/>
            <a:ea typeface="+mn-ea"/>
            <a:cs typeface="+mn-cs"/>
          </a:endParaRPr>
        </a:p>
      </dgm:t>
    </dgm:pt>
    <dgm:pt modelId="{666D463B-A3B8-44C0-84A8-0EE2E103E0CE}" type="parTrans" cxnId="{EDC7D47A-009C-44C3-B45A-BAB6BEAEF9DE}">
      <dgm:prSet/>
      <dgm:spPr/>
      <dgm:t>
        <a:bodyPr/>
        <a:lstStyle/>
        <a:p>
          <a:endParaRPr lang="en-US" sz="1600"/>
        </a:p>
      </dgm:t>
    </dgm:pt>
    <dgm:pt modelId="{F10E1D44-F80D-45B2-B090-629F4BD6BEB3}" type="sibTrans" cxnId="{EDC7D47A-009C-44C3-B45A-BAB6BEAEF9DE}">
      <dgm:prSet/>
      <dgm:spPr/>
      <dgm:t>
        <a:bodyPr/>
        <a:lstStyle/>
        <a:p>
          <a:endParaRPr lang="en-US" sz="1600"/>
        </a:p>
      </dgm:t>
    </dgm:pt>
    <dgm:pt modelId="{559901CC-77E7-4D9D-9789-12A99E031658}">
      <dgm:prSet phldrT="[Text]" custT="1"/>
      <dgm:spPr/>
      <dgm:t>
        <a:bodyPr/>
        <a:lstStyle/>
        <a:p>
          <a:endParaRPr lang="en-US" sz="1600" i="1" dirty="0"/>
        </a:p>
      </dgm:t>
    </dgm:pt>
    <dgm:pt modelId="{69EC69DD-3FEB-4B3F-ABF9-44BCF467FC25}" type="parTrans" cxnId="{0B7FE2E8-84A7-49AD-9842-A55E8AD1834C}">
      <dgm:prSet/>
      <dgm:spPr/>
      <dgm:t>
        <a:bodyPr/>
        <a:lstStyle/>
        <a:p>
          <a:endParaRPr lang="en-US" sz="1600"/>
        </a:p>
      </dgm:t>
    </dgm:pt>
    <dgm:pt modelId="{552F9DE9-CDFF-467F-983F-A65F1D0F9DD5}" type="sibTrans" cxnId="{0B7FE2E8-84A7-49AD-9842-A55E8AD1834C}">
      <dgm:prSet/>
      <dgm:spPr/>
      <dgm:t>
        <a:bodyPr/>
        <a:lstStyle/>
        <a:p>
          <a:endParaRPr lang="en-US" sz="1600"/>
        </a:p>
      </dgm:t>
    </dgm:pt>
    <dgm:pt modelId="{37058354-1A0D-4EFD-90D4-33F2895A2F7D}">
      <dgm:prSet phldrT="[Text]"/>
      <dgm:spPr/>
      <dgm:t>
        <a:bodyPr/>
        <a:lstStyle/>
        <a:p>
          <a:r>
            <a:rPr lang="en-GB" sz="1600" i="0" dirty="0" err="1"/>
            <a:t>Keberadaan</a:t>
          </a:r>
          <a:r>
            <a:rPr lang="en-GB" sz="1600" i="0" dirty="0"/>
            <a:t> data </a:t>
          </a:r>
          <a:r>
            <a:rPr lang="en-GB" sz="1600" i="1" dirty="0"/>
            <a:t>fine-tuning</a:t>
          </a:r>
          <a:r>
            <a:rPr lang="en-GB" sz="1600" i="0" dirty="0"/>
            <a:t> </a:t>
          </a:r>
          <a:r>
            <a:rPr lang="en-GB" sz="1600" i="0" dirty="0" err="1"/>
            <a:t>tidak</a:t>
          </a:r>
          <a:r>
            <a:rPr lang="en-GB" sz="1600" i="0" dirty="0"/>
            <a:t> </a:t>
          </a:r>
          <a:r>
            <a:rPr lang="en-GB" sz="1600" i="0" dirty="0" err="1"/>
            <a:t>selalu</a:t>
          </a:r>
          <a:r>
            <a:rPr lang="en-GB" sz="1600" i="0" dirty="0"/>
            <a:t> </a:t>
          </a:r>
          <a:r>
            <a:rPr lang="en-GB" sz="1600" i="0" dirty="0" err="1"/>
            <a:t>lengkap</a:t>
          </a:r>
          <a:endParaRPr lang="en-US" sz="1600" i="0" dirty="0"/>
        </a:p>
      </dgm:t>
    </dgm:pt>
    <dgm:pt modelId="{45F68746-D361-4366-A446-0D4E8C0BFF66}" type="parTrans" cxnId="{6EDC49E9-50A4-4512-952C-19390BA022E4}">
      <dgm:prSet/>
      <dgm:spPr/>
      <dgm:t>
        <a:bodyPr/>
        <a:lstStyle/>
        <a:p>
          <a:endParaRPr lang="en-US"/>
        </a:p>
      </dgm:t>
    </dgm:pt>
    <dgm:pt modelId="{37FA5742-24F3-4994-9EB5-1094C90D739F}" type="sibTrans" cxnId="{6EDC49E9-50A4-4512-952C-19390BA022E4}">
      <dgm:prSet/>
      <dgm:spPr/>
      <dgm:t>
        <a:bodyPr/>
        <a:lstStyle/>
        <a:p>
          <a:endParaRPr lang="en-US"/>
        </a:p>
      </dgm:t>
    </dgm:pt>
    <dgm:pt modelId="{57AC729E-EBFD-412A-B9C1-AA0E3F9D1F63}" type="pres">
      <dgm:prSet presAssocID="{EE4B1AC8-987A-414A-AF32-7AE55AFF5653}" presName="linear" presStyleCnt="0">
        <dgm:presLayoutVars>
          <dgm:animLvl val="lvl"/>
          <dgm:resizeHandles val="exact"/>
        </dgm:presLayoutVars>
      </dgm:prSet>
      <dgm:spPr/>
    </dgm:pt>
    <dgm:pt modelId="{EA3E0962-A03F-4122-AFE6-0D15636E83D5}" type="pres">
      <dgm:prSet presAssocID="{26033FF6-72E3-412F-A6A8-9DB21AC58A61}" presName="parentText" presStyleLbl="node1" presStyleIdx="0" presStyleCnt="2">
        <dgm:presLayoutVars>
          <dgm:chMax val="0"/>
          <dgm:bulletEnabled val="1"/>
        </dgm:presLayoutVars>
      </dgm:prSet>
      <dgm:spPr/>
    </dgm:pt>
    <dgm:pt modelId="{A11AD17A-7583-43E0-AD73-8B82BB589EA7}" type="pres">
      <dgm:prSet presAssocID="{26033FF6-72E3-412F-A6A8-9DB21AC58A61}" presName="childText" presStyleLbl="revTx" presStyleIdx="0" presStyleCnt="2" custScaleY="62317">
        <dgm:presLayoutVars>
          <dgm:bulletEnabled val="1"/>
        </dgm:presLayoutVars>
      </dgm:prSet>
      <dgm:spPr/>
    </dgm:pt>
    <dgm:pt modelId="{756FEDC9-A4D5-4CB0-AC72-6E60062193DE}" type="pres">
      <dgm:prSet presAssocID="{87F493FF-8749-499F-A409-81A0DDA3C989}" presName="parentText" presStyleLbl="node1" presStyleIdx="1" presStyleCnt="2">
        <dgm:presLayoutVars>
          <dgm:chMax val="0"/>
          <dgm:bulletEnabled val="1"/>
        </dgm:presLayoutVars>
      </dgm:prSet>
      <dgm:spPr/>
    </dgm:pt>
    <dgm:pt modelId="{DE7424A2-1847-4810-B345-56FDD903CBD3}" type="pres">
      <dgm:prSet presAssocID="{87F493FF-8749-499F-A409-81A0DDA3C989}" presName="childText" presStyleLbl="revTx" presStyleIdx="1" presStyleCnt="2">
        <dgm:presLayoutVars>
          <dgm:bulletEnabled val="1"/>
        </dgm:presLayoutVars>
      </dgm:prSet>
      <dgm:spPr/>
    </dgm:pt>
  </dgm:ptLst>
  <dgm:cxnLst>
    <dgm:cxn modelId="{CD4CFA0E-4700-475F-8072-64FE9B49302A}" type="presOf" srcId="{6E4AEC53-8C15-40B1-8248-1BE5D90AE648}" destId="{A11AD17A-7583-43E0-AD73-8B82BB589EA7}" srcOrd="0" destOrd="1" presId="urn:microsoft.com/office/officeart/2005/8/layout/vList2"/>
    <dgm:cxn modelId="{701F811C-F796-46C6-8B9C-7953ED392247}" srcId="{26033FF6-72E3-412F-A6A8-9DB21AC58A61}" destId="{3878A003-113F-45EC-B7FF-69FB6C53F830}" srcOrd="0" destOrd="0" parTransId="{D8DE773F-5F41-491A-915C-AFDEAC4D236B}" sibTransId="{5AED71D3-89FA-4C51-A927-E91C19AB8D64}"/>
    <dgm:cxn modelId="{27809422-9FB4-407D-8050-93BDBDF2D6D5}" srcId="{EE4B1AC8-987A-414A-AF32-7AE55AFF5653}" destId="{26033FF6-72E3-412F-A6A8-9DB21AC58A61}" srcOrd="0" destOrd="0" parTransId="{E4C2D97D-4F16-4888-A75C-53C07498947B}" sibTransId="{BA5D8EB0-6835-497F-BA64-C642386AB16D}"/>
    <dgm:cxn modelId="{8E9F0058-4B1C-4162-8231-B9B70C9ECCD4}" type="presOf" srcId="{EE4B1AC8-987A-414A-AF32-7AE55AFF5653}" destId="{57AC729E-EBFD-412A-B9C1-AA0E3F9D1F63}" srcOrd="0" destOrd="0" presId="urn:microsoft.com/office/officeart/2005/8/layout/vList2"/>
    <dgm:cxn modelId="{EDC7D47A-009C-44C3-B45A-BAB6BEAEF9DE}" srcId="{26033FF6-72E3-412F-A6A8-9DB21AC58A61}" destId="{6E4AEC53-8C15-40B1-8248-1BE5D90AE648}" srcOrd="1" destOrd="0" parTransId="{666D463B-A3B8-44C0-84A8-0EE2E103E0CE}" sibTransId="{F10E1D44-F80D-45B2-B090-629F4BD6BEB3}"/>
    <dgm:cxn modelId="{EFAF5499-6D9D-4728-AFE9-F5AE62B40810}" srcId="{87F493FF-8749-499F-A409-81A0DDA3C989}" destId="{8FF9EC84-B6E2-4014-8CB6-4863831749D9}" srcOrd="0" destOrd="0" parTransId="{5DB124CC-F542-4AB8-A2AA-97A48E13B011}" sibTransId="{F454BEBD-B4CE-4E36-AFC8-86A4E0AD7A1B}"/>
    <dgm:cxn modelId="{9E0E75C2-81A9-4488-89F0-CA067A99A8C3}" srcId="{EE4B1AC8-987A-414A-AF32-7AE55AFF5653}" destId="{87F493FF-8749-499F-A409-81A0DDA3C989}" srcOrd="1" destOrd="0" parTransId="{4070F1CA-D931-41B3-A91D-55D7B6D8F6EC}" sibTransId="{F742378D-71D7-4929-B823-E2025267EC56}"/>
    <dgm:cxn modelId="{7A6EC4D1-08AC-43A7-B420-DE04971491E4}" type="presOf" srcId="{26033FF6-72E3-412F-A6A8-9DB21AC58A61}" destId="{EA3E0962-A03F-4122-AFE6-0D15636E83D5}" srcOrd="0" destOrd="0" presId="urn:microsoft.com/office/officeart/2005/8/layout/vList2"/>
    <dgm:cxn modelId="{2105F5DB-2F75-486D-AB8F-42353A4D0147}" type="presOf" srcId="{3878A003-113F-45EC-B7FF-69FB6C53F830}" destId="{A11AD17A-7583-43E0-AD73-8B82BB589EA7}" srcOrd="0" destOrd="0" presId="urn:microsoft.com/office/officeart/2005/8/layout/vList2"/>
    <dgm:cxn modelId="{3D537FDD-E236-43B0-95ED-99C9AA87F086}" type="presOf" srcId="{8FF9EC84-B6E2-4014-8CB6-4863831749D9}" destId="{DE7424A2-1847-4810-B345-56FDD903CBD3}" srcOrd="0" destOrd="0" presId="urn:microsoft.com/office/officeart/2005/8/layout/vList2"/>
    <dgm:cxn modelId="{0B7FE2E8-84A7-49AD-9842-A55E8AD1834C}" srcId="{87F493FF-8749-499F-A409-81A0DDA3C989}" destId="{559901CC-77E7-4D9D-9789-12A99E031658}" srcOrd="2" destOrd="0" parTransId="{69EC69DD-3FEB-4B3F-ABF9-44BCF467FC25}" sibTransId="{552F9DE9-CDFF-467F-983F-A65F1D0F9DD5}"/>
    <dgm:cxn modelId="{6EDC49E9-50A4-4512-952C-19390BA022E4}" srcId="{87F493FF-8749-499F-A409-81A0DDA3C989}" destId="{37058354-1A0D-4EFD-90D4-33F2895A2F7D}" srcOrd="1" destOrd="0" parTransId="{45F68746-D361-4366-A446-0D4E8C0BFF66}" sibTransId="{37FA5742-24F3-4994-9EB5-1094C90D739F}"/>
    <dgm:cxn modelId="{C95CAAF2-1E38-4A4C-BC91-CA965C9A647D}" type="presOf" srcId="{37058354-1A0D-4EFD-90D4-33F2895A2F7D}" destId="{DE7424A2-1847-4810-B345-56FDD903CBD3}" srcOrd="0" destOrd="1" presId="urn:microsoft.com/office/officeart/2005/8/layout/vList2"/>
    <dgm:cxn modelId="{4AAD55FE-72DD-4FFC-B820-42F6FCB00930}" type="presOf" srcId="{559901CC-77E7-4D9D-9789-12A99E031658}" destId="{DE7424A2-1847-4810-B345-56FDD903CBD3}" srcOrd="0" destOrd="2" presId="urn:microsoft.com/office/officeart/2005/8/layout/vList2"/>
    <dgm:cxn modelId="{1EB883FF-87B6-49C0-AFC8-F69144EA076D}" type="presOf" srcId="{87F493FF-8749-499F-A409-81A0DDA3C989}" destId="{756FEDC9-A4D5-4CB0-AC72-6E60062193DE}" srcOrd="0" destOrd="0" presId="urn:microsoft.com/office/officeart/2005/8/layout/vList2"/>
    <dgm:cxn modelId="{B77281EB-4FB2-46B4-9571-03296DFA0BF4}" type="presParOf" srcId="{57AC729E-EBFD-412A-B9C1-AA0E3F9D1F63}" destId="{EA3E0962-A03F-4122-AFE6-0D15636E83D5}" srcOrd="0" destOrd="0" presId="urn:microsoft.com/office/officeart/2005/8/layout/vList2"/>
    <dgm:cxn modelId="{6013C315-FC5C-437B-8367-FDB61DD42AD0}" type="presParOf" srcId="{57AC729E-EBFD-412A-B9C1-AA0E3F9D1F63}" destId="{A11AD17A-7583-43E0-AD73-8B82BB589EA7}" srcOrd="1" destOrd="0" presId="urn:microsoft.com/office/officeart/2005/8/layout/vList2"/>
    <dgm:cxn modelId="{7F9A5EA5-0C25-4EE2-9294-D1A616B98480}" type="presParOf" srcId="{57AC729E-EBFD-412A-B9C1-AA0E3F9D1F63}" destId="{756FEDC9-A4D5-4CB0-AC72-6E60062193DE}" srcOrd="2" destOrd="0" presId="urn:microsoft.com/office/officeart/2005/8/layout/vList2"/>
    <dgm:cxn modelId="{B884DF2C-FD5B-4BC5-8EF5-E7C8AA41BDC6}" type="presParOf" srcId="{57AC729E-EBFD-412A-B9C1-AA0E3F9D1F63}" destId="{DE7424A2-1847-4810-B345-56FDD903CBD3}"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DD8915E-DC14-41D6-9BB5-F49E1C265163}" type="doc">
      <dgm:prSet loTypeId="urn:microsoft.com/office/officeart/2016/7/layout/HorizontalActionList" loCatId="list" qsTypeId="urn:microsoft.com/office/officeart/2005/8/quickstyle/simple1" qsCatId="simple" csTypeId="urn:microsoft.com/office/officeart/2005/8/colors/accent1_2" csCatId="accent1" phldr="1"/>
      <dgm:spPr/>
      <dgm:t>
        <a:bodyPr/>
        <a:lstStyle/>
        <a:p>
          <a:endParaRPr lang="en-US"/>
        </a:p>
      </dgm:t>
    </dgm:pt>
    <dgm:pt modelId="{8FE81FEC-2664-411F-AEB3-065F29F52751}">
      <dgm:prSet custT="1"/>
      <dgm:spPr/>
      <dgm:t>
        <a:bodyPr lIns="182880" tIns="182880" rIns="182880" bIns="182880"/>
        <a:lstStyle/>
        <a:p>
          <a:pPr marL="0" lvl="0" indent="0" algn="l" defTabSz="666750" rtl="0">
            <a:lnSpc>
              <a:spcPct val="100000"/>
            </a:lnSpc>
            <a:spcBef>
              <a:spcPct val="0"/>
            </a:spcBef>
            <a:spcAft>
              <a:spcPct val="35000"/>
            </a:spcAft>
            <a:buNone/>
          </a:pPr>
          <a:r>
            <a:rPr lang="en-US" sz="1400" kern="1200" spc="50" baseline="0" dirty="0">
              <a:solidFill>
                <a:prstClr val="black">
                  <a:hueOff val="0"/>
                  <a:satOff val="0"/>
                  <a:lumOff val="0"/>
                  <a:alphaOff val="0"/>
                </a:prstClr>
              </a:solidFill>
              <a:latin typeface="Tenorite"/>
              <a:ea typeface="+mn-ea"/>
              <a:cs typeface="+mn-cs"/>
            </a:rPr>
            <a:t>Deploy strategic networks with compelling e-business needs</a:t>
          </a:r>
        </a:p>
      </dgm:t>
    </dgm:pt>
    <dgm:pt modelId="{BCBC007E-0269-421B-9C41-DE26D5C3A822}" type="parTrans" cxnId="{711E093C-AD42-45A4-8D40-A2D39702062E}">
      <dgm:prSet/>
      <dgm:spPr/>
      <dgm:t>
        <a:bodyPr/>
        <a:lstStyle/>
        <a:p>
          <a:endParaRPr lang="en-US">
            <a:latin typeface="+mn-lt"/>
          </a:endParaRPr>
        </a:p>
      </dgm:t>
    </dgm:pt>
    <dgm:pt modelId="{80230EB7-7230-4881-A631-309C07417378}" type="sibTrans" cxnId="{711E093C-AD42-45A4-8D40-A2D39702062E}">
      <dgm:prSet/>
      <dgm:spPr/>
      <dgm:t>
        <a:bodyPr/>
        <a:lstStyle/>
        <a:p>
          <a:endParaRPr lang="en-US">
            <a:latin typeface="+mn-lt"/>
          </a:endParaRPr>
        </a:p>
      </dgm:t>
    </dgm:pt>
    <dgm:pt modelId="{73D947E0-108F-4D20-A71E-3CF329F97212}">
      <dgm:prSet phldr="0" custT="1"/>
      <dgm:spPr/>
      <dgm:t>
        <a:bodyPr/>
        <a:lstStyle/>
        <a:p>
          <a:pPr marL="0" indent="0" algn="ctr" defTabSz="914400" rtl="0" eaLnBrk="1" latinLnBrk="0" hangingPunct="1">
            <a:lnSpc>
              <a:spcPct val="90000"/>
            </a:lnSpc>
            <a:spcBef>
              <a:spcPts val="1000"/>
            </a:spcBef>
            <a:buFont typeface="Arial" panose="020B0604020202020204" pitchFamily="34" charset="0"/>
            <a:buNone/>
          </a:pPr>
          <a:r>
            <a:rPr lang="en-US" sz="1600" kern="1200" spc="150" baseline="0" dirty="0">
              <a:solidFill>
                <a:schemeClr val="tx1"/>
              </a:solidFill>
              <a:latin typeface="+mj-lt"/>
              <a:ea typeface="+mj-ea"/>
              <a:cs typeface="+mj-cs"/>
            </a:rPr>
            <a:t>PLANNING</a:t>
          </a:r>
        </a:p>
      </dgm:t>
    </dgm:pt>
    <dgm:pt modelId="{9D249532-A24D-4D8F-848A-9F42F2E486C9}" type="parTrans" cxnId="{A0077D09-C12C-46D0-8DF7-194B6911362A}">
      <dgm:prSet/>
      <dgm:spPr/>
      <dgm:t>
        <a:bodyPr/>
        <a:lstStyle/>
        <a:p>
          <a:endParaRPr lang="en-US">
            <a:latin typeface="+mn-lt"/>
          </a:endParaRPr>
        </a:p>
      </dgm:t>
    </dgm:pt>
    <dgm:pt modelId="{AE813459-65AB-4FA9-B717-330DDA6DFA4E}" type="sibTrans" cxnId="{A0077D09-C12C-46D0-8DF7-194B6911362A}">
      <dgm:prSet/>
      <dgm:spPr/>
      <dgm:t>
        <a:bodyPr/>
        <a:lstStyle/>
        <a:p>
          <a:endParaRPr lang="en-US">
            <a:latin typeface="+mn-lt"/>
          </a:endParaRPr>
        </a:p>
      </dgm:t>
    </dgm:pt>
    <dgm:pt modelId="{30A490C8-22B4-4D68-875C-0F0DE2FF864D}">
      <dgm:prSet phldr="0" custT="1"/>
      <dgm:spPr/>
      <dgm:t>
        <a:bodyPr/>
        <a:lstStyle/>
        <a:p>
          <a:pPr marL="0">
            <a:lnSpc>
              <a:spcPct val="100000"/>
            </a:lnSpc>
          </a:pPr>
          <a:r>
            <a:rPr lang="en-US" sz="1400" spc="50" baseline="0" dirty="0">
              <a:latin typeface="+mn-lt"/>
            </a:rPr>
            <a:t>Synergize scalable e-commerce</a:t>
          </a:r>
        </a:p>
      </dgm:t>
    </dgm:pt>
    <dgm:pt modelId="{035C64B0-4F0C-4FD1-BD23-B1D4C9887CBE}" type="parTrans" cxnId="{381FE1CC-8184-4745-8EB3-6DE11655998D}">
      <dgm:prSet/>
      <dgm:spPr/>
      <dgm:t>
        <a:bodyPr/>
        <a:lstStyle/>
        <a:p>
          <a:endParaRPr lang="en-US">
            <a:latin typeface="+mn-lt"/>
          </a:endParaRPr>
        </a:p>
      </dgm:t>
    </dgm:pt>
    <dgm:pt modelId="{45495DA8-8707-41E3-A12B-FA5766269C44}" type="sibTrans" cxnId="{381FE1CC-8184-4745-8EB3-6DE11655998D}">
      <dgm:prSet/>
      <dgm:spPr/>
      <dgm:t>
        <a:bodyPr/>
        <a:lstStyle/>
        <a:p>
          <a:endParaRPr lang="en-US">
            <a:latin typeface="+mn-lt"/>
          </a:endParaRPr>
        </a:p>
      </dgm:t>
    </dgm:pt>
    <dgm:pt modelId="{B1AFA1AF-0FF8-45B3-A6D0-0E255A2F637D}">
      <dgm:prSet phldr="0" custT="1"/>
      <dgm:spPr/>
      <dgm:t>
        <a:bodyPr/>
        <a:lstStyle/>
        <a:p>
          <a:pPr marL="0"/>
          <a:r>
            <a:rPr lang="en-US" sz="1600" kern="1200" spc="150" baseline="0" dirty="0">
              <a:solidFill>
                <a:prstClr val="black"/>
              </a:solidFill>
              <a:latin typeface="Tenorite"/>
              <a:ea typeface="+mn-ea"/>
              <a:cs typeface="+mn-cs"/>
            </a:rPr>
            <a:t>MARKETING</a:t>
          </a:r>
        </a:p>
      </dgm:t>
    </dgm:pt>
    <dgm:pt modelId="{10C68AF5-481C-45AA-A216-8BBBB04515B9}" type="parTrans" cxnId="{F28D7702-2FC3-49BD-BB13-C989E5EE622A}">
      <dgm:prSet/>
      <dgm:spPr/>
      <dgm:t>
        <a:bodyPr/>
        <a:lstStyle/>
        <a:p>
          <a:endParaRPr lang="en-US">
            <a:latin typeface="+mn-lt"/>
          </a:endParaRPr>
        </a:p>
      </dgm:t>
    </dgm:pt>
    <dgm:pt modelId="{88649F7A-400B-4056-965D-C9AC0B3AD942}" type="sibTrans" cxnId="{F28D7702-2FC3-49BD-BB13-C989E5EE622A}">
      <dgm:prSet/>
      <dgm:spPr/>
      <dgm:t>
        <a:bodyPr/>
        <a:lstStyle/>
        <a:p>
          <a:endParaRPr lang="en-US">
            <a:latin typeface="+mn-lt"/>
          </a:endParaRPr>
        </a:p>
      </dgm:t>
    </dgm:pt>
    <dgm:pt modelId="{50418D2B-9486-42DE-AFDD-1D31420040FF}">
      <dgm:prSet phldr="0" custT="1"/>
      <dgm:spPr/>
      <dgm:t>
        <a:bodyPr/>
        <a:lstStyle/>
        <a:p>
          <a:pPr marL="0">
            <a:lnSpc>
              <a:spcPct val="100000"/>
            </a:lnSpc>
          </a:pPr>
          <a:r>
            <a:rPr lang="en-US" sz="1400" spc="50" baseline="0" dirty="0">
              <a:latin typeface="+mn-lt"/>
            </a:rPr>
            <a:t>Disseminate standardized metrics</a:t>
          </a:r>
        </a:p>
      </dgm:t>
    </dgm:pt>
    <dgm:pt modelId="{D5A17F6B-93F5-442B-938A-0F38C281BE88}" type="parTrans" cxnId="{5A5BA622-5DEB-48B9-88D9-C1DE36C711E5}">
      <dgm:prSet/>
      <dgm:spPr/>
      <dgm:t>
        <a:bodyPr/>
        <a:lstStyle/>
        <a:p>
          <a:endParaRPr lang="en-US">
            <a:latin typeface="+mn-lt"/>
          </a:endParaRPr>
        </a:p>
      </dgm:t>
    </dgm:pt>
    <dgm:pt modelId="{1D87A0A5-8024-4710-846B-D5BFAC785107}" type="sibTrans" cxnId="{5A5BA622-5DEB-48B9-88D9-C1DE36C711E5}">
      <dgm:prSet/>
      <dgm:spPr/>
      <dgm:t>
        <a:bodyPr/>
        <a:lstStyle/>
        <a:p>
          <a:endParaRPr lang="en-US">
            <a:latin typeface="+mn-lt"/>
          </a:endParaRPr>
        </a:p>
      </dgm:t>
    </dgm:pt>
    <dgm:pt modelId="{E9682B4F-0217-4B50-923E-C104AA24290F}">
      <dgm:prSet phldr="0" custT="1"/>
      <dgm:spPr/>
      <dgm:t>
        <a:bodyPr/>
        <a:lstStyle/>
        <a:p>
          <a:pPr marL="0" lvl="0" indent="0" algn="ctr" defTabSz="889000">
            <a:lnSpc>
              <a:spcPct val="90000"/>
            </a:lnSpc>
            <a:spcBef>
              <a:spcPct val="0"/>
            </a:spcBef>
            <a:spcAft>
              <a:spcPct val="35000"/>
            </a:spcAft>
            <a:buNone/>
          </a:pPr>
          <a:r>
            <a:rPr lang="en-US" sz="1600" kern="1200" spc="150" baseline="0" dirty="0">
              <a:solidFill>
                <a:prstClr val="black"/>
              </a:solidFill>
              <a:latin typeface="Tenorite"/>
              <a:ea typeface="+mn-ea"/>
              <a:cs typeface="+mn-cs"/>
            </a:rPr>
            <a:t>DESIGN</a:t>
          </a:r>
        </a:p>
      </dgm:t>
    </dgm:pt>
    <dgm:pt modelId="{E0F6C4AF-9BBB-4698-91D7-F9AE3EACBD5D}" type="parTrans" cxnId="{6C23D0C9-74B2-4C8B-AB2F-A03B3B0EBE56}">
      <dgm:prSet/>
      <dgm:spPr/>
      <dgm:t>
        <a:bodyPr/>
        <a:lstStyle/>
        <a:p>
          <a:endParaRPr lang="en-US">
            <a:latin typeface="+mn-lt"/>
          </a:endParaRPr>
        </a:p>
      </dgm:t>
    </dgm:pt>
    <dgm:pt modelId="{B8632E42-D7EB-4C31-877E-6F1B2801851A}" type="sibTrans" cxnId="{6C23D0C9-74B2-4C8B-AB2F-A03B3B0EBE56}">
      <dgm:prSet/>
      <dgm:spPr/>
      <dgm:t>
        <a:bodyPr/>
        <a:lstStyle/>
        <a:p>
          <a:endParaRPr lang="en-US">
            <a:latin typeface="+mn-lt"/>
          </a:endParaRPr>
        </a:p>
      </dgm:t>
    </dgm:pt>
    <dgm:pt modelId="{0EC0C300-11E4-45CF-8418-973585107209}">
      <dgm:prSet phldr="0" custT="1"/>
      <dgm:spPr/>
      <dgm:t>
        <a:bodyPr/>
        <a:lstStyle/>
        <a:p>
          <a:pPr marL="0" lvl="0" indent="0" algn="l" defTabSz="666750">
            <a:lnSpc>
              <a:spcPct val="100000"/>
            </a:lnSpc>
            <a:spcBef>
              <a:spcPct val="0"/>
            </a:spcBef>
            <a:spcAft>
              <a:spcPct val="35000"/>
            </a:spcAft>
            <a:buNone/>
          </a:pPr>
          <a:r>
            <a:rPr lang="en-US" sz="1400" kern="1200" spc="50" baseline="0" dirty="0">
              <a:solidFill>
                <a:prstClr val="black">
                  <a:hueOff val="0"/>
                  <a:satOff val="0"/>
                  <a:lumOff val="0"/>
                  <a:alphaOff val="0"/>
                </a:prstClr>
              </a:solidFill>
              <a:latin typeface="Tenorite"/>
              <a:ea typeface="+mn-ea"/>
              <a:cs typeface="+mn-cs"/>
            </a:rPr>
            <a:t>Coordinate e-business applications</a:t>
          </a:r>
        </a:p>
      </dgm:t>
    </dgm:pt>
    <dgm:pt modelId="{1E4DD98E-100E-46B7-B24A-408BBF69E9FA}" type="parTrans" cxnId="{51563A4F-C0EB-47D6-B5BC-47A4E599AD4B}">
      <dgm:prSet/>
      <dgm:spPr/>
      <dgm:t>
        <a:bodyPr/>
        <a:lstStyle/>
        <a:p>
          <a:endParaRPr lang="en-US">
            <a:latin typeface="+mn-lt"/>
          </a:endParaRPr>
        </a:p>
      </dgm:t>
    </dgm:pt>
    <dgm:pt modelId="{90FAB5D1-62B3-4FF6-A07D-EE607F529C32}" type="sibTrans" cxnId="{51563A4F-C0EB-47D6-B5BC-47A4E599AD4B}">
      <dgm:prSet/>
      <dgm:spPr/>
      <dgm:t>
        <a:bodyPr/>
        <a:lstStyle/>
        <a:p>
          <a:endParaRPr lang="en-US">
            <a:latin typeface="+mn-lt"/>
          </a:endParaRPr>
        </a:p>
      </dgm:t>
    </dgm:pt>
    <dgm:pt modelId="{FEB4A941-E9FA-4A86-A673-85FF34B35F20}">
      <dgm:prSet phldr="0" custT="1"/>
      <dgm:spPr/>
      <dgm:t>
        <a:bodyPr/>
        <a:lstStyle/>
        <a:p>
          <a:pPr marL="0" lvl="0" indent="0" algn="l" defTabSz="666750" rtl="0">
            <a:lnSpc>
              <a:spcPct val="100000"/>
            </a:lnSpc>
            <a:spcBef>
              <a:spcPct val="0"/>
            </a:spcBef>
            <a:spcAft>
              <a:spcPct val="35000"/>
            </a:spcAft>
            <a:buNone/>
          </a:pPr>
          <a:r>
            <a:rPr lang="en-US" sz="1400" kern="1200" spc="50" baseline="0" dirty="0">
              <a:solidFill>
                <a:prstClr val="black">
                  <a:hueOff val="0"/>
                  <a:satOff val="0"/>
                  <a:lumOff val="0"/>
                  <a:alphaOff val="0"/>
                </a:prstClr>
              </a:solidFill>
              <a:latin typeface="Tenorite"/>
              <a:ea typeface="+mn-ea"/>
              <a:cs typeface="+mn-cs"/>
            </a:rPr>
            <a:t>Foster holistically superior methodologies</a:t>
          </a:r>
        </a:p>
      </dgm:t>
    </dgm:pt>
    <dgm:pt modelId="{39522508-BC4E-4DD5-A744-AFEFFE36DB74}" type="parTrans" cxnId="{F942F56C-9025-4AA1-9B36-C5AE0A93B0F5}">
      <dgm:prSet/>
      <dgm:spPr/>
      <dgm:t>
        <a:bodyPr/>
        <a:lstStyle/>
        <a:p>
          <a:endParaRPr lang="en-US">
            <a:latin typeface="+mn-lt"/>
          </a:endParaRPr>
        </a:p>
      </dgm:t>
    </dgm:pt>
    <dgm:pt modelId="{97624CC8-6315-4683-B26C-C30D552DA5A6}" type="sibTrans" cxnId="{F942F56C-9025-4AA1-9B36-C5AE0A93B0F5}">
      <dgm:prSet/>
      <dgm:spPr/>
      <dgm:t>
        <a:bodyPr/>
        <a:lstStyle/>
        <a:p>
          <a:endParaRPr lang="en-US">
            <a:latin typeface="+mn-lt"/>
          </a:endParaRPr>
        </a:p>
      </dgm:t>
    </dgm:pt>
    <dgm:pt modelId="{A2322D3A-7AC2-4C5C-9D7E-EAB2313D47D4}">
      <dgm:prSet phldr="0" custT="1"/>
      <dgm:spPr/>
      <dgm:t>
        <a:bodyPr/>
        <a:lstStyle/>
        <a:p>
          <a:pPr marL="0" lvl="0" indent="0" algn="ctr" defTabSz="889000">
            <a:lnSpc>
              <a:spcPct val="90000"/>
            </a:lnSpc>
            <a:spcBef>
              <a:spcPct val="0"/>
            </a:spcBef>
            <a:spcAft>
              <a:spcPct val="35000"/>
            </a:spcAft>
            <a:buNone/>
          </a:pPr>
          <a:r>
            <a:rPr lang="en-US" sz="1600" kern="1200" spc="150" baseline="0" dirty="0">
              <a:solidFill>
                <a:prstClr val="black"/>
              </a:solidFill>
              <a:latin typeface="Tenorite"/>
              <a:ea typeface="+mn-ea"/>
              <a:cs typeface="+mn-cs"/>
            </a:rPr>
            <a:t>LAUNCH</a:t>
          </a:r>
        </a:p>
      </dgm:t>
    </dgm:pt>
    <dgm:pt modelId="{4A8C15D4-B36F-4764-B4FF-F2AF790D3E17}" type="parTrans" cxnId="{179FAFCF-F878-464E-A8A6-1185EFA0E380}">
      <dgm:prSet/>
      <dgm:spPr/>
      <dgm:t>
        <a:bodyPr/>
        <a:lstStyle/>
        <a:p>
          <a:endParaRPr lang="en-US">
            <a:latin typeface="+mn-lt"/>
          </a:endParaRPr>
        </a:p>
      </dgm:t>
    </dgm:pt>
    <dgm:pt modelId="{84DE1C3A-3FC7-4DB3-88ED-33F65A71557A}" type="sibTrans" cxnId="{179FAFCF-F878-464E-A8A6-1185EFA0E380}">
      <dgm:prSet/>
      <dgm:spPr/>
      <dgm:t>
        <a:bodyPr/>
        <a:lstStyle/>
        <a:p>
          <a:endParaRPr lang="en-US">
            <a:latin typeface="+mn-lt"/>
          </a:endParaRPr>
        </a:p>
      </dgm:t>
    </dgm:pt>
    <dgm:pt modelId="{4F85505A-81B6-4FDA-A144-900B71DAD946}">
      <dgm:prSet phldr="0" custT="1"/>
      <dgm:spPr/>
      <dgm:t>
        <a:bodyPr/>
        <a:lstStyle/>
        <a:p>
          <a:pPr marL="0"/>
          <a:r>
            <a:rPr lang="en-US" sz="1600" kern="1200" spc="150" baseline="0" dirty="0">
              <a:solidFill>
                <a:prstClr val="black"/>
              </a:solidFill>
              <a:latin typeface="Tenorite"/>
              <a:ea typeface="+mn-ea"/>
              <a:cs typeface="+mn-cs"/>
            </a:rPr>
            <a:t>STRATEGY</a:t>
          </a:r>
        </a:p>
      </dgm:t>
    </dgm:pt>
    <dgm:pt modelId="{D9A96E25-7BBE-4DDD-8DDE-B4970D4340A8}" type="parTrans" cxnId="{2D633B56-E147-4EFC-B9EE-6C0413F329B0}">
      <dgm:prSet/>
      <dgm:spPr/>
      <dgm:t>
        <a:bodyPr/>
        <a:lstStyle/>
        <a:p>
          <a:endParaRPr lang="en-US">
            <a:latin typeface="+mn-lt"/>
          </a:endParaRPr>
        </a:p>
      </dgm:t>
    </dgm:pt>
    <dgm:pt modelId="{68F74A88-49DC-44B1-BC0D-220A7B97601C}" type="sibTrans" cxnId="{2D633B56-E147-4EFC-B9EE-6C0413F329B0}">
      <dgm:prSet/>
      <dgm:spPr/>
      <dgm:t>
        <a:bodyPr/>
        <a:lstStyle/>
        <a:p>
          <a:endParaRPr lang="en-US">
            <a:latin typeface="+mn-lt"/>
          </a:endParaRPr>
        </a:p>
      </dgm:t>
    </dgm:pt>
    <dgm:pt modelId="{E4B4F7C4-5024-45F0-9FD7-C5068A1AE6C4}" type="pres">
      <dgm:prSet presAssocID="{0DD8915E-DC14-41D6-9BB5-F49E1C265163}" presName="Name0" presStyleCnt="0">
        <dgm:presLayoutVars>
          <dgm:dir/>
          <dgm:animLvl val="lvl"/>
          <dgm:resizeHandles val="exact"/>
        </dgm:presLayoutVars>
      </dgm:prSet>
      <dgm:spPr/>
    </dgm:pt>
    <dgm:pt modelId="{473E2436-1BC1-4A6C-8568-5C38418F52D1}" type="pres">
      <dgm:prSet presAssocID="{73D947E0-108F-4D20-A71E-3CF329F97212}" presName="composite" presStyleCnt="0"/>
      <dgm:spPr/>
    </dgm:pt>
    <dgm:pt modelId="{BDBD7220-3F85-45D2-BED6-5BBFBC23EAE3}" type="pres">
      <dgm:prSet presAssocID="{73D947E0-108F-4D20-A71E-3CF329F97212}" presName="parTx" presStyleLbl="alignNode1" presStyleIdx="0" presStyleCnt="5">
        <dgm:presLayoutVars>
          <dgm:chMax val="0"/>
          <dgm:chPref val="0"/>
        </dgm:presLayoutVars>
      </dgm:prSet>
      <dgm:spPr/>
    </dgm:pt>
    <dgm:pt modelId="{22359DD7-1BFB-4900-BAE6-6084F2F57988}" type="pres">
      <dgm:prSet presAssocID="{73D947E0-108F-4D20-A71E-3CF329F97212}" presName="desTx" presStyleLbl="alignAccFollowNode1" presStyleIdx="0" presStyleCnt="5">
        <dgm:presLayoutVars/>
      </dgm:prSet>
      <dgm:spPr/>
    </dgm:pt>
    <dgm:pt modelId="{38C65349-0C40-499F-9765-B6F38C2DC3C3}" type="pres">
      <dgm:prSet presAssocID="{AE813459-65AB-4FA9-B717-330DDA6DFA4E}" presName="space" presStyleCnt="0"/>
      <dgm:spPr/>
    </dgm:pt>
    <dgm:pt modelId="{C6650FDC-3601-45F5-9125-6E3F90A53F8A}" type="pres">
      <dgm:prSet presAssocID="{B1AFA1AF-0FF8-45B3-A6D0-0E255A2F637D}" presName="composite" presStyleCnt="0"/>
      <dgm:spPr/>
    </dgm:pt>
    <dgm:pt modelId="{C4F84DEA-2002-4D32-8E80-70EEE05E345A}" type="pres">
      <dgm:prSet presAssocID="{B1AFA1AF-0FF8-45B3-A6D0-0E255A2F637D}" presName="parTx" presStyleLbl="alignNode1" presStyleIdx="1" presStyleCnt="5">
        <dgm:presLayoutVars>
          <dgm:chMax val="0"/>
          <dgm:chPref val="0"/>
        </dgm:presLayoutVars>
      </dgm:prSet>
      <dgm:spPr/>
    </dgm:pt>
    <dgm:pt modelId="{4FEB85EB-D046-4CDB-8A62-BBCE260C4490}" type="pres">
      <dgm:prSet presAssocID="{B1AFA1AF-0FF8-45B3-A6D0-0E255A2F637D}" presName="desTx" presStyleLbl="alignAccFollowNode1" presStyleIdx="1" presStyleCnt="5">
        <dgm:presLayoutVars/>
      </dgm:prSet>
      <dgm:spPr/>
    </dgm:pt>
    <dgm:pt modelId="{40F59683-723F-44D1-8379-95635EED1AA8}" type="pres">
      <dgm:prSet presAssocID="{88649F7A-400B-4056-965D-C9AC0B3AD942}" presName="space" presStyleCnt="0"/>
      <dgm:spPr/>
    </dgm:pt>
    <dgm:pt modelId="{BB2E4F65-C461-40C3-BC82-6A29AA851F44}" type="pres">
      <dgm:prSet presAssocID="{E9682B4F-0217-4B50-923E-C104AA24290F}" presName="composite" presStyleCnt="0"/>
      <dgm:spPr/>
    </dgm:pt>
    <dgm:pt modelId="{49B7F8FA-D256-41EF-9327-52A3551D9A60}" type="pres">
      <dgm:prSet presAssocID="{E9682B4F-0217-4B50-923E-C104AA24290F}" presName="parTx" presStyleLbl="alignNode1" presStyleIdx="2" presStyleCnt="5">
        <dgm:presLayoutVars>
          <dgm:chMax val="0"/>
          <dgm:chPref val="0"/>
        </dgm:presLayoutVars>
      </dgm:prSet>
      <dgm:spPr/>
    </dgm:pt>
    <dgm:pt modelId="{6B5FE59C-B471-448A-AA7A-B526DCC4D4CA}" type="pres">
      <dgm:prSet presAssocID="{E9682B4F-0217-4B50-923E-C104AA24290F}" presName="desTx" presStyleLbl="alignAccFollowNode1" presStyleIdx="2" presStyleCnt="5">
        <dgm:presLayoutVars/>
      </dgm:prSet>
      <dgm:spPr/>
    </dgm:pt>
    <dgm:pt modelId="{A91542D9-4FB3-4302-AD03-3D6EF82E6748}" type="pres">
      <dgm:prSet presAssocID="{B8632E42-D7EB-4C31-877E-6F1B2801851A}" presName="space" presStyleCnt="0"/>
      <dgm:spPr/>
    </dgm:pt>
    <dgm:pt modelId="{1A7C3045-2DAF-4A19-82DB-79436B2E4575}" type="pres">
      <dgm:prSet presAssocID="{4F85505A-81B6-4FDA-A144-900B71DAD946}" presName="composite" presStyleCnt="0"/>
      <dgm:spPr/>
    </dgm:pt>
    <dgm:pt modelId="{4132ECB1-6BEF-4935-AFA3-B2EAA48FDE7E}" type="pres">
      <dgm:prSet presAssocID="{4F85505A-81B6-4FDA-A144-900B71DAD946}" presName="parTx" presStyleLbl="alignNode1" presStyleIdx="3" presStyleCnt="5">
        <dgm:presLayoutVars>
          <dgm:chMax val="0"/>
          <dgm:chPref val="0"/>
        </dgm:presLayoutVars>
      </dgm:prSet>
      <dgm:spPr/>
    </dgm:pt>
    <dgm:pt modelId="{C42A8BDE-B838-475D-AFDE-17B60D744AB6}" type="pres">
      <dgm:prSet presAssocID="{4F85505A-81B6-4FDA-A144-900B71DAD946}" presName="desTx" presStyleLbl="alignAccFollowNode1" presStyleIdx="3" presStyleCnt="5">
        <dgm:presLayoutVars/>
      </dgm:prSet>
      <dgm:spPr/>
    </dgm:pt>
    <dgm:pt modelId="{D0DC94A3-770A-4810-A89A-7DB7918862F6}" type="pres">
      <dgm:prSet presAssocID="{68F74A88-49DC-44B1-BC0D-220A7B97601C}" presName="space" presStyleCnt="0"/>
      <dgm:spPr/>
    </dgm:pt>
    <dgm:pt modelId="{647B2244-AC3A-441A-A6FB-6136FA04F429}" type="pres">
      <dgm:prSet presAssocID="{A2322D3A-7AC2-4C5C-9D7E-EAB2313D47D4}" presName="composite" presStyleCnt="0"/>
      <dgm:spPr/>
    </dgm:pt>
    <dgm:pt modelId="{59606EB9-9F10-4D12-A33F-A242FDCC0D0F}" type="pres">
      <dgm:prSet presAssocID="{A2322D3A-7AC2-4C5C-9D7E-EAB2313D47D4}" presName="parTx" presStyleLbl="alignNode1" presStyleIdx="4" presStyleCnt="5">
        <dgm:presLayoutVars>
          <dgm:chMax val="0"/>
          <dgm:chPref val="0"/>
        </dgm:presLayoutVars>
      </dgm:prSet>
      <dgm:spPr/>
    </dgm:pt>
    <dgm:pt modelId="{C8429E68-36DD-4F6A-A2F4-7CCDADCEFAD1}" type="pres">
      <dgm:prSet presAssocID="{A2322D3A-7AC2-4C5C-9D7E-EAB2313D47D4}" presName="desTx" presStyleLbl="alignAccFollowNode1" presStyleIdx="4" presStyleCnt="5">
        <dgm:presLayoutVars/>
      </dgm:prSet>
      <dgm:spPr/>
    </dgm:pt>
  </dgm:ptLst>
  <dgm:cxnLst>
    <dgm:cxn modelId="{F28D7702-2FC3-49BD-BB13-C989E5EE622A}" srcId="{0DD8915E-DC14-41D6-9BB5-F49E1C265163}" destId="{B1AFA1AF-0FF8-45B3-A6D0-0E255A2F637D}" srcOrd="1" destOrd="0" parTransId="{10C68AF5-481C-45AA-A216-8BBBB04515B9}" sibTransId="{88649F7A-400B-4056-965D-C9AC0B3AD942}"/>
    <dgm:cxn modelId="{31826907-E438-4A1B-A800-F181C547104F}" type="presOf" srcId="{30A490C8-22B4-4D68-875C-0F0DE2FF864D}" destId="{22359DD7-1BFB-4900-BAE6-6084F2F57988}" srcOrd="0" destOrd="0" presId="urn:microsoft.com/office/officeart/2016/7/layout/HorizontalActionList"/>
    <dgm:cxn modelId="{A0077D09-C12C-46D0-8DF7-194B6911362A}" srcId="{0DD8915E-DC14-41D6-9BB5-F49E1C265163}" destId="{73D947E0-108F-4D20-A71E-3CF329F97212}" srcOrd="0" destOrd="0" parTransId="{9D249532-A24D-4D8F-848A-9F42F2E486C9}" sibTransId="{AE813459-65AB-4FA9-B717-330DDA6DFA4E}"/>
    <dgm:cxn modelId="{5A5BA622-5DEB-48B9-88D9-C1DE36C711E5}" srcId="{B1AFA1AF-0FF8-45B3-A6D0-0E255A2F637D}" destId="{50418D2B-9486-42DE-AFDD-1D31420040FF}" srcOrd="0" destOrd="0" parTransId="{D5A17F6B-93F5-442B-938A-0F38C281BE88}" sibTransId="{1D87A0A5-8024-4710-846B-D5BFAC785107}"/>
    <dgm:cxn modelId="{711E093C-AD42-45A4-8D40-A2D39702062E}" srcId="{A2322D3A-7AC2-4C5C-9D7E-EAB2313D47D4}" destId="{8FE81FEC-2664-411F-AEB3-065F29F52751}" srcOrd="0" destOrd="0" parTransId="{BCBC007E-0269-421B-9C41-DE26D5C3A822}" sibTransId="{80230EB7-7230-4881-A631-309C07417378}"/>
    <dgm:cxn modelId="{77A55366-077C-403B-A9E1-B9C6B5CA3288}" type="presOf" srcId="{73D947E0-108F-4D20-A71E-3CF329F97212}" destId="{BDBD7220-3F85-45D2-BED6-5BBFBC23EAE3}" srcOrd="0" destOrd="0" presId="urn:microsoft.com/office/officeart/2016/7/layout/HorizontalActionList"/>
    <dgm:cxn modelId="{F942F56C-9025-4AA1-9B36-C5AE0A93B0F5}" srcId="{4F85505A-81B6-4FDA-A144-900B71DAD946}" destId="{FEB4A941-E9FA-4A86-A673-85FF34B35F20}" srcOrd="0" destOrd="0" parTransId="{39522508-BC4E-4DD5-A744-AFEFFE36DB74}" sibTransId="{97624CC8-6315-4683-B26C-C30D552DA5A6}"/>
    <dgm:cxn modelId="{B7F6ED6E-855A-4A7B-AE18-3BD04546002C}" type="presOf" srcId="{B1AFA1AF-0FF8-45B3-A6D0-0E255A2F637D}" destId="{C4F84DEA-2002-4D32-8E80-70EEE05E345A}" srcOrd="0" destOrd="0" presId="urn:microsoft.com/office/officeart/2016/7/layout/HorizontalActionList"/>
    <dgm:cxn modelId="{51563A4F-C0EB-47D6-B5BC-47A4E599AD4B}" srcId="{E9682B4F-0217-4B50-923E-C104AA24290F}" destId="{0EC0C300-11E4-45CF-8418-973585107209}" srcOrd="0" destOrd="0" parTransId="{1E4DD98E-100E-46B7-B24A-408BBF69E9FA}" sibTransId="{90FAB5D1-62B3-4FF6-A07D-EE607F529C32}"/>
    <dgm:cxn modelId="{6291F24F-B536-4688-99BC-6A4CB5E15E15}" type="presOf" srcId="{4F85505A-81B6-4FDA-A144-900B71DAD946}" destId="{4132ECB1-6BEF-4935-AFA3-B2EAA48FDE7E}" srcOrd="0" destOrd="0" presId="urn:microsoft.com/office/officeart/2016/7/layout/HorizontalActionList"/>
    <dgm:cxn modelId="{2D633B56-E147-4EFC-B9EE-6C0413F329B0}" srcId="{0DD8915E-DC14-41D6-9BB5-F49E1C265163}" destId="{4F85505A-81B6-4FDA-A144-900B71DAD946}" srcOrd="3" destOrd="0" parTransId="{D9A96E25-7BBE-4DDD-8DDE-B4970D4340A8}" sibTransId="{68F74A88-49DC-44B1-BC0D-220A7B97601C}"/>
    <dgm:cxn modelId="{110097B3-0B24-42EE-9C79-845C028B379B}" type="presOf" srcId="{E9682B4F-0217-4B50-923E-C104AA24290F}" destId="{49B7F8FA-D256-41EF-9327-52A3551D9A60}" srcOrd="0" destOrd="0" presId="urn:microsoft.com/office/officeart/2016/7/layout/HorizontalActionList"/>
    <dgm:cxn modelId="{C54EA6C2-0E6B-42D8-9A4A-4456127A91A8}" type="presOf" srcId="{A2322D3A-7AC2-4C5C-9D7E-EAB2313D47D4}" destId="{59606EB9-9F10-4D12-A33F-A242FDCC0D0F}" srcOrd="0" destOrd="0" presId="urn:microsoft.com/office/officeart/2016/7/layout/HorizontalActionList"/>
    <dgm:cxn modelId="{E339F9C8-AD35-4E33-9434-788C81500EB2}" type="presOf" srcId="{8FE81FEC-2664-411F-AEB3-065F29F52751}" destId="{C8429E68-36DD-4F6A-A2F4-7CCDADCEFAD1}" srcOrd="0" destOrd="0" presId="urn:microsoft.com/office/officeart/2016/7/layout/HorizontalActionList"/>
    <dgm:cxn modelId="{6C23D0C9-74B2-4C8B-AB2F-A03B3B0EBE56}" srcId="{0DD8915E-DC14-41D6-9BB5-F49E1C265163}" destId="{E9682B4F-0217-4B50-923E-C104AA24290F}" srcOrd="2" destOrd="0" parTransId="{E0F6C4AF-9BBB-4698-91D7-F9AE3EACBD5D}" sibTransId="{B8632E42-D7EB-4C31-877E-6F1B2801851A}"/>
    <dgm:cxn modelId="{381FE1CC-8184-4745-8EB3-6DE11655998D}" srcId="{73D947E0-108F-4D20-A71E-3CF329F97212}" destId="{30A490C8-22B4-4D68-875C-0F0DE2FF864D}" srcOrd="0" destOrd="0" parTransId="{035C64B0-4F0C-4FD1-BD23-B1D4C9887CBE}" sibTransId="{45495DA8-8707-41E3-A12B-FA5766269C44}"/>
    <dgm:cxn modelId="{179FAFCF-F878-464E-A8A6-1185EFA0E380}" srcId="{0DD8915E-DC14-41D6-9BB5-F49E1C265163}" destId="{A2322D3A-7AC2-4C5C-9D7E-EAB2313D47D4}" srcOrd="4" destOrd="0" parTransId="{4A8C15D4-B36F-4764-B4FF-F2AF790D3E17}" sibTransId="{84DE1C3A-3FC7-4DB3-88ED-33F65A71557A}"/>
    <dgm:cxn modelId="{8CB96BD1-8B01-481A-B525-C5C507C9951C}" type="presOf" srcId="{0EC0C300-11E4-45CF-8418-973585107209}" destId="{6B5FE59C-B471-448A-AA7A-B526DCC4D4CA}" srcOrd="0" destOrd="0" presId="urn:microsoft.com/office/officeart/2016/7/layout/HorizontalActionList"/>
    <dgm:cxn modelId="{36A4EED2-16DE-4F21-9B57-BD053CD7ED3D}" type="presOf" srcId="{FEB4A941-E9FA-4A86-A673-85FF34B35F20}" destId="{C42A8BDE-B838-475D-AFDE-17B60D744AB6}" srcOrd="0" destOrd="0" presId="urn:microsoft.com/office/officeart/2016/7/layout/HorizontalActionList"/>
    <dgm:cxn modelId="{BF1349D4-34AE-476D-8D7B-F3ABAB74304F}" type="presOf" srcId="{50418D2B-9486-42DE-AFDD-1D31420040FF}" destId="{4FEB85EB-D046-4CDB-8A62-BBCE260C4490}" srcOrd="0" destOrd="0" presId="urn:microsoft.com/office/officeart/2016/7/layout/HorizontalActionList"/>
    <dgm:cxn modelId="{825BC9D8-F515-4FBF-8CF8-23CD32968E1D}" type="presOf" srcId="{0DD8915E-DC14-41D6-9BB5-F49E1C265163}" destId="{E4B4F7C4-5024-45F0-9FD7-C5068A1AE6C4}" srcOrd="0" destOrd="0" presId="urn:microsoft.com/office/officeart/2016/7/layout/HorizontalActionList"/>
    <dgm:cxn modelId="{E9D2B9D9-3B26-471C-AF45-E02D1C258CD3}" type="presParOf" srcId="{E4B4F7C4-5024-45F0-9FD7-C5068A1AE6C4}" destId="{473E2436-1BC1-4A6C-8568-5C38418F52D1}" srcOrd="0" destOrd="0" presId="urn:microsoft.com/office/officeart/2016/7/layout/HorizontalActionList"/>
    <dgm:cxn modelId="{A151C920-5872-4C88-8534-922E9C800B9B}" type="presParOf" srcId="{473E2436-1BC1-4A6C-8568-5C38418F52D1}" destId="{BDBD7220-3F85-45D2-BED6-5BBFBC23EAE3}" srcOrd="0" destOrd="0" presId="urn:microsoft.com/office/officeart/2016/7/layout/HorizontalActionList"/>
    <dgm:cxn modelId="{45373909-AB37-4D9A-936C-DC8447BC111D}" type="presParOf" srcId="{473E2436-1BC1-4A6C-8568-5C38418F52D1}" destId="{22359DD7-1BFB-4900-BAE6-6084F2F57988}" srcOrd="1" destOrd="0" presId="urn:microsoft.com/office/officeart/2016/7/layout/HorizontalActionList"/>
    <dgm:cxn modelId="{CFC7E7C1-85BC-47FC-BC11-D0BACA8440B9}" type="presParOf" srcId="{E4B4F7C4-5024-45F0-9FD7-C5068A1AE6C4}" destId="{38C65349-0C40-499F-9765-B6F38C2DC3C3}" srcOrd="1" destOrd="0" presId="urn:microsoft.com/office/officeart/2016/7/layout/HorizontalActionList"/>
    <dgm:cxn modelId="{86FF1107-69E9-4310-A0D8-2BF61292A72B}" type="presParOf" srcId="{E4B4F7C4-5024-45F0-9FD7-C5068A1AE6C4}" destId="{C6650FDC-3601-45F5-9125-6E3F90A53F8A}" srcOrd="2" destOrd="0" presId="urn:microsoft.com/office/officeart/2016/7/layout/HorizontalActionList"/>
    <dgm:cxn modelId="{1C7F1C64-2F3D-4695-A56C-92B1B848B0C2}" type="presParOf" srcId="{C6650FDC-3601-45F5-9125-6E3F90A53F8A}" destId="{C4F84DEA-2002-4D32-8E80-70EEE05E345A}" srcOrd="0" destOrd="0" presId="urn:microsoft.com/office/officeart/2016/7/layout/HorizontalActionList"/>
    <dgm:cxn modelId="{DC59A3FF-666D-48A7-B3BE-98A9F829402D}" type="presParOf" srcId="{C6650FDC-3601-45F5-9125-6E3F90A53F8A}" destId="{4FEB85EB-D046-4CDB-8A62-BBCE260C4490}" srcOrd="1" destOrd="0" presId="urn:microsoft.com/office/officeart/2016/7/layout/HorizontalActionList"/>
    <dgm:cxn modelId="{AAE65B9C-F662-4FAA-8FDB-82E7FB86BB24}" type="presParOf" srcId="{E4B4F7C4-5024-45F0-9FD7-C5068A1AE6C4}" destId="{40F59683-723F-44D1-8379-95635EED1AA8}" srcOrd="3" destOrd="0" presId="urn:microsoft.com/office/officeart/2016/7/layout/HorizontalActionList"/>
    <dgm:cxn modelId="{F5BE37E3-59D0-4D56-B08C-9B1D93695802}" type="presParOf" srcId="{E4B4F7C4-5024-45F0-9FD7-C5068A1AE6C4}" destId="{BB2E4F65-C461-40C3-BC82-6A29AA851F44}" srcOrd="4" destOrd="0" presId="urn:microsoft.com/office/officeart/2016/7/layout/HorizontalActionList"/>
    <dgm:cxn modelId="{1FC3B8DB-8632-4AA8-99E5-4F0C12504130}" type="presParOf" srcId="{BB2E4F65-C461-40C3-BC82-6A29AA851F44}" destId="{49B7F8FA-D256-41EF-9327-52A3551D9A60}" srcOrd="0" destOrd="0" presId="urn:microsoft.com/office/officeart/2016/7/layout/HorizontalActionList"/>
    <dgm:cxn modelId="{03A1CBF9-FFCE-4B8C-9850-8B297556CCF4}" type="presParOf" srcId="{BB2E4F65-C461-40C3-BC82-6A29AA851F44}" destId="{6B5FE59C-B471-448A-AA7A-B526DCC4D4CA}" srcOrd="1" destOrd="0" presId="urn:microsoft.com/office/officeart/2016/7/layout/HorizontalActionList"/>
    <dgm:cxn modelId="{BAB9C1C4-8A05-4AE7-B42E-55875981524E}" type="presParOf" srcId="{E4B4F7C4-5024-45F0-9FD7-C5068A1AE6C4}" destId="{A91542D9-4FB3-4302-AD03-3D6EF82E6748}" srcOrd="5" destOrd="0" presId="urn:microsoft.com/office/officeart/2016/7/layout/HorizontalActionList"/>
    <dgm:cxn modelId="{F7DEAAC8-FCAD-4F6B-92BD-91B8342F3277}" type="presParOf" srcId="{E4B4F7C4-5024-45F0-9FD7-C5068A1AE6C4}" destId="{1A7C3045-2DAF-4A19-82DB-79436B2E4575}" srcOrd="6" destOrd="0" presId="urn:microsoft.com/office/officeart/2016/7/layout/HorizontalActionList"/>
    <dgm:cxn modelId="{13555CA3-20BE-41F8-BD09-0BA8CEE1C702}" type="presParOf" srcId="{1A7C3045-2DAF-4A19-82DB-79436B2E4575}" destId="{4132ECB1-6BEF-4935-AFA3-B2EAA48FDE7E}" srcOrd="0" destOrd="0" presId="urn:microsoft.com/office/officeart/2016/7/layout/HorizontalActionList"/>
    <dgm:cxn modelId="{0848E8B2-6BD5-4CB6-B7E0-F8F1B1F78E2F}" type="presParOf" srcId="{1A7C3045-2DAF-4A19-82DB-79436B2E4575}" destId="{C42A8BDE-B838-475D-AFDE-17B60D744AB6}" srcOrd="1" destOrd="0" presId="urn:microsoft.com/office/officeart/2016/7/layout/HorizontalActionList"/>
    <dgm:cxn modelId="{FD5AD2F1-E5D1-4359-99EB-D3225676DF7F}" type="presParOf" srcId="{E4B4F7C4-5024-45F0-9FD7-C5068A1AE6C4}" destId="{D0DC94A3-770A-4810-A89A-7DB7918862F6}" srcOrd="7" destOrd="0" presId="urn:microsoft.com/office/officeart/2016/7/layout/HorizontalActionList"/>
    <dgm:cxn modelId="{2608DA2F-9259-4A20-98D1-9A5F5780B66F}" type="presParOf" srcId="{E4B4F7C4-5024-45F0-9FD7-C5068A1AE6C4}" destId="{647B2244-AC3A-441A-A6FB-6136FA04F429}" srcOrd="8" destOrd="0" presId="urn:microsoft.com/office/officeart/2016/7/layout/HorizontalActionList"/>
    <dgm:cxn modelId="{F55613FD-292F-4CCF-A44A-E9FC24D70E0E}" type="presParOf" srcId="{647B2244-AC3A-441A-A6FB-6136FA04F429}" destId="{59606EB9-9F10-4D12-A33F-A242FDCC0D0F}" srcOrd="0" destOrd="0" presId="urn:microsoft.com/office/officeart/2016/7/layout/HorizontalActionList"/>
    <dgm:cxn modelId="{7B4FE576-C66F-4D92-B6AC-DA1D068316E4}" type="presParOf" srcId="{647B2244-AC3A-441A-A6FB-6136FA04F429}" destId="{C8429E68-36DD-4F6A-A2F4-7CCDADCEFAD1}" srcOrd="1" destOrd="0" presId="urn:microsoft.com/office/officeart/2016/7/layout/Horizontal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6B5A47-F545-4C02-AD7E-78BA908B5C72}">
      <dsp:nvSpPr>
        <dsp:cNvPr id="0" name=""/>
        <dsp:cNvSpPr/>
      </dsp:nvSpPr>
      <dsp:spPr>
        <a:xfrm>
          <a:off x="448872" y="0"/>
          <a:ext cx="5087221" cy="3600423"/>
        </a:xfrm>
        <a:prstGeom prst="rightArrow">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BA00B1-0E88-4E5E-8BD9-8F5D03FA4375}">
      <dsp:nvSpPr>
        <dsp:cNvPr id="0" name=""/>
        <dsp:cNvSpPr/>
      </dsp:nvSpPr>
      <dsp:spPr>
        <a:xfrm>
          <a:off x="1894" y="1080126"/>
          <a:ext cx="1925050" cy="1440169"/>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GB" sz="1700" kern="1200"/>
            <a:t>Anotasi Gen</a:t>
          </a:r>
          <a:endParaRPr lang="en-US" sz="1700" kern="1200" dirty="0"/>
        </a:p>
        <a:p>
          <a:pPr marL="114300" lvl="1" indent="-114300" algn="l" defTabSz="577850">
            <a:lnSpc>
              <a:spcPct val="90000"/>
            </a:lnSpc>
            <a:spcBef>
              <a:spcPct val="0"/>
            </a:spcBef>
            <a:spcAft>
              <a:spcPct val="15000"/>
            </a:spcAft>
            <a:buChar char="•"/>
          </a:pPr>
          <a:r>
            <a:rPr lang="en-GB" sz="1300" kern="1200" dirty="0" err="1"/>
            <a:t>Struktur</a:t>
          </a:r>
          <a:endParaRPr lang="en-US" sz="1300" kern="1200" dirty="0"/>
        </a:p>
        <a:p>
          <a:pPr marL="114300" lvl="1" indent="-114300" algn="l" defTabSz="577850">
            <a:lnSpc>
              <a:spcPct val="90000"/>
            </a:lnSpc>
            <a:spcBef>
              <a:spcPct val="0"/>
            </a:spcBef>
            <a:spcAft>
              <a:spcPct val="15000"/>
            </a:spcAft>
            <a:buChar char="•"/>
          </a:pPr>
          <a:r>
            <a:rPr lang="en-GB" sz="1300" kern="1200" dirty="0" err="1"/>
            <a:t>Fungsi</a:t>
          </a:r>
          <a:endParaRPr lang="en-US" sz="1300" kern="1200" dirty="0"/>
        </a:p>
      </dsp:txBody>
      <dsp:txXfrm>
        <a:off x="72197" y="1150429"/>
        <a:ext cx="1784444" cy="1299563"/>
      </dsp:txXfrm>
    </dsp:sp>
    <dsp:sp modelId="{EDE8D485-E761-49BD-9244-0473A6078164}">
      <dsp:nvSpPr>
        <dsp:cNvPr id="0" name=""/>
        <dsp:cNvSpPr/>
      </dsp:nvSpPr>
      <dsp:spPr>
        <a:xfrm>
          <a:off x="2029957" y="1080126"/>
          <a:ext cx="1925050" cy="1440169"/>
        </a:xfrm>
        <a:prstGeom prst="roundRect">
          <a:avLst/>
        </a:prstGeom>
        <a:solidFill>
          <a:schemeClr val="accent3">
            <a:hueOff val="1355300"/>
            <a:satOff val="50000"/>
            <a:lumOff val="-7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GB" sz="1700" kern="1200"/>
            <a:t>Proteomik</a:t>
          </a:r>
          <a:endParaRPr lang="en-US" sz="1700" kern="1200" dirty="0"/>
        </a:p>
        <a:p>
          <a:pPr marL="114300" lvl="1" indent="-114300" algn="l" defTabSz="577850">
            <a:lnSpc>
              <a:spcPct val="90000"/>
            </a:lnSpc>
            <a:spcBef>
              <a:spcPct val="0"/>
            </a:spcBef>
            <a:spcAft>
              <a:spcPct val="15000"/>
            </a:spcAft>
            <a:buChar char="•"/>
          </a:pPr>
          <a:r>
            <a:rPr lang="en-GB" sz="1300" kern="1200" dirty="0" err="1"/>
            <a:t>Struktur</a:t>
          </a:r>
          <a:r>
            <a:rPr lang="en-GB" sz="1300" kern="1200" dirty="0"/>
            <a:t> (Alpha, Beta, Transmembrane)</a:t>
          </a:r>
          <a:endParaRPr lang="en-US" sz="1300" kern="1200" dirty="0"/>
        </a:p>
        <a:p>
          <a:pPr marL="114300" lvl="1" indent="-114300" algn="l" defTabSz="577850">
            <a:lnSpc>
              <a:spcPct val="90000"/>
            </a:lnSpc>
            <a:spcBef>
              <a:spcPct val="0"/>
            </a:spcBef>
            <a:spcAft>
              <a:spcPct val="15000"/>
            </a:spcAft>
            <a:buChar char="•"/>
          </a:pPr>
          <a:r>
            <a:rPr lang="en-GB" sz="1300" kern="1200"/>
            <a:t>Fungsi </a:t>
          </a:r>
          <a:r>
            <a:rPr lang="en-GB" sz="1300" kern="1200" dirty="0"/>
            <a:t>Protein</a:t>
          </a:r>
          <a:endParaRPr lang="en-US" sz="1300" kern="1200" dirty="0"/>
        </a:p>
      </dsp:txBody>
      <dsp:txXfrm>
        <a:off x="2100260" y="1150429"/>
        <a:ext cx="1784444" cy="1299563"/>
      </dsp:txXfrm>
    </dsp:sp>
    <dsp:sp modelId="{5E93C135-022D-4378-A18C-3A3F6FBF01BA}">
      <dsp:nvSpPr>
        <dsp:cNvPr id="0" name=""/>
        <dsp:cNvSpPr/>
      </dsp:nvSpPr>
      <dsp:spPr>
        <a:xfrm>
          <a:off x="4058020" y="1080126"/>
          <a:ext cx="1925050" cy="1440169"/>
        </a:xfrm>
        <a:prstGeom prst="roundRect">
          <a:avLst/>
        </a:prstGeom>
        <a:solidFill>
          <a:schemeClr val="accent3">
            <a:hueOff val="2710599"/>
            <a:satOff val="100000"/>
            <a:lumOff val="-1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GB" sz="1700" kern="1200"/>
            <a:t>Metabolomik</a:t>
          </a:r>
          <a:endParaRPr lang="en-US" sz="1700" kern="1200" dirty="0"/>
        </a:p>
        <a:p>
          <a:pPr marL="114300" lvl="1" indent="-114300" algn="l" defTabSz="577850">
            <a:lnSpc>
              <a:spcPct val="90000"/>
            </a:lnSpc>
            <a:spcBef>
              <a:spcPct val="0"/>
            </a:spcBef>
            <a:spcAft>
              <a:spcPct val="15000"/>
            </a:spcAft>
            <a:buChar char="•"/>
          </a:pPr>
          <a:r>
            <a:rPr lang="en-GB" sz="1300" kern="1200" dirty="0" err="1"/>
            <a:t>Hubungan</a:t>
          </a:r>
          <a:r>
            <a:rPr lang="en-GB" sz="1300" kern="1200" dirty="0"/>
            <a:t> </a:t>
          </a:r>
          <a:r>
            <a:rPr lang="en-GB" sz="1300" kern="1200" dirty="0" err="1"/>
            <a:t>antara</a:t>
          </a:r>
          <a:r>
            <a:rPr lang="en-GB" sz="1300" kern="1200" dirty="0"/>
            <a:t> protein </a:t>
          </a:r>
          <a:r>
            <a:rPr lang="en-GB" sz="1300" kern="1200" dirty="0" err="1"/>
            <a:t>dalam</a:t>
          </a:r>
          <a:r>
            <a:rPr lang="en-GB" sz="1300" kern="1200" dirty="0"/>
            <a:t> </a:t>
          </a:r>
          <a:r>
            <a:rPr lang="en-GB" sz="1300" kern="1200" dirty="0" err="1"/>
            <a:t>metabolisme</a:t>
          </a:r>
          <a:endParaRPr lang="en-US" sz="1300" kern="1200" dirty="0"/>
        </a:p>
        <a:p>
          <a:pPr marL="114300" lvl="1" indent="-114300" algn="l" defTabSz="577850">
            <a:lnSpc>
              <a:spcPct val="90000"/>
            </a:lnSpc>
            <a:spcBef>
              <a:spcPct val="0"/>
            </a:spcBef>
            <a:spcAft>
              <a:spcPct val="15000"/>
            </a:spcAft>
            <a:buChar char="•"/>
          </a:pPr>
          <a:r>
            <a:rPr lang="en-GB" sz="1300" kern="1200" dirty="0"/>
            <a:t>Metabolism Pathway</a:t>
          </a:r>
          <a:endParaRPr lang="en-US" sz="1300" kern="1200" dirty="0"/>
        </a:p>
      </dsp:txBody>
      <dsp:txXfrm>
        <a:off x="4128323" y="1150429"/>
        <a:ext cx="1784444" cy="129956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341E39B-F973-49C0-95EC-2182861E980A}">
      <dsp:nvSpPr>
        <dsp:cNvPr id="0" name=""/>
        <dsp:cNvSpPr/>
      </dsp:nvSpPr>
      <dsp:spPr>
        <a:xfrm>
          <a:off x="3497117" y="1453"/>
          <a:ext cx="5245675" cy="787183"/>
        </a:xfrm>
        <a:prstGeom prst="rightArrow">
          <a:avLst>
            <a:gd name="adj1" fmla="val 75000"/>
            <a:gd name="adj2" fmla="val 50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065" tIns="12065" rIns="12065" bIns="12065" numCol="1" spcCol="1270" anchor="t" anchorCtr="0">
          <a:noAutofit/>
        </a:bodyPr>
        <a:lstStyle/>
        <a:p>
          <a:pPr marL="171450" lvl="1" indent="-171450" algn="l" defTabSz="844550">
            <a:lnSpc>
              <a:spcPct val="90000"/>
            </a:lnSpc>
            <a:spcBef>
              <a:spcPct val="0"/>
            </a:spcBef>
            <a:spcAft>
              <a:spcPct val="15000"/>
            </a:spcAft>
            <a:buChar char="•"/>
          </a:pPr>
          <a:r>
            <a:rPr lang="en-GB" sz="1900" kern="1200" dirty="0"/>
            <a:t>DNABERT-Prom-300 (Ji et. al., 2021)</a:t>
          </a:r>
          <a:endParaRPr lang="en-US" sz="1900" kern="1200" dirty="0"/>
        </a:p>
        <a:p>
          <a:pPr marL="171450" lvl="1" indent="-171450" algn="l" defTabSz="844550">
            <a:lnSpc>
              <a:spcPct val="90000"/>
            </a:lnSpc>
            <a:spcBef>
              <a:spcPct val="0"/>
            </a:spcBef>
            <a:spcAft>
              <a:spcPct val="15000"/>
            </a:spcAft>
            <a:buChar char="•"/>
          </a:pPr>
          <a:r>
            <a:rPr lang="en-GB" sz="1900" kern="1200" dirty="0" err="1"/>
            <a:t>DeePromoter</a:t>
          </a:r>
          <a:r>
            <a:rPr lang="en-GB" sz="1900" kern="1200" dirty="0"/>
            <a:t> (</a:t>
          </a:r>
          <a:r>
            <a:rPr lang="en-GB" sz="1900" kern="1200" dirty="0" err="1"/>
            <a:t>Oubounyt</a:t>
          </a:r>
          <a:r>
            <a:rPr lang="en-GB" sz="1900" kern="1200" dirty="0"/>
            <a:t> et. al., 2019)</a:t>
          </a:r>
          <a:endParaRPr lang="en-US" sz="1900" kern="1200" dirty="0"/>
        </a:p>
      </dsp:txBody>
      <dsp:txXfrm>
        <a:off x="3497117" y="99851"/>
        <a:ext cx="4950481" cy="590387"/>
      </dsp:txXfrm>
    </dsp:sp>
    <dsp:sp modelId="{6502ACA6-722A-43AE-A464-677730DD5B89}">
      <dsp:nvSpPr>
        <dsp:cNvPr id="0" name=""/>
        <dsp:cNvSpPr/>
      </dsp:nvSpPr>
      <dsp:spPr>
        <a:xfrm>
          <a:off x="0" y="1453"/>
          <a:ext cx="3497117" cy="787183"/>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err="1"/>
            <a:t>Prediksi</a:t>
          </a:r>
          <a:r>
            <a:rPr lang="en-GB" sz="2900" kern="1200" dirty="0"/>
            <a:t> Promoter</a:t>
          </a:r>
          <a:endParaRPr lang="en-US" sz="2900" kern="1200" dirty="0"/>
        </a:p>
      </dsp:txBody>
      <dsp:txXfrm>
        <a:off x="38427" y="39880"/>
        <a:ext cx="3420263" cy="710329"/>
      </dsp:txXfrm>
    </dsp:sp>
    <dsp:sp modelId="{5AC2C034-95AD-4975-AEAA-AA13E648E6F5}">
      <dsp:nvSpPr>
        <dsp:cNvPr id="0" name=""/>
        <dsp:cNvSpPr/>
      </dsp:nvSpPr>
      <dsp:spPr>
        <a:xfrm>
          <a:off x="3497117" y="867355"/>
          <a:ext cx="5245675" cy="787183"/>
        </a:xfrm>
        <a:prstGeom prst="rightArrow">
          <a:avLst>
            <a:gd name="adj1" fmla="val 75000"/>
            <a:gd name="adj2" fmla="val 50000"/>
          </a:avLst>
        </a:prstGeom>
        <a:solidFill>
          <a:schemeClr val="accent2">
            <a:tint val="40000"/>
            <a:alpha val="90000"/>
            <a:hueOff val="-212306"/>
            <a:satOff val="-18836"/>
            <a:lumOff val="-192"/>
            <a:alphaOff val="0"/>
          </a:schemeClr>
        </a:solidFill>
        <a:ln w="12700" cap="flat" cmpd="sng" algn="ctr">
          <a:solidFill>
            <a:schemeClr val="accent2">
              <a:tint val="40000"/>
              <a:alpha val="90000"/>
              <a:hueOff val="-212306"/>
              <a:satOff val="-18836"/>
              <a:lumOff val="-19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065" tIns="12065" rIns="12065" bIns="12065" numCol="1" spcCol="1270" anchor="t" anchorCtr="0">
          <a:noAutofit/>
        </a:bodyPr>
        <a:lstStyle/>
        <a:p>
          <a:pPr marL="171450" lvl="1" indent="-171450" algn="l" defTabSz="844550">
            <a:lnSpc>
              <a:spcPct val="90000"/>
            </a:lnSpc>
            <a:spcBef>
              <a:spcPct val="0"/>
            </a:spcBef>
            <a:spcAft>
              <a:spcPct val="15000"/>
            </a:spcAft>
            <a:buChar char="•"/>
          </a:pPr>
          <a:r>
            <a:rPr lang="en-GB" sz="1900" kern="1200" dirty="0"/>
            <a:t>Splice2Deep (</a:t>
          </a:r>
          <a:r>
            <a:rPr lang="en-GB" sz="1900" kern="1200" dirty="0" err="1"/>
            <a:t>Albaradei</a:t>
          </a:r>
          <a:r>
            <a:rPr lang="en-GB" sz="1900" kern="1200" dirty="0"/>
            <a:t> et. al., 2020)</a:t>
          </a:r>
          <a:endParaRPr lang="en-US" sz="1900" kern="1200" dirty="0"/>
        </a:p>
        <a:p>
          <a:pPr marL="171450" lvl="1" indent="-171450" algn="l" defTabSz="844550">
            <a:lnSpc>
              <a:spcPct val="90000"/>
            </a:lnSpc>
            <a:spcBef>
              <a:spcPct val="0"/>
            </a:spcBef>
            <a:spcAft>
              <a:spcPct val="15000"/>
            </a:spcAft>
            <a:buChar char="•"/>
          </a:pPr>
          <a:r>
            <a:rPr lang="en-GB" sz="1900" kern="1200" dirty="0" err="1"/>
            <a:t>SpliceFinder</a:t>
          </a:r>
          <a:r>
            <a:rPr lang="en-GB" sz="1900" kern="1200" dirty="0"/>
            <a:t> (Wang et. al., 2019)</a:t>
          </a:r>
          <a:endParaRPr lang="en-US" sz="1900" kern="1200" dirty="0"/>
        </a:p>
      </dsp:txBody>
      <dsp:txXfrm>
        <a:off x="3497117" y="965753"/>
        <a:ext cx="4950481" cy="590387"/>
      </dsp:txXfrm>
    </dsp:sp>
    <dsp:sp modelId="{ECD62D9A-6F12-4B93-A50B-4D163D2C8AB7}">
      <dsp:nvSpPr>
        <dsp:cNvPr id="0" name=""/>
        <dsp:cNvSpPr/>
      </dsp:nvSpPr>
      <dsp:spPr>
        <a:xfrm>
          <a:off x="0" y="867355"/>
          <a:ext cx="3497117" cy="787183"/>
        </a:xfrm>
        <a:prstGeom prst="roundRect">
          <a:avLst/>
        </a:prstGeom>
        <a:solidFill>
          <a:schemeClr val="accent2">
            <a:hueOff val="-363841"/>
            <a:satOff val="-20982"/>
            <a:lumOff val="215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err="1"/>
            <a:t>Prediksi</a:t>
          </a:r>
          <a:r>
            <a:rPr lang="en-GB" sz="2900" kern="1200" dirty="0"/>
            <a:t> Splice Sites</a:t>
          </a:r>
          <a:endParaRPr lang="en-US" sz="2900" kern="1200" dirty="0"/>
        </a:p>
      </dsp:txBody>
      <dsp:txXfrm>
        <a:off x="38427" y="905782"/>
        <a:ext cx="3420263" cy="710329"/>
      </dsp:txXfrm>
    </dsp:sp>
    <dsp:sp modelId="{990D8C5E-7880-4EF0-8E60-45A1ACB0DB43}">
      <dsp:nvSpPr>
        <dsp:cNvPr id="0" name=""/>
        <dsp:cNvSpPr/>
      </dsp:nvSpPr>
      <dsp:spPr>
        <a:xfrm>
          <a:off x="3497117" y="1733256"/>
          <a:ext cx="5245675" cy="787183"/>
        </a:xfrm>
        <a:prstGeom prst="rightArrow">
          <a:avLst>
            <a:gd name="adj1" fmla="val 75000"/>
            <a:gd name="adj2" fmla="val 50000"/>
          </a:avLst>
        </a:prstGeom>
        <a:solidFill>
          <a:schemeClr val="accent2">
            <a:tint val="40000"/>
            <a:alpha val="90000"/>
            <a:hueOff val="-424613"/>
            <a:satOff val="-37673"/>
            <a:lumOff val="-385"/>
            <a:alphaOff val="0"/>
          </a:schemeClr>
        </a:solidFill>
        <a:ln w="12700" cap="flat" cmpd="sng" algn="ctr">
          <a:solidFill>
            <a:schemeClr val="accent2">
              <a:tint val="40000"/>
              <a:alpha val="90000"/>
              <a:hueOff val="-424613"/>
              <a:satOff val="-37673"/>
              <a:lumOff val="-38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065" tIns="12065" rIns="12065" bIns="12065" numCol="1" spcCol="1270" anchor="t" anchorCtr="0">
          <a:noAutofit/>
        </a:bodyPr>
        <a:lstStyle/>
        <a:p>
          <a:pPr marL="171450" lvl="1" indent="-171450" algn="l" defTabSz="844550">
            <a:lnSpc>
              <a:spcPct val="90000"/>
            </a:lnSpc>
            <a:spcBef>
              <a:spcPct val="0"/>
            </a:spcBef>
            <a:spcAft>
              <a:spcPct val="15000"/>
            </a:spcAft>
            <a:buChar char="•"/>
          </a:pPr>
          <a:r>
            <a:rPr lang="en-GB" sz="1900" kern="1200" dirty="0" err="1"/>
            <a:t>SANPolyA</a:t>
          </a:r>
          <a:r>
            <a:rPr lang="en-GB" sz="1900" kern="1200" dirty="0"/>
            <a:t> (Yu dan Dai, 2020)</a:t>
          </a:r>
          <a:endParaRPr lang="en-US" sz="1900" kern="1200" dirty="0"/>
        </a:p>
      </dsp:txBody>
      <dsp:txXfrm>
        <a:off x="3497117" y="1831654"/>
        <a:ext cx="4950481" cy="590387"/>
      </dsp:txXfrm>
    </dsp:sp>
    <dsp:sp modelId="{CB09E3F0-E9E0-4260-9056-245B22784EC5}">
      <dsp:nvSpPr>
        <dsp:cNvPr id="0" name=""/>
        <dsp:cNvSpPr/>
      </dsp:nvSpPr>
      <dsp:spPr>
        <a:xfrm>
          <a:off x="0" y="1733256"/>
          <a:ext cx="3497117" cy="787183"/>
        </a:xfrm>
        <a:prstGeom prst="roundRect">
          <a:avLst/>
        </a:prstGeom>
        <a:solidFill>
          <a:schemeClr val="accent2">
            <a:hueOff val="-727682"/>
            <a:satOff val="-41964"/>
            <a:lumOff val="431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err="1"/>
            <a:t>Prediksi</a:t>
          </a:r>
          <a:r>
            <a:rPr lang="en-GB" sz="2900" kern="1200" dirty="0"/>
            <a:t> Poly-A</a:t>
          </a:r>
          <a:endParaRPr lang="en-US" sz="2900" kern="1200" dirty="0"/>
        </a:p>
      </dsp:txBody>
      <dsp:txXfrm>
        <a:off x="38427" y="1771683"/>
        <a:ext cx="3420263" cy="710329"/>
      </dsp:txXfrm>
    </dsp:sp>
    <dsp:sp modelId="{44949430-520E-4D8E-BA01-A62A7C40EB8F}">
      <dsp:nvSpPr>
        <dsp:cNvPr id="0" name=""/>
        <dsp:cNvSpPr/>
      </dsp:nvSpPr>
      <dsp:spPr>
        <a:xfrm>
          <a:off x="3497117" y="2599158"/>
          <a:ext cx="5245675" cy="787183"/>
        </a:xfrm>
        <a:prstGeom prst="rightArrow">
          <a:avLst>
            <a:gd name="adj1" fmla="val 75000"/>
            <a:gd name="adj2" fmla="val 50000"/>
          </a:avLst>
        </a:prstGeom>
        <a:solidFill>
          <a:schemeClr val="accent2">
            <a:tint val="40000"/>
            <a:alpha val="90000"/>
            <a:hueOff val="-636919"/>
            <a:satOff val="-56510"/>
            <a:lumOff val="-577"/>
            <a:alphaOff val="0"/>
          </a:schemeClr>
        </a:solidFill>
        <a:ln w="12700" cap="flat" cmpd="sng" algn="ctr">
          <a:solidFill>
            <a:schemeClr val="accent2">
              <a:tint val="40000"/>
              <a:alpha val="90000"/>
              <a:hueOff val="-636919"/>
              <a:satOff val="-56510"/>
              <a:lumOff val="-57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065" tIns="12065" rIns="12065" bIns="12065" numCol="1" spcCol="1270" anchor="t" anchorCtr="0">
          <a:noAutofit/>
        </a:bodyPr>
        <a:lstStyle/>
        <a:p>
          <a:pPr marL="171450" lvl="1" indent="-171450" algn="l" defTabSz="844550">
            <a:lnSpc>
              <a:spcPct val="90000"/>
            </a:lnSpc>
            <a:spcBef>
              <a:spcPct val="0"/>
            </a:spcBef>
            <a:spcAft>
              <a:spcPct val="15000"/>
            </a:spcAft>
            <a:buChar char="•"/>
          </a:pPr>
          <a:r>
            <a:rPr lang="en-GB" sz="1900" kern="1200" dirty="0"/>
            <a:t>DNABERT (Ji et. al., 2021)</a:t>
          </a:r>
          <a:endParaRPr lang="en-US" sz="1900" kern="1200" dirty="0"/>
        </a:p>
      </dsp:txBody>
      <dsp:txXfrm>
        <a:off x="3497117" y="2697556"/>
        <a:ext cx="4950481" cy="590387"/>
      </dsp:txXfrm>
    </dsp:sp>
    <dsp:sp modelId="{B7C401F5-DBB0-437A-B6CE-D3D500D12AF6}">
      <dsp:nvSpPr>
        <dsp:cNvPr id="0" name=""/>
        <dsp:cNvSpPr/>
      </dsp:nvSpPr>
      <dsp:spPr>
        <a:xfrm>
          <a:off x="0" y="2599158"/>
          <a:ext cx="3497117" cy="787183"/>
        </a:xfrm>
        <a:prstGeom prst="roundRect">
          <a:avLst/>
        </a:prstGeom>
        <a:solidFill>
          <a:schemeClr val="accent2">
            <a:hueOff val="-1091522"/>
            <a:satOff val="-62946"/>
            <a:lumOff val="647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err="1"/>
            <a:t>Prediksi</a:t>
          </a:r>
          <a:r>
            <a:rPr lang="en-GB" sz="2900" kern="1200" dirty="0"/>
            <a:t> Motif</a:t>
          </a:r>
          <a:endParaRPr lang="en-US" sz="2900" kern="1200" dirty="0"/>
        </a:p>
      </dsp:txBody>
      <dsp:txXfrm>
        <a:off x="38427" y="2637585"/>
        <a:ext cx="3420263" cy="710329"/>
      </dsp:txXfrm>
    </dsp:sp>
    <dsp:sp modelId="{1CAE2B4A-2BC6-4384-8F87-40E2184CC177}">
      <dsp:nvSpPr>
        <dsp:cNvPr id="0" name=""/>
        <dsp:cNvSpPr/>
      </dsp:nvSpPr>
      <dsp:spPr>
        <a:xfrm>
          <a:off x="3497117" y="3465059"/>
          <a:ext cx="5245675" cy="787183"/>
        </a:xfrm>
        <a:prstGeom prst="rightArrow">
          <a:avLst>
            <a:gd name="adj1" fmla="val 75000"/>
            <a:gd name="adj2" fmla="val 50000"/>
          </a:avLst>
        </a:prstGeom>
        <a:solidFill>
          <a:schemeClr val="accent2">
            <a:tint val="40000"/>
            <a:alpha val="90000"/>
            <a:hueOff val="-849226"/>
            <a:satOff val="-75346"/>
            <a:lumOff val="-769"/>
            <a:alphaOff val="0"/>
          </a:schemeClr>
        </a:solidFill>
        <a:ln w="12700" cap="flat" cmpd="sng" algn="ctr">
          <a:solidFill>
            <a:schemeClr val="accent2">
              <a:tint val="40000"/>
              <a:alpha val="90000"/>
              <a:hueOff val="-849226"/>
              <a:satOff val="-75346"/>
              <a:lumOff val="-769"/>
              <a:alphaOff val="0"/>
            </a:schemeClr>
          </a:solidFill>
          <a:prstDash val="solid"/>
          <a:miter lim="800000"/>
        </a:ln>
        <a:effectLst/>
      </dsp:spPr>
      <dsp:style>
        <a:lnRef idx="2">
          <a:scrgbClr r="0" g="0" b="0"/>
        </a:lnRef>
        <a:fillRef idx="1">
          <a:scrgbClr r="0" g="0" b="0"/>
        </a:fillRef>
        <a:effectRef idx="0">
          <a:scrgbClr r="0" g="0" b="0"/>
        </a:effectRef>
        <a:fontRef idx="minor"/>
      </dsp:style>
    </dsp:sp>
    <dsp:sp modelId="{737ED83B-EFA5-4631-AD9C-E53A4735F2CA}">
      <dsp:nvSpPr>
        <dsp:cNvPr id="0" name=""/>
        <dsp:cNvSpPr/>
      </dsp:nvSpPr>
      <dsp:spPr>
        <a:xfrm>
          <a:off x="0" y="3465059"/>
          <a:ext cx="3497117" cy="787183"/>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err="1"/>
            <a:t>Prediksi</a:t>
          </a:r>
          <a:r>
            <a:rPr lang="en-GB" sz="2900" kern="1200" dirty="0"/>
            <a:t> </a:t>
          </a:r>
          <a:r>
            <a:rPr lang="en-GB" sz="2900" kern="1200" dirty="0" err="1"/>
            <a:t>Lainnya</a:t>
          </a:r>
          <a:endParaRPr lang="en-US" sz="2900" kern="1200" dirty="0"/>
        </a:p>
      </dsp:txBody>
      <dsp:txXfrm>
        <a:off x="38427" y="3503486"/>
        <a:ext cx="3420263" cy="71032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3E0962-A03F-4122-AFE6-0D15636E83D5}">
      <dsp:nvSpPr>
        <dsp:cNvPr id="0" name=""/>
        <dsp:cNvSpPr/>
      </dsp:nvSpPr>
      <dsp:spPr>
        <a:xfrm>
          <a:off x="0" y="13961"/>
          <a:ext cx="10017169" cy="114192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kern="1200" dirty="0"/>
            <a:t>Satu Model </a:t>
          </a:r>
          <a:r>
            <a:rPr lang="en-GB" sz="2400" kern="1200" dirty="0" err="1"/>
            <a:t>untuk</a:t>
          </a:r>
          <a:r>
            <a:rPr lang="en-GB" sz="2400" kern="1200" dirty="0"/>
            <a:t> Satu Task dan Satu Data</a:t>
          </a:r>
          <a:endParaRPr lang="en-US" sz="2400" kern="1200" dirty="0"/>
        </a:p>
      </dsp:txBody>
      <dsp:txXfrm>
        <a:off x="55744" y="69705"/>
        <a:ext cx="9905681" cy="1030432"/>
      </dsp:txXfrm>
    </dsp:sp>
    <dsp:sp modelId="{A11AD17A-7583-43E0-AD73-8B82BB589EA7}">
      <dsp:nvSpPr>
        <dsp:cNvPr id="0" name=""/>
        <dsp:cNvSpPr/>
      </dsp:nvSpPr>
      <dsp:spPr>
        <a:xfrm>
          <a:off x="0" y="1155881"/>
          <a:ext cx="10017169" cy="6295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18045"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en-GB" sz="1600" kern="1200"/>
            <a:t>Tidak </a:t>
          </a:r>
          <a:r>
            <a:rPr lang="en-GB" sz="1600" kern="1200">
              <a:latin typeface="Tenorite"/>
              <a:ea typeface="+mn-ea"/>
              <a:cs typeface="+mn-cs"/>
            </a:rPr>
            <a:t>fleksibel → Antara spesies ada kemiripan tapi model tidak bisa menangkap kemiripan tersebut</a:t>
          </a:r>
          <a:endParaRPr lang="en-US" sz="1600" kern="1200" dirty="0">
            <a:latin typeface="Tenorite"/>
            <a:ea typeface="+mn-ea"/>
            <a:cs typeface="+mn-cs"/>
          </a:endParaRPr>
        </a:p>
        <a:p>
          <a:pPr marL="171450" lvl="1" indent="-171450" algn="l" defTabSz="711200">
            <a:lnSpc>
              <a:spcPct val="90000"/>
            </a:lnSpc>
            <a:spcBef>
              <a:spcPct val="0"/>
            </a:spcBef>
            <a:spcAft>
              <a:spcPct val="20000"/>
            </a:spcAft>
            <a:buChar char="•"/>
          </a:pPr>
          <a:r>
            <a:rPr lang="en-GB" sz="1600" kern="1200" dirty="0" err="1">
              <a:latin typeface="Tenorite"/>
              <a:ea typeface="+mn-ea"/>
              <a:cs typeface="+mn-cs"/>
            </a:rPr>
            <a:t>Tidak</a:t>
          </a:r>
          <a:r>
            <a:rPr lang="en-GB" sz="1600" kern="1200" dirty="0">
              <a:latin typeface="Tenorite"/>
              <a:ea typeface="+mn-ea"/>
              <a:cs typeface="+mn-cs"/>
            </a:rPr>
            <a:t> </a:t>
          </a:r>
          <a:r>
            <a:rPr lang="en-GB" sz="1600" kern="1200" dirty="0" err="1">
              <a:latin typeface="Tenorite"/>
              <a:ea typeface="+mn-ea"/>
              <a:cs typeface="+mn-cs"/>
            </a:rPr>
            <a:t>semua</a:t>
          </a:r>
          <a:r>
            <a:rPr lang="en-GB" sz="1600" kern="1200" dirty="0">
              <a:latin typeface="Tenorite"/>
              <a:ea typeface="+mn-ea"/>
              <a:cs typeface="+mn-cs"/>
            </a:rPr>
            <a:t> data </a:t>
          </a:r>
          <a:r>
            <a:rPr lang="en-GB" sz="1600" kern="1200" dirty="0" err="1">
              <a:latin typeface="Tenorite"/>
              <a:ea typeface="+mn-ea"/>
              <a:cs typeface="+mn-cs"/>
            </a:rPr>
            <a:t>memiliki</a:t>
          </a:r>
          <a:r>
            <a:rPr lang="en-GB" sz="1600" kern="1200" dirty="0">
              <a:latin typeface="Tenorite"/>
              <a:ea typeface="+mn-ea"/>
              <a:cs typeface="+mn-cs"/>
            </a:rPr>
            <a:t> </a:t>
          </a:r>
          <a:r>
            <a:rPr lang="en-GB" sz="1600" kern="1200" dirty="0" err="1">
              <a:latin typeface="Tenorite"/>
              <a:ea typeface="+mn-ea"/>
              <a:cs typeface="+mn-cs"/>
            </a:rPr>
            <a:t>fitur</a:t>
          </a:r>
          <a:r>
            <a:rPr lang="en-GB" sz="1600" kern="1200" dirty="0">
              <a:latin typeface="Tenorite"/>
              <a:ea typeface="+mn-ea"/>
              <a:cs typeface="+mn-cs"/>
            </a:rPr>
            <a:t> yang </a:t>
          </a:r>
          <a:r>
            <a:rPr lang="en-GB" sz="1600" kern="1200" dirty="0" err="1">
              <a:latin typeface="Tenorite"/>
              <a:ea typeface="+mn-ea"/>
              <a:cs typeface="+mn-cs"/>
            </a:rPr>
            <a:t>cukup</a:t>
          </a:r>
          <a:r>
            <a:rPr lang="en-GB" sz="1600" kern="1200" dirty="0">
              <a:latin typeface="Tenorite"/>
              <a:ea typeface="+mn-ea"/>
              <a:cs typeface="+mn-cs"/>
            </a:rPr>
            <a:t> </a:t>
          </a:r>
          <a:r>
            <a:rPr lang="en-GB" sz="1600" kern="1200" dirty="0" err="1">
              <a:latin typeface="Tenorite"/>
              <a:ea typeface="+mn-ea"/>
              <a:cs typeface="+mn-cs"/>
            </a:rPr>
            <a:t>untuk</a:t>
          </a:r>
          <a:r>
            <a:rPr lang="en-GB" sz="1600" kern="1200" dirty="0">
              <a:latin typeface="Tenorite"/>
              <a:ea typeface="+mn-ea"/>
              <a:cs typeface="+mn-cs"/>
            </a:rPr>
            <a:t> </a:t>
          </a:r>
          <a:r>
            <a:rPr lang="en-GB" sz="1600" kern="1200" dirty="0" err="1">
              <a:latin typeface="Tenorite"/>
              <a:ea typeface="+mn-ea"/>
              <a:cs typeface="+mn-cs"/>
            </a:rPr>
            <a:t>prediksi</a:t>
          </a:r>
          <a:r>
            <a:rPr lang="en-GB" sz="1600" kern="1200" dirty="0">
              <a:latin typeface="Tenorite"/>
              <a:ea typeface="+mn-ea"/>
              <a:cs typeface="+mn-cs"/>
            </a:rPr>
            <a:t> </a:t>
          </a:r>
          <a:r>
            <a:rPr lang="en-GB" sz="1600" kern="1200" dirty="0" err="1">
              <a:latin typeface="Tenorite"/>
              <a:ea typeface="+mn-ea"/>
              <a:cs typeface="+mn-cs"/>
            </a:rPr>
            <a:t>sebuah</a:t>
          </a:r>
          <a:r>
            <a:rPr lang="en-GB" sz="1600" kern="1200" dirty="0">
              <a:latin typeface="Tenorite"/>
              <a:ea typeface="+mn-ea"/>
              <a:cs typeface="+mn-cs"/>
            </a:rPr>
            <a:t> task.</a:t>
          </a:r>
          <a:endParaRPr lang="en-US" sz="1600" kern="1200" dirty="0">
            <a:latin typeface="Tenorite"/>
            <a:ea typeface="+mn-ea"/>
            <a:cs typeface="+mn-cs"/>
          </a:endParaRPr>
        </a:p>
      </dsp:txBody>
      <dsp:txXfrm>
        <a:off x="0" y="1155881"/>
        <a:ext cx="10017169" cy="629501"/>
      </dsp:txXfrm>
    </dsp:sp>
    <dsp:sp modelId="{756FEDC9-A4D5-4CB0-AC72-6E60062193DE}">
      <dsp:nvSpPr>
        <dsp:cNvPr id="0" name=""/>
        <dsp:cNvSpPr/>
      </dsp:nvSpPr>
      <dsp:spPr>
        <a:xfrm>
          <a:off x="0" y="1785382"/>
          <a:ext cx="10017169" cy="114192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kern="1200" dirty="0"/>
            <a:t>DNABERT (Ji et. al., 2021) </a:t>
          </a:r>
          <a:r>
            <a:rPr lang="en-GB" sz="2400" kern="1200" dirty="0" err="1"/>
            <a:t>bergantung</a:t>
          </a:r>
          <a:r>
            <a:rPr lang="en-GB" sz="2400" kern="1200" dirty="0"/>
            <a:t> pada data </a:t>
          </a:r>
          <a:r>
            <a:rPr lang="en-GB" sz="2400" i="1" kern="1200" dirty="0"/>
            <a:t>fine-tuning</a:t>
          </a:r>
          <a:endParaRPr lang="en-US" sz="2400" kern="1200" dirty="0"/>
        </a:p>
      </dsp:txBody>
      <dsp:txXfrm>
        <a:off x="55744" y="1841126"/>
        <a:ext cx="9905681" cy="1030432"/>
      </dsp:txXfrm>
    </dsp:sp>
    <dsp:sp modelId="{DE7424A2-1847-4810-B345-56FDD903CBD3}">
      <dsp:nvSpPr>
        <dsp:cNvPr id="0" name=""/>
        <dsp:cNvSpPr/>
      </dsp:nvSpPr>
      <dsp:spPr>
        <a:xfrm>
          <a:off x="0" y="2927302"/>
          <a:ext cx="10017169" cy="1010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18045"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en-GB" sz="1600" kern="1200" dirty="0"/>
            <a:t>DNABERT </a:t>
          </a:r>
          <a:r>
            <a:rPr lang="en-GB" sz="1600" kern="1200" dirty="0" err="1"/>
            <a:t>dapat</a:t>
          </a:r>
          <a:r>
            <a:rPr lang="en-GB" sz="1600" kern="1200" dirty="0"/>
            <a:t> </a:t>
          </a:r>
          <a:r>
            <a:rPr lang="en-GB" sz="1600" kern="1200" dirty="0" err="1"/>
            <a:t>menangkap</a:t>
          </a:r>
          <a:r>
            <a:rPr lang="en-GB" sz="1600" kern="1200" dirty="0"/>
            <a:t> </a:t>
          </a:r>
          <a:r>
            <a:rPr lang="en-GB" sz="1600" kern="1200" dirty="0" err="1"/>
            <a:t>fitur</a:t>
          </a:r>
          <a:r>
            <a:rPr lang="en-GB" sz="1600" kern="1200" dirty="0"/>
            <a:t> </a:t>
          </a:r>
          <a:r>
            <a:rPr lang="en-GB" sz="1600" kern="1200" dirty="0" err="1"/>
            <a:t>generik</a:t>
          </a:r>
          <a:r>
            <a:rPr lang="en-GB" sz="1600" kern="1200" dirty="0"/>
            <a:t> </a:t>
          </a:r>
          <a:r>
            <a:rPr lang="en-GB" sz="1600" kern="1200" dirty="0" err="1"/>
            <a:t>dari</a:t>
          </a:r>
          <a:r>
            <a:rPr lang="en-GB" sz="1600" kern="1200" dirty="0"/>
            <a:t> </a:t>
          </a:r>
          <a:r>
            <a:rPr lang="en-GB" sz="1600" kern="1200" dirty="0" err="1"/>
            <a:t>genom</a:t>
          </a:r>
          <a:r>
            <a:rPr lang="en-GB" sz="1600" kern="1200" dirty="0"/>
            <a:t> </a:t>
          </a:r>
          <a:r>
            <a:rPr lang="en-GB" sz="1600" i="1" kern="1200" dirty="0"/>
            <a:t>H. sapiens </a:t>
          </a:r>
          <a:r>
            <a:rPr lang="en-GB" sz="1600" i="0" kern="1200" dirty="0" err="1"/>
            <a:t>tetapi</a:t>
          </a:r>
          <a:r>
            <a:rPr lang="en-GB" sz="1600" i="0" kern="1200" dirty="0"/>
            <a:t> </a:t>
          </a:r>
          <a:r>
            <a:rPr lang="en-GB" sz="1600" i="0" kern="1200" dirty="0" err="1"/>
            <a:t>tetap</a:t>
          </a:r>
          <a:r>
            <a:rPr lang="en-GB" sz="1600" i="0" kern="1200" dirty="0"/>
            <a:t> </a:t>
          </a:r>
          <a:r>
            <a:rPr lang="en-GB" sz="1600" i="0" kern="1200" dirty="0" err="1"/>
            <a:t>membutuhkan</a:t>
          </a:r>
          <a:r>
            <a:rPr lang="en-GB" sz="1600" i="0" kern="1200" dirty="0"/>
            <a:t> data </a:t>
          </a:r>
          <a:r>
            <a:rPr lang="en-GB" sz="1600" i="1" kern="1200" dirty="0"/>
            <a:t>fine-tuning </a:t>
          </a:r>
          <a:r>
            <a:rPr lang="en-GB" sz="1600" i="0" kern="1200" dirty="0" err="1"/>
            <a:t>untuk</a:t>
          </a:r>
          <a:r>
            <a:rPr lang="en-GB" sz="1600" i="0" kern="1200" dirty="0"/>
            <a:t> </a:t>
          </a:r>
          <a:r>
            <a:rPr lang="en-GB" sz="1600" i="0" kern="1200" dirty="0" err="1"/>
            <a:t>persoalan</a:t>
          </a:r>
          <a:r>
            <a:rPr lang="en-GB" sz="1600" i="0" kern="1200" dirty="0"/>
            <a:t> </a:t>
          </a:r>
          <a:r>
            <a:rPr lang="en-GB" sz="1600" i="0" kern="1200" dirty="0" err="1"/>
            <a:t>tertentu</a:t>
          </a:r>
          <a:endParaRPr lang="en-US" sz="1600" i="1" kern="1200" dirty="0"/>
        </a:p>
        <a:p>
          <a:pPr marL="171450" lvl="1" indent="-171450" algn="l" defTabSz="711200">
            <a:lnSpc>
              <a:spcPct val="90000"/>
            </a:lnSpc>
            <a:spcBef>
              <a:spcPct val="0"/>
            </a:spcBef>
            <a:spcAft>
              <a:spcPct val="20000"/>
            </a:spcAft>
            <a:buChar char="•"/>
          </a:pPr>
          <a:r>
            <a:rPr lang="en-GB" sz="1600" i="0" kern="1200" dirty="0" err="1"/>
            <a:t>Keberadaan</a:t>
          </a:r>
          <a:r>
            <a:rPr lang="en-GB" sz="1600" i="0" kern="1200" dirty="0"/>
            <a:t> data </a:t>
          </a:r>
          <a:r>
            <a:rPr lang="en-GB" sz="1600" i="1" kern="1200" dirty="0"/>
            <a:t>fine-tuning</a:t>
          </a:r>
          <a:r>
            <a:rPr lang="en-GB" sz="1600" i="0" kern="1200" dirty="0"/>
            <a:t> </a:t>
          </a:r>
          <a:r>
            <a:rPr lang="en-GB" sz="1600" i="0" kern="1200" dirty="0" err="1"/>
            <a:t>tidak</a:t>
          </a:r>
          <a:r>
            <a:rPr lang="en-GB" sz="1600" i="0" kern="1200" dirty="0"/>
            <a:t> </a:t>
          </a:r>
          <a:r>
            <a:rPr lang="en-GB" sz="1600" i="0" kern="1200" dirty="0" err="1"/>
            <a:t>selalu</a:t>
          </a:r>
          <a:r>
            <a:rPr lang="en-GB" sz="1600" i="0" kern="1200" dirty="0"/>
            <a:t> </a:t>
          </a:r>
          <a:r>
            <a:rPr lang="en-GB" sz="1600" i="0" kern="1200" dirty="0" err="1"/>
            <a:t>lengkap</a:t>
          </a:r>
          <a:endParaRPr lang="en-US" sz="1600" i="0" kern="1200" dirty="0"/>
        </a:p>
        <a:p>
          <a:pPr marL="171450" lvl="1" indent="-171450" algn="l" defTabSz="711200">
            <a:lnSpc>
              <a:spcPct val="90000"/>
            </a:lnSpc>
            <a:spcBef>
              <a:spcPct val="0"/>
            </a:spcBef>
            <a:spcAft>
              <a:spcPct val="20000"/>
            </a:spcAft>
            <a:buChar char="•"/>
          </a:pPr>
          <a:endParaRPr lang="en-US" sz="1600" i="1" kern="1200" dirty="0"/>
        </a:p>
      </dsp:txBody>
      <dsp:txXfrm>
        <a:off x="0" y="2927302"/>
        <a:ext cx="10017169" cy="101016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BD7220-3F85-45D2-BED6-5BBFBC23EAE3}">
      <dsp:nvSpPr>
        <dsp:cNvPr id="0" name=""/>
        <dsp:cNvSpPr/>
      </dsp:nvSpPr>
      <dsp:spPr>
        <a:xfrm>
          <a:off x="8634" y="748982"/>
          <a:ext cx="2013350" cy="60400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914400" rtl="0" eaLnBrk="1" latinLnBrk="0" hangingPunct="1">
            <a:lnSpc>
              <a:spcPct val="90000"/>
            </a:lnSpc>
            <a:spcBef>
              <a:spcPct val="0"/>
            </a:spcBef>
            <a:spcAft>
              <a:spcPct val="35000"/>
            </a:spcAft>
            <a:buFont typeface="Arial" panose="020B0604020202020204" pitchFamily="34" charset="0"/>
            <a:buNone/>
          </a:pPr>
          <a:r>
            <a:rPr lang="en-US" sz="1600" kern="1200" spc="150" baseline="0" dirty="0">
              <a:solidFill>
                <a:schemeClr val="tx1"/>
              </a:solidFill>
              <a:latin typeface="+mj-lt"/>
              <a:ea typeface="+mj-ea"/>
              <a:cs typeface="+mj-cs"/>
            </a:rPr>
            <a:t>PLANNING</a:t>
          </a:r>
        </a:p>
      </dsp:txBody>
      <dsp:txXfrm>
        <a:off x="8634" y="748982"/>
        <a:ext cx="2013350" cy="604005"/>
      </dsp:txXfrm>
    </dsp:sp>
    <dsp:sp modelId="{22359DD7-1BFB-4900-BAE6-6084F2F57988}">
      <dsp:nvSpPr>
        <dsp:cNvPr id="0" name=""/>
        <dsp:cNvSpPr/>
      </dsp:nvSpPr>
      <dsp:spPr>
        <a:xfrm>
          <a:off x="8634" y="1352987"/>
          <a:ext cx="2013350" cy="164294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874" tIns="198874" rIns="198874" bIns="198874" numCol="1" spcCol="1270" anchor="t" anchorCtr="0">
          <a:noAutofit/>
        </a:bodyPr>
        <a:lstStyle/>
        <a:p>
          <a:pPr marL="0" lvl="0" indent="0" algn="l" defTabSz="622300">
            <a:lnSpc>
              <a:spcPct val="100000"/>
            </a:lnSpc>
            <a:spcBef>
              <a:spcPct val="0"/>
            </a:spcBef>
            <a:spcAft>
              <a:spcPct val="35000"/>
            </a:spcAft>
            <a:buNone/>
          </a:pPr>
          <a:r>
            <a:rPr lang="en-US" sz="1400" kern="1200" spc="50" baseline="0" dirty="0">
              <a:latin typeface="+mn-lt"/>
            </a:rPr>
            <a:t>Synergize scalable e-commerce</a:t>
          </a:r>
        </a:p>
      </dsp:txBody>
      <dsp:txXfrm>
        <a:off x="8634" y="1352987"/>
        <a:ext cx="2013350" cy="1642942"/>
      </dsp:txXfrm>
    </dsp:sp>
    <dsp:sp modelId="{C4F84DEA-2002-4D32-8E80-70EEE05E345A}">
      <dsp:nvSpPr>
        <dsp:cNvPr id="0" name=""/>
        <dsp:cNvSpPr/>
      </dsp:nvSpPr>
      <dsp:spPr>
        <a:xfrm>
          <a:off x="2129879" y="748982"/>
          <a:ext cx="2013350" cy="60400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711200">
            <a:lnSpc>
              <a:spcPct val="90000"/>
            </a:lnSpc>
            <a:spcBef>
              <a:spcPct val="0"/>
            </a:spcBef>
            <a:spcAft>
              <a:spcPct val="35000"/>
            </a:spcAft>
            <a:buNone/>
          </a:pPr>
          <a:r>
            <a:rPr lang="en-US" sz="1600" kern="1200" spc="150" baseline="0" dirty="0">
              <a:solidFill>
                <a:prstClr val="black"/>
              </a:solidFill>
              <a:latin typeface="Tenorite"/>
              <a:ea typeface="+mn-ea"/>
              <a:cs typeface="+mn-cs"/>
            </a:rPr>
            <a:t>MARKETING</a:t>
          </a:r>
        </a:p>
      </dsp:txBody>
      <dsp:txXfrm>
        <a:off x="2129879" y="748982"/>
        <a:ext cx="2013350" cy="604005"/>
      </dsp:txXfrm>
    </dsp:sp>
    <dsp:sp modelId="{4FEB85EB-D046-4CDB-8A62-BBCE260C4490}">
      <dsp:nvSpPr>
        <dsp:cNvPr id="0" name=""/>
        <dsp:cNvSpPr/>
      </dsp:nvSpPr>
      <dsp:spPr>
        <a:xfrm>
          <a:off x="2129879" y="1352987"/>
          <a:ext cx="2013350" cy="164294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874" tIns="198874" rIns="198874" bIns="198874" numCol="1" spcCol="1270" anchor="t" anchorCtr="0">
          <a:noAutofit/>
        </a:bodyPr>
        <a:lstStyle/>
        <a:p>
          <a:pPr marL="0" lvl="0" indent="0" algn="l" defTabSz="622300">
            <a:lnSpc>
              <a:spcPct val="100000"/>
            </a:lnSpc>
            <a:spcBef>
              <a:spcPct val="0"/>
            </a:spcBef>
            <a:spcAft>
              <a:spcPct val="35000"/>
            </a:spcAft>
            <a:buNone/>
          </a:pPr>
          <a:r>
            <a:rPr lang="en-US" sz="1400" kern="1200" spc="50" baseline="0" dirty="0">
              <a:latin typeface="+mn-lt"/>
            </a:rPr>
            <a:t>Disseminate standardized metrics</a:t>
          </a:r>
        </a:p>
      </dsp:txBody>
      <dsp:txXfrm>
        <a:off x="2129879" y="1352987"/>
        <a:ext cx="2013350" cy="1642942"/>
      </dsp:txXfrm>
    </dsp:sp>
    <dsp:sp modelId="{49B7F8FA-D256-41EF-9327-52A3551D9A60}">
      <dsp:nvSpPr>
        <dsp:cNvPr id="0" name=""/>
        <dsp:cNvSpPr/>
      </dsp:nvSpPr>
      <dsp:spPr>
        <a:xfrm>
          <a:off x="4251124" y="748982"/>
          <a:ext cx="2013350" cy="60400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889000">
            <a:lnSpc>
              <a:spcPct val="90000"/>
            </a:lnSpc>
            <a:spcBef>
              <a:spcPct val="0"/>
            </a:spcBef>
            <a:spcAft>
              <a:spcPct val="35000"/>
            </a:spcAft>
            <a:buNone/>
          </a:pPr>
          <a:r>
            <a:rPr lang="en-US" sz="1600" kern="1200" spc="150" baseline="0" dirty="0">
              <a:solidFill>
                <a:prstClr val="black"/>
              </a:solidFill>
              <a:latin typeface="Tenorite"/>
              <a:ea typeface="+mn-ea"/>
              <a:cs typeface="+mn-cs"/>
            </a:rPr>
            <a:t>DESIGN</a:t>
          </a:r>
        </a:p>
      </dsp:txBody>
      <dsp:txXfrm>
        <a:off x="4251124" y="748982"/>
        <a:ext cx="2013350" cy="604005"/>
      </dsp:txXfrm>
    </dsp:sp>
    <dsp:sp modelId="{6B5FE59C-B471-448A-AA7A-B526DCC4D4CA}">
      <dsp:nvSpPr>
        <dsp:cNvPr id="0" name=""/>
        <dsp:cNvSpPr/>
      </dsp:nvSpPr>
      <dsp:spPr>
        <a:xfrm>
          <a:off x="4251124" y="1352987"/>
          <a:ext cx="2013350" cy="164294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874" tIns="198874" rIns="198874" bIns="198874" numCol="1" spcCol="1270" anchor="t" anchorCtr="0">
          <a:noAutofit/>
        </a:bodyPr>
        <a:lstStyle/>
        <a:p>
          <a:pPr marL="0" lvl="0" indent="0" algn="l" defTabSz="666750">
            <a:lnSpc>
              <a:spcPct val="100000"/>
            </a:lnSpc>
            <a:spcBef>
              <a:spcPct val="0"/>
            </a:spcBef>
            <a:spcAft>
              <a:spcPct val="35000"/>
            </a:spcAft>
            <a:buNone/>
          </a:pPr>
          <a:r>
            <a:rPr lang="en-US" sz="1400" kern="1200" spc="50" baseline="0" dirty="0">
              <a:solidFill>
                <a:prstClr val="black">
                  <a:hueOff val="0"/>
                  <a:satOff val="0"/>
                  <a:lumOff val="0"/>
                  <a:alphaOff val="0"/>
                </a:prstClr>
              </a:solidFill>
              <a:latin typeface="Tenorite"/>
              <a:ea typeface="+mn-ea"/>
              <a:cs typeface="+mn-cs"/>
            </a:rPr>
            <a:t>Coordinate e-business applications</a:t>
          </a:r>
        </a:p>
      </dsp:txBody>
      <dsp:txXfrm>
        <a:off x="4251124" y="1352987"/>
        <a:ext cx="2013350" cy="1642942"/>
      </dsp:txXfrm>
    </dsp:sp>
    <dsp:sp modelId="{4132ECB1-6BEF-4935-AFA3-B2EAA48FDE7E}">
      <dsp:nvSpPr>
        <dsp:cNvPr id="0" name=""/>
        <dsp:cNvSpPr/>
      </dsp:nvSpPr>
      <dsp:spPr>
        <a:xfrm>
          <a:off x="6372369" y="748982"/>
          <a:ext cx="2013350" cy="60400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711200">
            <a:lnSpc>
              <a:spcPct val="90000"/>
            </a:lnSpc>
            <a:spcBef>
              <a:spcPct val="0"/>
            </a:spcBef>
            <a:spcAft>
              <a:spcPct val="35000"/>
            </a:spcAft>
            <a:buNone/>
          </a:pPr>
          <a:r>
            <a:rPr lang="en-US" sz="1600" kern="1200" spc="150" baseline="0" dirty="0">
              <a:solidFill>
                <a:prstClr val="black"/>
              </a:solidFill>
              <a:latin typeface="Tenorite"/>
              <a:ea typeface="+mn-ea"/>
              <a:cs typeface="+mn-cs"/>
            </a:rPr>
            <a:t>STRATEGY</a:t>
          </a:r>
        </a:p>
      </dsp:txBody>
      <dsp:txXfrm>
        <a:off x="6372369" y="748982"/>
        <a:ext cx="2013350" cy="604005"/>
      </dsp:txXfrm>
    </dsp:sp>
    <dsp:sp modelId="{C42A8BDE-B838-475D-AFDE-17B60D744AB6}">
      <dsp:nvSpPr>
        <dsp:cNvPr id="0" name=""/>
        <dsp:cNvSpPr/>
      </dsp:nvSpPr>
      <dsp:spPr>
        <a:xfrm>
          <a:off x="6372369" y="1352987"/>
          <a:ext cx="2013350" cy="164294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874" tIns="198874" rIns="198874" bIns="198874" numCol="1" spcCol="1270" anchor="t" anchorCtr="0">
          <a:noAutofit/>
        </a:bodyPr>
        <a:lstStyle/>
        <a:p>
          <a:pPr marL="0" lvl="0" indent="0" algn="l" defTabSz="666750" rtl="0">
            <a:lnSpc>
              <a:spcPct val="100000"/>
            </a:lnSpc>
            <a:spcBef>
              <a:spcPct val="0"/>
            </a:spcBef>
            <a:spcAft>
              <a:spcPct val="35000"/>
            </a:spcAft>
            <a:buNone/>
          </a:pPr>
          <a:r>
            <a:rPr lang="en-US" sz="1400" kern="1200" spc="50" baseline="0" dirty="0">
              <a:solidFill>
                <a:prstClr val="black">
                  <a:hueOff val="0"/>
                  <a:satOff val="0"/>
                  <a:lumOff val="0"/>
                  <a:alphaOff val="0"/>
                </a:prstClr>
              </a:solidFill>
              <a:latin typeface="Tenorite"/>
              <a:ea typeface="+mn-ea"/>
              <a:cs typeface="+mn-cs"/>
            </a:rPr>
            <a:t>Foster holistically superior methodologies</a:t>
          </a:r>
        </a:p>
      </dsp:txBody>
      <dsp:txXfrm>
        <a:off x="6372369" y="1352987"/>
        <a:ext cx="2013350" cy="1642942"/>
      </dsp:txXfrm>
    </dsp:sp>
    <dsp:sp modelId="{59606EB9-9F10-4D12-A33F-A242FDCC0D0F}">
      <dsp:nvSpPr>
        <dsp:cNvPr id="0" name=""/>
        <dsp:cNvSpPr/>
      </dsp:nvSpPr>
      <dsp:spPr>
        <a:xfrm>
          <a:off x="8493615" y="748982"/>
          <a:ext cx="2013350" cy="60400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889000">
            <a:lnSpc>
              <a:spcPct val="90000"/>
            </a:lnSpc>
            <a:spcBef>
              <a:spcPct val="0"/>
            </a:spcBef>
            <a:spcAft>
              <a:spcPct val="35000"/>
            </a:spcAft>
            <a:buNone/>
          </a:pPr>
          <a:r>
            <a:rPr lang="en-US" sz="1600" kern="1200" spc="150" baseline="0" dirty="0">
              <a:solidFill>
                <a:prstClr val="black"/>
              </a:solidFill>
              <a:latin typeface="Tenorite"/>
              <a:ea typeface="+mn-ea"/>
              <a:cs typeface="+mn-cs"/>
            </a:rPr>
            <a:t>LAUNCH</a:t>
          </a:r>
        </a:p>
      </dsp:txBody>
      <dsp:txXfrm>
        <a:off x="8493615" y="748982"/>
        <a:ext cx="2013350" cy="604005"/>
      </dsp:txXfrm>
    </dsp:sp>
    <dsp:sp modelId="{C8429E68-36DD-4F6A-A2F4-7CCDADCEFAD1}">
      <dsp:nvSpPr>
        <dsp:cNvPr id="0" name=""/>
        <dsp:cNvSpPr/>
      </dsp:nvSpPr>
      <dsp:spPr>
        <a:xfrm>
          <a:off x="8493615" y="1352987"/>
          <a:ext cx="2013350" cy="164294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82880" tIns="182880" rIns="182880" bIns="182880" numCol="1" spcCol="1270" anchor="t" anchorCtr="0">
          <a:noAutofit/>
        </a:bodyPr>
        <a:lstStyle/>
        <a:p>
          <a:pPr marL="0" lvl="0" indent="0" algn="l" defTabSz="666750" rtl="0">
            <a:lnSpc>
              <a:spcPct val="100000"/>
            </a:lnSpc>
            <a:spcBef>
              <a:spcPct val="0"/>
            </a:spcBef>
            <a:spcAft>
              <a:spcPct val="35000"/>
            </a:spcAft>
            <a:buNone/>
          </a:pPr>
          <a:r>
            <a:rPr lang="en-US" sz="1400" kern="1200" spc="50" baseline="0" dirty="0">
              <a:solidFill>
                <a:prstClr val="black">
                  <a:hueOff val="0"/>
                  <a:satOff val="0"/>
                  <a:lumOff val="0"/>
                  <a:alphaOff val="0"/>
                </a:prstClr>
              </a:solidFill>
              <a:latin typeface="Tenorite"/>
              <a:ea typeface="+mn-ea"/>
              <a:cs typeface="+mn-cs"/>
            </a:rPr>
            <a:t>Deploy strategic networks with compelling e-business needs</a:t>
          </a:r>
        </a:p>
      </dsp:txBody>
      <dsp:txXfrm>
        <a:off x="8493615" y="1352987"/>
        <a:ext cx="2013350" cy="164294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vList6">
  <dgm:title val=""/>
  <dgm:desc val=""/>
  <dgm:catLst>
    <dgm:cat type="process" pri="22000"/>
    <dgm:cat type="list" pri="1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dgm:varLst>
    <dgm:alg type="lin">
      <dgm:param type="linDir" val="fromT"/>
    </dgm:alg>
    <dgm:shape xmlns:r="http://schemas.openxmlformats.org/officeDocument/2006/relationships" r:blip="">
      <dgm:adjLst/>
    </dgm:shape>
    <dgm:presOf/>
    <dgm:constrLst>
      <dgm:constr type="w" for="ch" forName="linNode" refType="w"/>
      <dgm:constr type="h" for="ch" forName="linNode" refType="h"/>
      <dgm:constr type="h" for="ch" forName="spacing" refType="h" refFor="ch" refForName="linNode" fact="0.1"/>
      <dgm:constr type="primFontSz" for="des" forName="parentShp" op="equ" val="65"/>
      <dgm:constr type="primFontSz" for="des" forName="childShp" op="equ" val="65"/>
    </dgm:constrLst>
    <dgm:ruleLst/>
    <dgm:forEach name="Name1" axis="ch" ptType="node">
      <dgm:layoutNode name="linNode">
        <dgm:choose name="Name2">
          <dgm:if name="Name3" func="var" arg="dir" op="equ" val="norm">
            <dgm:alg type="lin">
              <dgm:param type="linDir" val="fromL"/>
            </dgm:alg>
          </dgm:if>
          <dgm:else name="Name4">
            <dgm:alg type="lin">
              <dgm:param type="linDir" val="fromR"/>
            </dgm:alg>
          </dgm:else>
        </dgm:choose>
        <dgm:shape xmlns:r="http://schemas.openxmlformats.org/officeDocument/2006/relationships" r:blip="">
          <dgm:adjLst/>
        </dgm:shape>
        <dgm:presOf/>
        <dgm:choose name="Name5">
          <dgm:if name="Name6" func="var" arg="dir" op="equ" val="norm">
            <dgm:constrLst>
              <dgm:constr type="w" for="ch" forName="parentShp" refType="w" fact="0.4"/>
              <dgm:constr type="h" for="ch" forName="parentShp" refType="h"/>
              <dgm:constr type="w" for="ch" forName="childShp" refType="w" fact="0.6"/>
              <dgm:constr type="h" for="ch" forName="childShp" refType="h" refFor="ch" refForName="parentShp"/>
            </dgm:constrLst>
          </dgm:if>
          <dgm:else name="Name7">
            <dgm:constrLst>
              <dgm:constr type="w" for="ch" forName="parentShp" refType="w" fact="0.4"/>
              <dgm:constr type="h" for="ch" forName="parentShp" refType="h"/>
              <dgm:constr type="w" for="ch" forName="childShp" refType="w" fact="0.6"/>
              <dgm:constr type="h" for="ch" forName="childShp" refType="h" refFor="ch" refForName="parentShp"/>
            </dgm:constrLst>
          </dgm:else>
        </dgm:choose>
        <dgm:ruleLst/>
        <dgm:layoutNode name="parentShp" styleLbl="node1">
          <dgm:varLst>
            <dgm:bulletEnabled val="1"/>
          </dgm:varLst>
          <dgm:alg type="tx"/>
          <dgm:shape xmlns:r="http://schemas.openxmlformats.org/officeDocument/2006/relationships" type="roundRect" r:blip="">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layoutNode name="childShp" styleLbl="bgAccFollowNode1">
          <dgm:varLst>
            <dgm:bulletEnabled val="1"/>
          </dgm:varLst>
          <dgm:alg type="tx">
            <dgm:param type="stBulletLvl" val="1"/>
          </dgm:alg>
          <dgm:choose name="Name8">
            <dgm:if name="Name9" func="var" arg="dir" op="equ" val="norm">
              <dgm:shape xmlns:r="http://schemas.openxmlformats.org/officeDocument/2006/relationships" type="rightArrow" r:blip="" zOrderOff="-2">
                <dgm:adjLst>
                  <dgm:adj idx="1" val="0.75"/>
                </dgm:adjLst>
              </dgm:shape>
            </dgm:if>
            <dgm:else name="Name10">
              <dgm:shape xmlns:r="http://schemas.openxmlformats.org/officeDocument/2006/relationships" rot="180" type="rightArrow" r:blip="" zOrderOff="-2">
                <dgm:adjLst>
                  <dgm:adj idx="1" val="0.75"/>
                </dgm:adjLst>
              </dgm:shape>
            </dgm:else>
          </dgm:choose>
          <dgm:presOf axis="des" ptType="node"/>
          <dgm:constrLst>
            <dgm:constr type="secFontSz" refType="primFontSz"/>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forEach name="Name11" axis="followSib" ptType="sibTrans" cnt="1">
        <dgm:layoutNode name="spacing">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7F456E-01A6-4013-ACA5-F5492591A2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84983A3-9B9B-4D61-97C9-B9E239A315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56F32FC-4BD9-442A-A8C6-51598C909FE3}" type="datetimeFigureOut">
              <a:rPr lang="en-US" smtClean="0"/>
              <a:t>12/8/2021</a:t>
            </a:fld>
            <a:endParaRPr lang="en-US" dirty="0"/>
          </a:p>
        </p:txBody>
      </p:sp>
      <p:sp>
        <p:nvSpPr>
          <p:cNvPr id="4" name="Footer Placeholder 3">
            <a:extLst>
              <a:ext uri="{FF2B5EF4-FFF2-40B4-BE49-F238E27FC236}">
                <a16:creationId xmlns:a16="http://schemas.microsoft.com/office/drawing/2014/main" id="{5EEABE74-7A97-4D17-8390-42ADD25C3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42C1DBD-1052-425E-BF3C-983304BED5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EEFA9E-C190-4F5C-8394-BD5F1CD55C02}" type="slidenum">
              <a:rPr lang="en-US" smtClean="0"/>
              <a:t>‹#›</a:t>
            </a:fld>
            <a:endParaRPr lang="en-US" dirty="0"/>
          </a:p>
        </p:txBody>
      </p:sp>
    </p:spTree>
    <p:extLst>
      <p:ext uri="{BB962C8B-B14F-4D97-AF65-F5344CB8AC3E}">
        <p14:creationId xmlns:p14="http://schemas.microsoft.com/office/powerpoint/2010/main" val="23248019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6371FA-A98D-41E8-93F4-09945841298A}" type="datetimeFigureOut">
              <a:rPr lang="en-US" smtClean="0"/>
              <a:t>12/8/2021</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289C57-55D7-40A4-A101-E74FAC7A092B}" type="slidenum">
              <a:rPr lang="en-US" smtClean="0"/>
              <a:t>‹#›</a:t>
            </a:fld>
            <a:endParaRPr lang="en-US" dirty="0"/>
          </a:p>
        </p:txBody>
      </p:sp>
    </p:spTree>
    <p:extLst>
      <p:ext uri="{BB962C8B-B14F-4D97-AF65-F5344CB8AC3E}">
        <p14:creationId xmlns:p14="http://schemas.microsoft.com/office/powerpoint/2010/main" val="2839902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defRPr sz="3600" spc="150" baseline="0"/>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8" name="Graphic 7">
            <a:extLst>
              <a:ext uri="{FF2B5EF4-FFF2-40B4-BE49-F238E27FC236}">
                <a16:creationId xmlns:a16="http://schemas.microsoft.com/office/drawing/2014/main" id="{A04F1E16-9A84-4D0E-9706-79C396AF6AE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177682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500" y="1020445"/>
            <a:ext cx="2895600" cy="1325563"/>
          </a:xfrm>
        </p:spPr>
        <p:txBody>
          <a:bodyPr anchor="b">
            <a:normAutofit/>
          </a:bodyPr>
          <a:lstStyle>
            <a:lvl1pPr>
              <a:defRPr sz="2800" spc="150" baseline="0">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500" y="2924175"/>
            <a:ext cx="2895600" cy="2519363"/>
          </a:xfrm>
        </p:spPr>
        <p:txBody>
          <a:bodyPr>
            <a:normAutofit/>
          </a:bodyPr>
          <a:lstStyle>
            <a:lvl1pPr marL="0" indent="0">
              <a:lnSpc>
                <a:spcPct val="150000"/>
              </a:lnSpc>
              <a:buNone/>
              <a:defRPr sz="1400">
                <a:solidFill>
                  <a:schemeClr val="bg1"/>
                </a:solidFill>
              </a:defRPr>
            </a:lvl1pPr>
            <a:lvl2pPr marL="457200" indent="0">
              <a:lnSpc>
                <a:spcPct val="150000"/>
              </a:lnSpc>
              <a:buNone/>
              <a:defRPr sz="1400">
                <a:solidFill>
                  <a:schemeClr val="bg1"/>
                </a:solidFill>
              </a:defRPr>
            </a:lvl2pPr>
            <a:lvl3pPr marL="914400" indent="0">
              <a:lnSpc>
                <a:spcPct val="150000"/>
              </a:lnSpc>
              <a:buNone/>
              <a:defRPr sz="1400">
                <a:solidFill>
                  <a:schemeClr val="bg1"/>
                </a:solidFill>
              </a:defRPr>
            </a:lvl3pPr>
            <a:lvl4pPr marL="1371600" indent="0">
              <a:lnSpc>
                <a:spcPct val="150000"/>
              </a:lnSpc>
              <a:buNone/>
              <a:defRPr sz="1400">
                <a:solidFill>
                  <a:schemeClr val="bg1"/>
                </a:solidFill>
              </a:defRPr>
            </a:lvl4pPr>
            <a:lvl5pPr marL="1828800" indent="0">
              <a:lnSpc>
                <a:spcPct val="150000"/>
              </a:lnSpc>
              <a:buNone/>
              <a:defRPr sz="1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PRESENTATION TITLE</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98212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1EBF9-6826-475B-8079-C11128991BAE}"/>
              </a:ext>
            </a:extLst>
          </p:cNvPr>
          <p:cNvSpPr>
            <a:spLocks noGrp="1"/>
          </p:cNvSpPr>
          <p:nvPr>
            <p:ph type="dt" sz="half" idx="10"/>
          </p:nvPr>
        </p:nvSpPr>
        <p:spPr>
          <a:xfrm>
            <a:off x="838200" y="6356350"/>
            <a:ext cx="1219200"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3FB726A3-DF54-47D2-8C3A-34FD43A19E8E}"/>
              </a:ext>
            </a:extLst>
          </p:cNvPr>
          <p:cNvSpPr>
            <a:spLocks noGrp="1"/>
          </p:cNvSpPr>
          <p:nvPr>
            <p:ph type="ftr" sz="quarter" idx="11"/>
          </p:nvPr>
        </p:nvSpPr>
        <p:spPr>
          <a:xfrm>
            <a:off x="2463800" y="6356350"/>
            <a:ext cx="3479800" cy="365125"/>
          </a:xfrm>
        </p:spPr>
        <p:txBody>
          <a:bodyPr/>
          <a:lstStyle>
            <a:lvl1pPr>
              <a:defRPr sz="900"/>
            </a:lvl1pPr>
          </a:lstStyle>
          <a:p>
            <a:r>
              <a:rPr lang="en-US" dirty="0"/>
              <a:t>PRESENTATION TITLE</a:t>
            </a:r>
          </a:p>
        </p:txBody>
      </p:sp>
      <p:sp>
        <p:nvSpPr>
          <p:cNvPr id="6" name="Slide Number Placeholder 5">
            <a:extLst>
              <a:ext uri="{FF2B5EF4-FFF2-40B4-BE49-F238E27FC236}">
                <a16:creationId xmlns:a16="http://schemas.microsoft.com/office/drawing/2014/main" id="{D0CD125A-4493-4967-9146-841D0EF3BC63}"/>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grpSp>
        <p:nvGrpSpPr>
          <p:cNvPr id="7" name="Group 6">
            <a:extLst>
              <a:ext uri="{FF2B5EF4-FFF2-40B4-BE49-F238E27FC236}">
                <a16:creationId xmlns:a16="http://schemas.microsoft.com/office/drawing/2014/main" id="{D7A1CF8B-3479-49A3-A30E-2F2ECE962075}"/>
              </a:ext>
            </a:extLst>
          </p:cNvPr>
          <p:cNvGrpSpPr/>
          <p:nvPr userDrawn="1"/>
        </p:nvGrpSpPr>
        <p:grpSpPr>
          <a:xfrm>
            <a:off x="6953250" y="-25401"/>
            <a:ext cx="5238750" cy="6902451"/>
            <a:chOff x="6953250" y="-25401"/>
            <a:chExt cx="5238750" cy="6902451"/>
          </a:xfrm>
        </p:grpSpPr>
        <p:cxnSp>
          <p:nvCxnSpPr>
            <p:cNvPr id="14" name="Straight Connector 13">
              <a:extLst>
                <a:ext uri="{FF2B5EF4-FFF2-40B4-BE49-F238E27FC236}">
                  <a16:creationId xmlns:a16="http://schemas.microsoft.com/office/drawing/2014/main" id="{49FBD260-5143-4B12-B9F8-33E48D548909}"/>
                </a:ext>
              </a:extLst>
            </p:cNvPr>
            <p:cNvCxnSpPr/>
            <p:nvPr userDrawn="1"/>
          </p:nvCxn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userDrawn="1"/>
          </p:nvCxnSpPr>
          <p:spPr>
            <a:xfrm flipH="1">
              <a:off x="6953250" y="-25401"/>
              <a:ext cx="3790950" cy="6902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49735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Section Brea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148840"/>
            <a:ext cx="4179570" cy="1715531"/>
          </a:xfrm>
        </p:spPr>
        <p:txBody>
          <a:bodyPr anchor="b">
            <a:noAutofit/>
          </a:bodyPr>
          <a:lstStyle>
            <a:lvl1pPr algn="l">
              <a:defRPr sz="3600" spc="150" baseline="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991350" y="3962003"/>
            <a:ext cx="4179570" cy="365125"/>
          </a:xfrm>
        </p:spPr>
        <p:txBody>
          <a:bodyPr>
            <a:normAutofit/>
          </a:bodyPr>
          <a:lstStyle>
            <a:lvl1pPr marL="0" indent="0" algn="l">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26995123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PRESENTATION TITLE</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sz="quarter" idx="13"/>
          </p:nvPr>
        </p:nvSpPr>
        <p:spPr>
          <a:xfrm>
            <a:off x="838200" y="2111608"/>
            <a:ext cx="10515600" cy="3744912"/>
          </a:xfrm>
        </p:spPr>
        <p:txBody>
          <a:bodyPr/>
          <a:lstStyle/>
          <a:p>
            <a:r>
              <a:rPr lang="en-US"/>
              <a:t>Click icon to add chart</a:t>
            </a:r>
            <a:endParaRPr lang="en-US" dirty="0"/>
          </a:p>
        </p:txBody>
      </p:sp>
    </p:spTree>
    <p:extLst>
      <p:ext uri="{BB962C8B-B14F-4D97-AF65-F5344CB8AC3E}">
        <p14:creationId xmlns:p14="http://schemas.microsoft.com/office/powerpoint/2010/main" val="14852777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solidFill>
                <a:latin typeface="+mj-lt"/>
                <a:ea typeface="+mj-ea"/>
                <a:cs typeface="+mj-cs"/>
              </a:defRPr>
            </a:lvl1pPr>
          </a:lstStyle>
          <a:p>
            <a:r>
              <a:rPr lang="en-US"/>
              <a:t>CLICK TO EDIT MASTER TITLE STYLE</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838200" y="2111381"/>
            <a:ext cx="10515600" cy="3744913"/>
          </a:xfrm>
        </p:spPr>
        <p:txBody>
          <a:bodyPr/>
          <a:lstStyle/>
          <a:p>
            <a:r>
              <a:rPr lang="en-US"/>
              <a:t>Click icon to add table</a:t>
            </a:r>
            <a:endParaRPr lang="en-US" dirty="0"/>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PRESENTATION TITLE</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3370680036"/>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4657724" y="2809875"/>
            <a:ext cx="6696075" cy="1909763"/>
          </a:xfrm>
        </p:spPr>
        <p:txBody>
          <a:bodyPr anchor="b">
            <a:normAutofit/>
          </a:bodyPr>
          <a:lstStyle>
            <a:lvl1pPr>
              <a:defRPr lang="en-US" sz="2800" kern="1200" spc="150" baseline="0" dirty="0">
                <a:solidFill>
                  <a:schemeClr val="tx1"/>
                </a:solidFill>
                <a:latin typeface="+mj-lt"/>
                <a:ea typeface="+mj-ea"/>
                <a:cs typeface="+mj-cs"/>
              </a:defRPr>
            </a:lvl1pPr>
          </a:lstStyle>
          <a:p>
            <a:r>
              <a:rPr lang="en-US"/>
              <a:t>CLICK TO EDIT MASTER TITLE STYLE</a:t>
            </a:r>
          </a:p>
        </p:txBody>
      </p:sp>
      <p:sp>
        <p:nvSpPr>
          <p:cNvPr id="10" name="Subtitle 2">
            <a:extLst>
              <a:ext uri="{FF2B5EF4-FFF2-40B4-BE49-F238E27FC236}">
                <a16:creationId xmlns:a16="http://schemas.microsoft.com/office/drawing/2014/main" id="{104828DA-5EC5-4A00-9A7B-CD9668EF24D1}"/>
              </a:ext>
            </a:extLst>
          </p:cNvPr>
          <p:cNvSpPr>
            <a:spLocks noGrp="1"/>
          </p:cNvSpPr>
          <p:nvPr>
            <p:ph type="subTitle" idx="1"/>
          </p:nvPr>
        </p:nvSpPr>
        <p:spPr>
          <a:xfrm>
            <a:off x="4657725" y="5028803"/>
            <a:ext cx="6696074" cy="365125"/>
          </a:xfrm>
        </p:spPr>
        <p:txBody>
          <a:bodyPr anchor="b">
            <a:normAutofit/>
          </a:bodyPr>
          <a:lstStyle>
            <a:lvl1pPr marL="0" indent="0" algn="l">
              <a:buNone/>
              <a:defRPr sz="1600">
                <a:solidFill>
                  <a:schemeClr val="bg2">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3" name="Date Placeholder 2">
            <a:extLst>
              <a:ext uri="{FF2B5EF4-FFF2-40B4-BE49-F238E27FC236}">
                <a16:creationId xmlns:a16="http://schemas.microsoft.com/office/drawing/2014/main" id="{D9303E9A-96BC-4283-A6E1-5948AEB119F4}"/>
              </a:ext>
            </a:extLst>
          </p:cNvPr>
          <p:cNvSpPr>
            <a:spLocks noGrp="1"/>
          </p:cNvSpPr>
          <p:nvPr>
            <p:ph type="dt" sz="half" idx="10"/>
          </p:nvPr>
        </p:nvSpPr>
        <p:spPr>
          <a:xfrm>
            <a:off x="4676774" y="6356350"/>
            <a:ext cx="1695450"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45A19C49-052B-4D3E-B227-1D787463CE96}"/>
              </a:ext>
            </a:extLst>
          </p:cNvPr>
          <p:cNvSpPr>
            <a:spLocks noGrp="1"/>
          </p:cNvSpPr>
          <p:nvPr>
            <p:ph type="ftr" sz="quarter" idx="11"/>
          </p:nvPr>
        </p:nvSpPr>
        <p:spPr>
          <a:xfrm>
            <a:off x="6743699" y="6356350"/>
            <a:ext cx="2543175" cy="365125"/>
          </a:xfrm>
        </p:spPr>
        <p:txBody>
          <a:bodyPr/>
          <a:lstStyle>
            <a:lvl1pPr>
              <a:defRPr sz="900"/>
            </a:lvl1pPr>
          </a:lstStyle>
          <a:p>
            <a:r>
              <a:rPr lang="en-US" dirty="0"/>
              <a:t>PRESENTATION TITLE</a:t>
            </a:r>
          </a:p>
        </p:txBody>
      </p:sp>
      <p:sp>
        <p:nvSpPr>
          <p:cNvPr id="5" name="Slide Number Placeholder 4">
            <a:extLst>
              <a:ext uri="{FF2B5EF4-FFF2-40B4-BE49-F238E27FC236}">
                <a16:creationId xmlns:a16="http://schemas.microsoft.com/office/drawing/2014/main" id="{4E5E724A-95F0-41B6-A77E-EDD067272C27}"/>
              </a:ext>
            </a:extLst>
          </p:cNvPr>
          <p:cNvSpPr>
            <a:spLocks noGrp="1"/>
          </p:cNvSpPr>
          <p:nvPr>
            <p:ph type="sldNum" sz="quarter" idx="12"/>
          </p:nvPr>
        </p:nvSpPr>
        <p:spPr>
          <a:xfrm>
            <a:off x="9658350" y="6356350"/>
            <a:ext cx="1695450" cy="365125"/>
          </a:xfrm>
        </p:spPr>
        <p:txBody>
          <a:bodyPr/>
          <a:lstStyle>
            <a:lvl1pPr>
              <a:defRPr sz="900"/>
            </a:lvl1pPr>
          </a:lstStyle>
          <a:p>
            <a:fld id="{A49DFD55-3C28-40EF-9E31-A92D2E4017FF}" type="slidenum">
              <a:rPr lang="en-US" smtClean="0"/>
              <a:pPr/>
              <a:t>‹#›</a:t>
            </a:fld>
            <a:endParaRPr lang="en-US" dirty="0"/>
          </a:p>
        </p:txBody>
      </p:sp>
      <p:cxnSp>
        <p:nvCxnSpPr>
          <p:cNvPr id="9" name="Straight Connector 8">
            <a:extLst>
              <a:ext uri="{FF2B5EF4-FFF2-40B4-BE49-F238E27FC236}">
                <a16:creationId xmlns:a16="http://schemas.microsoft.com/office/drawing/2014/main" id="{BDAC7E4E-FE06-4E90-8107-6B543E5515ED}"/>
              </a:ext>
              <a:ext uri="{C183D7F6-B498-43B3-948B-1728B52AA6E4}">
                <adec:decorative xmlns:adec="http://schemas.microsoft.com/office/drawing/2017/decorative" val="1"/>
              </a:ext>
            </a:extLst>
          </p:cNvPr>
          <p:cNvCxnSpPr/>
          <p:nvPr userDrawn="1"/>
        </p:nvCxnSpPr>
        <p:spPr>
          <a:xfrm flipV="1">
            <a:off x="2209800" y="0"/>
            <a:ext cx="243840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0656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28568" y="5084524"/>
            <a:ext cx="2317707" cy="343061"/>
          </a:xfrm>
        </p:spPr>
        <p:txBody>
          <a:bodyPr anchor="ctr">
            <a:noAutofit/>
          </a:bodyPr>
          <a:lstStyle>
            <a:lvl1pPr marL="0" indent="0" algn="ctr">
              <a:buNone/>
              <a:defRPr lang="en-US" sz="14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solidFill>
                <a:latin typeface="+mn-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lstStyle/>
          <a:p>
            <a:r>
              <a:rPr lang="en-US"/>
              <a:t>Click icon to add picture</a:t>
            </a:r>
            <a:endParaRPr lang="en-US" dirty="0"/>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578300" y="5084524"/>
            <a:ext cx="2330816" cy="343061"/>
          </a:xfrm>
        </p:spPr>
        <p:txBody>
          <a:bodyPr anchor="ctr">
            <a:noAutofit/>
          </a:bodyPr>
          <a:lstStyle>
            <a:lvl1pPr marL="0" indent="0" algn="ctr">
              <a:buNone/>
              <a:defRPr lang="en-US" sz="14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solidFill>
                <a:latin typeface="+mn-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lstStyle/>
          <a:p>
            <a:pPr lvl="1"/>
            <a:r>
              <a:rPr lang="en-US"/>
              <a:t>Click icon to add picture</a:t>
            </a:r>
            <a:endParaRPr lang="en-US" dirty="0"/>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068964" y="5084524"/>
            <a:ext cx="2317707" cy="343061"/>
          </a:xfrm>
        </p:spPr>
        <p:txBody>
          <a:bodyPr anchor="ctr">
            <a:noAutofit/>
          </a:bodyPr>
          <a:lstStyle>
            <a:lvl1pPr marL="0" indent="0" algn="ctr">
              <a:buNone/>
              <a:defRPr lang="en-US" sz="14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solidFill>
                <a:latin typeface="+mn-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lstStyle/>
          <a:p>
            <a:r>
              <a:rPr lang="en-US"/>
              <a:t>Click icon to add picture</a:t>
            </a:r>
            <a:endParaRPr lang="en-US" dirty="0"/>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488845" y="5084524"/>
            <a:ext cx="2317706" cy="343061"/>
          </a:xfrm>
        </p:spPr>
        <p:txBody>
          <a:bodyPr anchor="ctr">
            <a:noAutofit/>
          </a:bodyPr>
          <a:lstStyle>
            <a:lvl1pPr marL="0" indent="0" algn="ctr">
              <a:buNone/>
              <a:defRPr lang="en-US" sz="14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solidFill>
                <a:latin typeface="+mn-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PRESENTATION TITLE</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grpSp>
        <p:nvGrpSpPr>
          <p:cNvPr id="4" name="Group 3">
            <a:extLst>
              <a:ext uri="{FF2B5EF4-FFF2-40B4-BE49-F238E27FC236}">
                <a16:creationId xmlns:a16="http://schemas.microsoft.com/office/drawing/2014/main" id="{73C911F2-9041-416A-B83C-F23B354E063B}"/>
              </a:ext>
              <a:ext uri="{C183D7F6-B498-43B3-948B-1728B52AA6E4}">
                <adec:decorative xmlns:adec="http://schemas.microsoft.com/office/drawing/2017/decorative" val="1"/>
              </a:ext>
            </a:extLst>
          </p:cNvPr>
          <p:cNvGrpSpPr/>
          <p:nvPr userDrawn="1"/>
        </p:nvGrpSpPr>
        <p:grpSpPr>
          <a:xfrm>
            <a:off x="7334250" y="0"/>
            <a:ext cx="4857750" cy="1724025"/>
            <a:chOff x="7334250" y="0"/>
            <a:chExt cx="4857750" cy="1724025"/>
          </a:xfrm>
        </p:grpSpPr>
        <p:cxnSp>
          <p:nvCxnSpPr>
            <p:cNvPr id="10" name="Straight Connector 9">
              <a:extLst>
                <a:ext uri="{FF2B5EF4-FFF2-40B4-BE49-F238E27FC236}">
                  <a16:creationId xmlns:a16="http://schemas.microsoft.com/office/drawing/2014/main" id="{4E4B72DA-52CB-4D39-A342-8857B4D959B2}"/>
                </a:ext>
              </a:extLst>
            </p:cNvPr>
            <p:cNvCxnSpPr/>
            <p:nvPr userDrawn="1"/>
          </p:nvCxn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Lst>
            </p:cNvPr>
            <p:cNvCxnSpPr>
              <a:cxnSpLocks/>
            </p:cNvCxnSpPr>
            <p:nvPr userDrawn="1"/>
          </p:nvCxn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51227852"/>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Slide 8 People">
    <p:bg>
      <p:bgPr>
        <a:solidFill>
          <a:schemeClr val="bg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87AAB93-862D-455E-9E73-3D0DAEFDEDB4}"/>
              </a:ext>
              <a:ext uri="{C183D7F6-B498-43B3-948B-1728B52AA6E4}">
                <adec:decorative xmlns:adec="http://schemas.microsoft.com/office/drawing/2017/decorative" val="1"/>
              </a:ext>
            </a:extLst>
          </p:cNvPr>
          <p:cNvGrpSpPr/>
          <p:nvPr userDrawn="1"/>
        </p:nvGrpSpPr>
        <p:grpSpPr>
          <a:xfrm>
            <a:off x="0" y="473953"/>
            <a:ext cx="12192000" cy="5621336"/>
            <a:chOff x="0" y="473953"/>
            <a:chExt cx="12192000" cy="5621336"/>
          </a:xfrm>
        </p:grpSpPr>
        <p:pic>
          <p:nvPicPr>
            <p:cNvPr id="13" name="Graphic 12">
              <a:extLst>
                <a:ext uri="{FF2B5EF4-FFF2-40B4-BE49-F238E27FC236}">
                  <a16:creationId xmlns:a16="http://schemas.microsoft.com/office/drawing/2014/main" id="{B0DFD584-E5CF-41EF-B51E-679CE22DDF9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grpSp>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gn="l">
              <a:lnSpc>
                <a:spcPct val="100000"/>
              </a:lnSpc>
              <a:buFont typeface="Arial" panose="020B0604020202020204" pitchFamily="34" charset="0"/>
              <a:buNone/>
              <a:defRPr sz="900">
                <a:solidFill>
                  <a:sysClr val="windowText" lastClr="000000"/>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500168" y="3809747"/>
            <a:ext cx="1828800" cy="343061"/>
          </a:xfrm>
        </p:spPr>
        <p:txBody>
          <a:bodyPr anchor="ctr">
            <a:noAutofit/>
          </a:bodyPr>
          <a:lstStyle>
            <a:lvl1pPr marL="0" indent="0" algn="ctr">
              <a:buNone/>
              <a:defRPr lang="en-US" sz="900" kern="1200" spc="150" baseline="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gn="l">
              <a:lnSpc>
                <a:spcPct val="100000"/>
              </a:lnSpc>
              <a:buNone/>
              <a:defRPr sz="900">
                <a:solidFill>
                  <a:sysClr val="windowText" lastClr="000000"/>
                </a:solidFill>
              </a:defRPr>
            </a:lvl1pPr>
          </a:lstStyle>
          <a:p>
            <a:r>
              <a:rPr lang="en-US"/>
              <a:t>Click icon to add picture</a:t>
            </a:r>
            <a:endParaRPr lang="en-US" dirty="0"/>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54378"/>
            <a:ext cx="1828800" cy="343061"/>
          </a:xfrm>
        </p:spPr>
        <p:txBody>
          <a:bodyPr anchor="t">
            <a:noAutofit/>
          </a:bodyPr>
          <a:lstStyle>
            <a:lvl1pPr marL="0" indent="0" algn="ctr">
              <a:buNone/>
              <a:defRPr lang="en-US" sz="105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49262" y="3809747"/>
            <a:ext cx="1828800" cy="343061"/>
          </a:xfrm>
        </p:spPr>
        <p:txBody>
          <a:bodyPr anchor="ctr">
            <a:noAutofit/>
          </a:bodyPr>
          <a:lstStyle>
            <a:lvl1pPr marL="0" indent="0" algn="ctr">
              <a:buNone/>
              <a:defRPr lang="en-US" sz="900" kern="1200" spc="150" baseline="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32" name="Picture Placeholder 10">
            <a:extLst>
              <a:ext uri="{FF2B5EF4-FFF2-40B4-BE49-F238E27FC236}">
                <a16:creationId xmlns:a16="http://schemas.microsoft.com/office/drawing/2014/main" id="{1938DB4D-239F-4E8E-8802-0470B0131189}"/>
              </a:ext>
            </a:extLst>
          </p:cNvPr>
          <p:cNvSpPr>
            <a:spLocks noGrp="1"/>
          </p:cNvSpPr>
          <p:nvPr>
            <p:ph type="pic" sz="quarter" idx="37"/>
          </p:nvPr>
        </p:nvSpPr>
        <p:spPr>
          <a:xfrm>
            <a:off x="6655584" y="2428875"/>
            <a:ext cx="1066800" cy="1066800"/>
          </a:xfrm>
          <a:solidFill>
            <a:schemeClr val="tx1"/>
          </a:solidFill>
        </p:spPr>
        <p:txBody>
          <a:bodyPr>
            <a:normAutofit/>
          </a:bodyPr>
          <a:lstStyle>
            <a:lvl1pPr marL="0" indent="0" algn="l">
              <a:lnSpc>
                <a:spcPct val="100000"/>
              </a:lnSpc>
              <a:buNone/>
              <a:defRPr sz="900">
                <a:solidFill>
                  <a:sysClr val="windowText" lastClr="000000"/>
                </a:solidFill>
              </a:defRPr>
            </a:lvl1pPr>
          </a:lstStyle>
          <a:p>
            <a:r>
              <a:rPr lang="en-US"/>
              <a:t>Click icon to add picture</a:t>
            </a:r>
            <a:endParaRPr lang="en-US" dirty="0"/>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98355" y="3654378"/>
            <a:ext cx="2105135" cy="343061"/>
          </a:xfrm>
        </p:spPr>
        <p:txBody>
          <a:bodyPr anchor="t">
            <a:noAutofit/>
          </a:bodyPr>
          <a:lstStyle>
            <a:lvl1pPr marL="0" indent="0" algn="ctr">
              <a:buNone/>
              <a:defRPr lang="en-US" sz="105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095999" y="3809747"/>
            <a:ext cx="2299855" cy="343061"/>
          </a:xfrm>
        </p:spPr>
        <p:txBody>
          <a:bodyPr anchor="ctr">
            <a:noAutofit/>
          </a:bodyPr>
          <a:lstStyle>
            <a:lvl1pPr marL="0" indent="0" algn="ctr">
              <a:buNone/>
              <a:defRPr lang="en-US" sz="900" kern="1200" spc="150" baseline="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gn="l">
              <a:lnSpc>
                <a:spcPct val="100000"/>
              </a:lnSpc>
              <a:buNone/>
              <a:defRPr sz="900">
                <a:solidFill>
                  <a:sysClr val="windowText" lastClr="000000"/>
                </a:solidFill>
              </a:defRPr>
            </a:lvl1pPr>
          </a:lstStyle>
          <a:p>
            <a:r>
              <a:rPr lang="en-US"/>
              <a:t>Click icon to add picture</a:t>
            </a:r>
            <a:endParaRPr lang="en-US" dirty="0"/>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4480" y="3809747"/>
            <a:ext cx="1844126" cy="343061"/>
          </a:xfrm>
        </p:spPr>
        <p:txBody>
          <a:bodyPr anchor="ctr">
            <a:noAutofit/>
          </a:bodyPr>
          <a:lstStyle>
            <a:lvl1pPr marL="0" indent="0" algn="ctr">
              <a:buNone/>
              <a:defRPr lang="en-US" sz="900" kern="1200" spc="150" baseline="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gn="l">
              <a:lnSpc>
                <a:spcPct val="100000"/>
              </a:lnSpc>
              <a:buNone/>
              <a:defRPr sz="900">
                <a:solidFill>
                  <a:sysClr val="windowText" lastClr="000000"/>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500168" y="5668583"/>
            <a:ext cx="1828800" cy="343061"/>
          </a:xfrm>
        </p:spPr>
        <p:txBody>
          <a:bodyPr anchor="ctr">
            <a:noAutofit/>
          </a:bodyPr>
          <a:lstStyle>
            <a:lvl1pPr marL="0" indent="0" algn="ctr">
              <a:buNone/>
              <a:defRPr lang="en-US" sz="900" kern="1200" spc="150" baseline="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gn="l">
              <a:lnSpc>
                <a:spcPct val="100000"/>
              </a:lnSpc>
              <a:buNone/>
              <a:defRPr sz="900">
                <a:solidFill>
                  <a:sysClr val="windowText" lastClr="000000"/>
                </a:solidFill>
              </a:defRPr>
            </a:lvl1pPr>
          </a:lstStyle>
          <a:p>
            <a:r>
              <a:rPr lang="en-US"/>
              <a:t>Click icon to add picture</a:t>
            </a:r>
            <a:endParaRPr lang="en-US" dirty="0"/>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13214"/>
            <a:ext cx="1828800" cy="343061"/>
          </a:xfrm>
        </p:spPr>
        <p:txBody>
          <a:bodyPr anchor="t">
            <a:noAutofit/>
          </a:bodyPr>
          <a:lstStyle>
            <a:lvl1pPr marL="0" indent="0" algn="ctr">
              <a:buNone/>
              <a:defRPr lang="en-US" sz="105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849262" y="5668583"/>
            <a:ext cx="1828800" cy="343061"/>
          </a:xfrm>
        </p:spPr>
        <p:txBody>
          <a:bodyPr anchor="ctr">
            <a:noAutofit/>
          </a:bodyPr>
          <a:lstStyle>
            <a:lvl1pPr marL="0" indent="0" algn="ctr">
              <a:buNone/>
              <a:defRPr lang="en-US" sz="900" kern="1200" spc="150" baseline="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33" name="Picture Placeholder 10">
            <a:extLst>
              <a:ext uri="{FF2B5EF4-FFF2-40B4-BE49-F238E27FC236}">
                <a16:creationId xmlns:a16="http://schemas.microsoft.com/office/drawing/2014/main" id="{E029C5CA-EDDA-4BF9-9051-8B09E98EE1E2}"/>
              </a:ext>
            </a:extLst>
          </p:cNvPr>
          <p:cNvSpPr>
            <a:spLocks noGrp="1"/>
          </p:cNvSpPr>
          <p:nvPr>
            <p:ph type="pic" sz="quarter" idx="38"/>
          </p:nvPr>
        </p:nvSpPr>
        <p:spPr>
          <a:xfrm>
            <a:off x="6655584" y="4287711"/>
            <a:ext cx="1066800" cy="1066800"/>
          </a:xfrm>
          <a:solidFill>
            <a:schemeClr val="tx1"/>
          </a:solidFill>
        </p:spPr>
        <p:txBody>
          <a:bodyPr>
            <a:normAutofit/>
          </a:bodyPr>
          <a:lstStyle>
            <a:lvl1pPr marL="0" indent="0" algn="l">
              <a:lnSpc>
                <a:spcPct val="100000"/>
              </a:lnSpc>
              <a:buNone/>
              <a:defRPr sz="900">
                <a:solidFill>
                  <a:sysClr val="windowText" lastClr="000000"/>
                </a:solidFill>
              </a:defRPr>
            </a:lvl1pPr>
          </a:lstStyle>
          <a:p>
            <a:r>
              <a:rPr lang="en-US"/>
              <a:t>Click icon to add picture</a:t>
            </a:r>
            <a:endParaRPr lang="en-US" dirty="0"/>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13214"/>
            <a:ext cx="1828800" cy="343061"/>
          </a:xfrm>
        </p:spPr>
        <p:txBody>
          <a:bodyPr anchor="t">
            <a:noAutofit/>
          </a:bodyPr>
          <a:lstStyle>
            <a:lvl1pPr marL="0" indent="0" algn="ctr">
              <a:buNone/>
              <a:defRPr lang="en-US" sz="105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339926" y="5668583"/>
            <a:ext cx="1813474" cy="343061"/>
          </a:xfrm>
        </p:spPr>
        <p:txBody>
          <a:bodyPr anchor="ctr">
            <a:noAutofit/>
          </a:bodyPr>
          <a:lstStyle>
            <a:lvl1pPr marL="0" indent="0" algn="ctr">
              <a:buNone/>
              <a:defRPr lang="en-US" sz="900" kern="1200" spc="150" baseline="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gn="l">
              <a:lnSpc>
                <a:spcPct val="100000"/>
              </a:lnSpc>
              <a:buNone/>
              <a:defRPr sz="900">
                <a:solidFill>
                  <a:sysClr val="windowText" lastClr="000000"/>
                </a:solidFill>
              </a:defRPr>
            </a:lvl1pPr>
          </a:lstStyle>
          <a:p>
            <a:r>
              <a:rPr lang="en-US"/>
              <a:t>Click icon to add picture</a:t>
            </a:r>
            <a:endParaRPr lang="en-US" dirty="0"/>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744480" y="5668583"/>
            <a:ext cx="1844126" cy="343061"/>
          </a:xfrm>
        </p:spPr>
        <p:txBody>
          <a:bodyPr anchor="ctr">
            <a:noAutofit/>
          </a:bodyPr>
          <a:lstStyle>
            <a:lvl1pPr marL="0" indent="0" algn="ctr">
              <a:buNone/>
              <a:defRPr lang="en-US" sz="900" kern="1200" spc="150" baseline="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PRESENTATION TITLE</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857120649"/>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E786F69D-D4FA-4075-A7EC-8D31A184F630}"/>
              </a:ext>
              <a:ext uri="{C183D7F6-B498-43B3-948B-1728B52AA6E4}">
                <adec:decorative xmlns:adec="http://schemas.microsoft.com/office/drawing/2017/decorative" val="1"/>
              </a:ext>
            </a:extLst>
          </p:cNvPr>
          <p:cNvGrpSpPr/>
          <p:nvPr userDrawn="1"/>
        </p:nvGrpSpPr>
        <p:grpSpPr>
          <a:xfrm>
            <a:off x="0" y="0"/>
            <a:ext cx="2590800" cy="1027906"/>
            <a:chOff x="0" y="0"/>
            <a:chExt cx="2590800" cy="1027906"/>
          </a:xfrm>
        </p:grpSpPr>
        <p:cxnSp>
          <p:nvCxnSpPr>
            <p:cNvPr id="10" name="Straight Connector 9">
              <a:extLst>
                <a:ext uri="{FF2B5EF4-FFF2-40B4-BE49-F238E27FC236}">
                  <a16:creationId xmlns:a16="http://schemas.microsoft.com/office/drawing/2014/main" id="{66988B2D-0240-4256-8268-4B9FF1E72363}"/>
                </a:ext>
              </a:extLst>
            </p:cNvPr>
            <p:cNvCxnSpPr>
              <a:cxnSpLocks/>
            </p:cNvCxnSpPr>
            <p:nvPr userDrawn="1"/>
          </p:nvCxn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userDrawn="1"/>
          </p:nvCxn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solidFill>
                <a:latin typeface="+mj-lt"/>
                <a:ea typeface="+mj-ea"/>
                <a:cs typeface="+mj-cs"/>
              </a:defRPr>
            </a:lvl1pPr>
          </a:lstStyle>
          <a:p>
            <a:r>
              <a:rPr lang="en-US"/>
              <a:t>CLICK TO EDIT MASTER TITLE STYLE</a:t>
            </a:r>
          </a:p>
        </p:txBody>
      </p:sp>
      <p:sp>
        <p:nvSpPr>
          <p:cNvPr id="7" name="SmartArt Placeholder 6">
            <a:extLst>
              <a:ext uri="{FF2B5EF4-FFF2-40B4-BE49-F238E27FC236}">
                <a16:creationId xmlns:a16="http://schemas.microsoft.com/office/drawing/2014/main" id="{156CA116-0F6E-4EE9-B34F-03BA07161A7A}"/>
              </a:ext>
            </a:extLst>
          </p:cNvPr>
          <p:cNvSpPr>
            <a:spLocks noGrp="1"/>
          </p:cNvSpPr>
          <p:nvPr>
            <p:ph type="dgm" sz="quarter" idx="15"/>
          </p:nvPr>
        </p:nvSpPr>
        <p:spPr>
          <a:xfrm>
            <a:off x="838200" y="2111375"/>
            <a:ext cx="10515600" cy="3744913"/>
          </a:xfrm>
        </p:spPr>
        <p:txBody>
          <a:bodyPr/>
          <a:lstStyle/>
          <a:p>
            <a:r>
              <a:rPr lang="en-US"/>
              <a:t>Click icon to add SmartArt graphic</a:t>
            </a:r>
            <a:endParaRPr lang="en-US" dirty="0"/>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PRESENTATION TITLE</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6831155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spc="150" baseline="0" dirty="0">
                <a:solidFill>
                  <a:schemeClr val="tx1"/>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p:nvPr>
        </p:nvSpPr>
        <p:spPr>
          <a:xfrm>
            <a:off x="166074" y="1507772"/>
            <a:ext cx="2141764" cy="514350"/>
          </a:xfrm>
        </p:spPr>
        <p:txBody>
          <a:bodyPr anchor="ctr">
            <a:normAutofit/>
          </a:bodyPr>
          <a:lstStyle>
            <a:lvl1pPr marL="0" indent="0" algn="r">
              <a:buNone/>
              <a:defRPr sz="2000"/>
            </a:lvl1pPr>
          </a:lstStyle>
          <a:p>
            <a:pPr lvl="0"/>
            <a:r>
              <a:rPr lang="en-US"/>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p:nvPr>
        </p:nvSpPr>
        <p:spPr>
          <a:xfrm>
            <a:off x="732131" y="2584097"/>
            <a:ext cx="2141764" cy="514350"/>
          </a:xfrm>
        </p:spPr>
        <p:txBody>
          <a:bodyPr anchor="ctr">
            <a:normAutofit/>
          </a:bodyPr>
          <a:lstStyle>
            <a:lvl1pPr marL="0" indent="0" algn="r">
              <a:buNone/>
              <a:defRPr sz="2000"/>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p:nvPr>
        </p:nvSpPr>
        <p:spPr>
          <a:xfrm>
            <a:off x="1338556" y="3660422"/>
            <a:ext cx="2141764" cy="514350"/>
          </a:xfrm>
        </p:spPr>
        <p:txBody>
          <a:bodyPr anchor="ctr">
            <a:normAutofit/>
          </a:bodyPr>
          <a:lstStyle>
            <a:lvl1pPr marL="0" indent="0" algn="r">
              <a:buNone/>
              <a:defRPr sz="2000"/>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p:nvPr>
        </p:nvSpPr>
        <p:spPr>
          <a:xfrm>
            <a:off x="1922756" y="4736748"/>
            <a:ext cx="2141764" cy="514350"/>
          </a:xfrm>
        </p:spPr>
        <p:txBody>
          <a:bodyPr anchor="ctr">
            <a:normAutofit/>
          </a:bodyPr>
          <a:lstStyle>
            <a:lvl1pPr marL="0" indent="0" algn="r">
              <a:buNone/>
              <a:defRPr sz="2000"/>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6" y="1613528"/>
            <a:ext cx="5102680" cy="1010842"/>
          </a:xfrm>
        </p:spPr>
        <p:txBody>
          <a:bodyPr anchor="t">
            <a:normAutofit/>
          </a:bodyPr>
          <a:lstStyle>
            <a:lvl1pPr marL="0" indent="0" algn="l">
              <a:lnSpc>
                <a:spcPct val="100000"/>
              </a:lnSpc>
              <a:buNone/>
              <a:defRPr sz="1400" spc="50" baseline="0"/>
            </a:lvl1pPr>
          </a:lstStyle>
          <a:p>
            <a:pPr lvl="0"/>
            <a:r>
              <a:rPr lang="en-US" dirty="0"/>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9" y="2682564"/>
            <a:ext cx="5102680" cy="1010842"/>
          </a:xfrm>
        </p:spPr>
        <p:txBody>
          <a:bodyPr anchor="t">
            <a:normAutofit/>
          </a:bodyPr>
          <a:lstStyle>
            <a:lvl1pPr marL="0" indent="0" algn="l">
              <a:lnSpc>
                <a:spcPct val="100000"/>
              </a:lnSpc>
              <a:buNone/>
              <a:defRPr sz="1400" spc="50" baseline="0"/>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8" y="3755394"/>
            <a:ext cx="5102680" cy="1010842"/>
          </a:xfrm>
        </p:spPr>
        <p:txBody>
          <a:bodyPr anchor="t">
            <a:normAutofit/>
          </a:bodyPr>
          <a:lstStyle>
            <a:lvl1pPr marL="0" indent="0" algn="l">
              <a:lnSpc>
                <a:spcPct val="100000"/>
              </a:lnSpc>
              <a:buNone/>
              <a:defRPr sz="1400" spc="50" baseline="0"/>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80" y="4824430"/>
            <a:ext cx="5102680" cy="1010842"/>
          </a:xfrm>
        </p:spPr>
        <p:txBody>
          <a:bodyPr anchor="t">
            <a:normAutofit/>
          </a:bodyPr>
          <a:lstStyle>
            <a:lvl1pPr marL="0" indent="0" algn="l">
              <a:lnSpc>
                <a:spcPct val="100000"/>
              </a:lnSpc>
              <a:buNone/>
              <a:defRPr sz="1400" spc="50" baseline="0"/>
            </a:lvl1pPr>
          </a:lstStyle>
          <a:p>
            <a:pPr lvl="0"/>
            <a:r>
              <a:rPr lang="en-US"/>
              <a:t>Click to edit master text style</a:t>
            </a:r>
          </a:p>
        </p:txBody>
      </p: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749143" y="6356350"/>
            <a:ext cx="3775981" cy="365125"/>
          </a:xfrm>
        </p:spPr>
        <p:txBody>
          <a:bodyPr/>
          <a:lstStyle>
            <a:lvl1pPr>
              <a:defRPr sz="900"/>
            </a:lvl1pPr>
          </a:lstStyle>
          <a:p>
            <a:r>
              <a:rPr lang="en-US" dirty="0"/>
              <a:t>PRESENTATION TITLE</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A49DFD55-3C28-40EF-9E31-A92D2E4017FF}" type="slidenum">
              <a:rPr lang="en-US" smtClean="0"/>
              <a:pPr/>
              <a:t>‹#›</a:t>
            </a:fld>
            <a:endParaRPr lang="en-US" dirty="0"/>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userDrawn="1"/>
        </p:nvCxnSpPr>
        <p:spPr>
          <a:xfrm>
            <a:off x="4353515" y="502393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userDrawn="1"/>
        </p:nvCxnSpPr>
        <p:spPr>
          <a:xfrm>
            <a:off x="3759917" y="3948451"/>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userDrawn="1"/>
        </p:nvCxnSpPr>
        <p:spPr>
          <a:xfrm>
            <a:off x="3173453" y="2872686"/>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userDrawn="1"/>
        </p:nvCxnSpPr>
        <p:spPr>
          <a:xfrm>
            <a:off x="2586263" y="179608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1652594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PRESENTATION TITLE</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24324519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spc="1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PRESENTATION TITLE</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grpSp>
        <p:nvGrpSpPr>
          <p:cNvPr id="10" name="Group 9">
            <a:extLst>
              <a:ext uri="{FF2B5EF4-FFF2-40B4-BE49-F238E27FC236}">
                <a16:creationId xmlns:a16="http://schemas.microsoft.com/office/drawing/2014/main" id="{B2368EF4-1233-48C7-8DB5-75844BFCD594}"/>
              </a:ext>
              <a:ext uri="{C183D7F6-B498-43B3-948B-1728B52AA6E4}">
                <adec:decorative xmlns:adec="http://schemas.microsoft.com/office/drawing/2017/decorative" val="1"/>
              </a:ext>
            </a:extLst>
          </p:cNvPr>
          <p:cNvGrpSpPr/>
          <p:nvPr userDrawn="1"/>
        </p:nvGrpSpPr>
        <p:grpSpPr>
          <a:xfrm>
            <a:off x="0" y="0"/>
            <a:ext cx="2238376" cy="3105150"/>
            <a:chOff x="0" y="0"/>
            <a:chExt cx="2238376" cy="3105150"/>
          </a:xfrm>
        </p:grpSpPr>
        <p:cxnSp>
          <p:nvCxnSpPr>
            <p:cNvPr id="16" name="Straight Connector 15">
              <a:extLst>
                <a:ext uri="{FF2B5EF4-FFF2-40B4-BE49-F238E27FC236}">
                  <a16:creationId xmlns:a16="http://schemas.microsoft.com/office/drawing/2014/main" id="{463D7850-C2A6-43CE-BBE4-8E81A0A593BF}"/>
                </a:ext>
              </a:extLst>
            </p:cNvPr>
            <p:cNvCxnSpPr>
              <a:cxnSpLocks/>
            </p:cNvCxnSpPr>
            <p:nvPr userDrawn="1"/>
          </p:nvCxn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Lst>
            </p:cNvPr>
            <p:cNvCxnSpPr>
              <a:cxnSpLocks/>
            </p:cNvCxnSpPr>
            <p:nvPr userDrawn="1"/>
          </p:nvCxn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1889671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spc="150" baseline="0" dirty="0">
                <a:solidFill>
                  <a:schemeClr val="tx1"/>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60774"/>
            <a:ext cx="5111750" cy="1525588"/>
          </a:xfrm>
        </p:spPr>
        <p:txBody>
          <a:bodyPr>
            <a:normAutofit/>
          </a:bodyPr>
          <a:lstStyle>
            <a:lvl1pPr marL="0" indent="0">
              <a:lnSpc>
                <a:spcPct val="100000"/>
              </a:lnSpc>
              <a:buNone/>
              <a:defRPr sz="1400" spc="5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grpSp>
        <p:nvGrpSpPr>
          <p:cNvPr id="4" name="Group 3">
            <a:extLst>
              <a:ext uri="{FF2B5EF4-FFF2-40B4-BE49-F238E27FC236}">
                <a16:creationId xmlns:a16="http://schemas.microsoft.com/office/drawing/2014/main" id="{D74AA03A-263D-4B5F-B05B-7D6923A9A4D3}"/>
              </a:ext>
            </a:extLst>
          </p:cNvPr>
          <p:cNvGrpSpPr/>
          <p:nvPr userDrawn="1"/>
        </p:nvGrpSpPr>
        <p:grpSpPr>
          <a:xfrm>
            <a:off x="0" y="0"/>
            <a:ext cx="4762501" cy="5186363"/>
            <a:chOff x="0" y="0"/>
            <a:chExt cx="4762501" cy="5186363"/>
          </a:xfrm>
        </p:grpSpPr>
        <p:cxnSp>
          <p:nvCxnSpPr>
            <p:cNvPr id="23" name="Straight Connector 22">
              <a:extLst>
                <a:ext uri="{FF2B5EF4-FFF2-40B4-BE49-F238E27FC236}">
                  <a16:creationId xmlns:a16="http://schemas.microsoft.com/office/drawing/2014/main" id="{D87F08D6-2CA7-4A5A-BE34-07113DCA535D}"/>
                </a:ext>
              </a:extLst>
            </p:cNvPr>
            <p:cNvCxnSpPr>
              <a:cxnSpLocks/>
            </p:cNvCxnSpPr>
            <p:nvPr userDrawn="1"/>
          </p:nvCxn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userDrawn="1"/>
          </p:nvCxn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PRESENTATION TITLE</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917780591"/>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600" spc="150" baseline="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1371997"/>
          </a:xfrm>
        </p:spPr>
        <p:txBody>
          <a:bodyPr>
            <a:normAutofit/>
          </a:bodyPr>
          <a:lstStyle>
            <a:lvl1pPr marL="0" indent="0" algn="l">
              <a:lnSpc>
                <a:spcPct val="150000"/>
              </a:lnSpc>
              <a:buNone/>
              <a:defRPr sz="1400" spc="5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PRESENTATION TITLE</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1291140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PRESENTATION TITLE</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9DFD55-3C28-40EF-9E31-A92D2E4017FF}" type="slidenum">
              <a:rPr lang="en-US" smtClean="0"/>
              <a:t>‹#›</a:t>
            </a:fld>
            <a:endParaRPr lang="en-US" dirty="0"/>
          </a:p>
        </p:txBody>
      </p:sp>
    </p:spTree>
    <p:extLst>
      <p:ext uri="{BB962C8B-B14F-4D97-AF65-F5344CB8AC3E}">
        <p14:creationId xmlns:p14="http://schemas.microsoft.com/office/powerpoint/2010/main" val="23190612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1" r:id="rId4"/>
    <p:sldLayoutId id="2147483666" r:id="rId5"/>
    <p:sldLayoutId id="2147483667" r:id="rId6"/>
    <p:sldLayoutId id="2147483654" r:id="rId7"/>
    <p:sldLayoutId id="2147483663" r:id="rId8"/>
    <p:sldLayoutId id="2147483662" r:id="rId9"/>
    <p:sldLayoutId id="2147483668" r:id="rId10"/>
    <p:sldLayoutId id="2147483652" r:id="rId11"/>
    <p:sldLayoutId id="2147483653" r:id="rId12"/>
    <p:sldLayoutId id="2147483660" r:id="rId13"/>
    <p:sldLayoutId id="2147483664" r:id="rId14"/>
    <p:sldLayoutId id="2147483665" r:id="rId15"/>
  </p:sldLayoutIdLst>
  <p:hf hdr="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13.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8.xml"/><Relationship Id="rId5" Type="http://schemas.openxmlformats.org/officeDocument/2006/relationships/image" Target="../media/image22.jpeg"/><Relationship Id="rId4" Type="http://schemas.openxmlformats.org/officeDocument/2006/relationships/image" Target="../media/image21.jpeg"/></Relationships>
</file>

<file path=ppt/slides/_rels/slide24.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image" Target="../media/image24.jpg"/><Relationship Id="rId7" Type="http://schemas.openxmlformats.org/officeDocument/2006/relationships/image" Target="../media/image28.jpg"/><Relationship Id="rId2" Type="http://schemas.openxmlformats.org/officeDocument/2006/relationships/image" Target="../media/image23.jpg"/><Relationship Id="rId1" Type="http://schemas.openxmlformats.org/officeDocument/2006/relationships/slideLayout" Target="../slideLayouts/slideLayout9.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jpg"/><Relationship Id="rId9" Type="http://schemas.openxmlformats.org/officeDocument/2006/relationships/image" Target="../media/image30.jpg"/></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10.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75451-6A4B-484B-9ED1-353CCE25B0F4}"/>
              </a:ext>
            </a:extLst>
          </p:cNvPr>
          <p:cNvSpPr>
            <a:spLocks noGrp="1"/>
          </p:cNvSpPr>
          <p:nvPr>
            <p:ph type="title"/>
          </p:nvPr>
        </p:nvSpPr>
        <p:spPr>
          <a:xfrm>
            <a:off x="1362075" y="1671639"/>
            <a:ext cx="5111750" cy="1204912"/>
          </a:xfrm>
        </p:spPr>
        <p:txBody>
          <a:bodyPr anchor="b">
            <a:normAutofit/>
          </a:bodyPr>
          <a:lstStyle/>
          <a:p>
            <a:r>
              <a:rPr lang="en-US" sz="1800" b="0" i="0" u="none" strike="noStrike" dirty="0" err="1">
                <a:solidFill>
                  <a:srgbClr val="000000"/>
                </a:solidFill>
                <a:effectLst/>
                <a:latin typeface="Arial" panose="020B0604020202020204" pitchFamily="34" charset="0"/>
              </a:rPr>
              <a:t>Penerapan</a:t>
            </a:r>
            <a:r>
              <a:rPr lang="en-US" sz="1800" b="0" i="0" u="none" strike="noStrike" dirty="0">
                <a:solidFill>
                  <a:srgbClr val="000000"/>
                </a:solidFill>
                <a:effectLst/>
                <a:latin typeface="Arial" panose="020B0604020202020204" pitchFamily="34" charset="0"/>
              </a:rPr>
              <a:t> Multitask Learning dan BERT </a:t>
            </a:r>
            <a:r>
              <a:rPr lang="en-US" sz="1800" b="0" i="0" u="none" strike="noStrike" dirty="0" err="1">
                <a:solidFill>
                  <a:srgbClr val="000000"/>
                </a:solidFill>
                <a:effectLst/>
                <a:latin typeface="Arial" panose="020B0604020202020204" pitchFamily="34" charset="0"/>
              </a:rPr>
              <a:t>untuk</a:t>
            </a:r>
            <a:r>
              <a:rPr lang="en-US" sz="1800" b="0" i="0" u="none" strike="noStrike" dirty="0">
                <a:solidFill>
                  <a:srgbClr val="000000"/>
                </a:solidFill>
                <a:effectLst/>
                <a:latin typeface="Arial" panose="020B0604020202020204" pitchFamily="34" charset="0"/>
              </a:rPr>
              <a:t> </a:t>
            </a:r>
            <a:r>
              <a:rPr lang="en-US" sz="1800" b="0" i="0" u="none" strike="noStrike" dirty="0" err="1">
                <a:solidFill>
                  <a:srgbClr val="000000"/>
                </a:solidFill>
                <a:effectLst/>
                <a:latin typeface="Arial" panose="020B0604020202020204" pitchFamily="34" charset="0"/>
              </a:rPr>
              <a:t>Prediksi</a:t>
            </a:r>
            <a:r>
              <a:rPr lang="en-US" sz="1800" b="0" i="0" u="none" strike="noStrike" dirty="0">
                <a:solidFill>
                  <a:srgbClr val="000000"/>
                </a:solidFill>
                <a:effectLst/>
                <a:latin typeface="Arial" panose="020B0604020202020204" pitchFamily="34" charset="0"/>
              </a:rPr>
              <a:t> </a:t>
            </a:r>
            <a:r>
              <a:rPr lang="en-US" sz="1800" b="0" i="1" u="none" strike="noStrike" dirty="0">
                <a:solidFill>
                  <a:srgbClr val="000000"/>
                </a:solidFill>
                <a:effectLst/>
                <a:latin typeface="Arial" panose="020B0604020202020204" pitchFamily="34" charset="0"/>
              </a:rPr>
              <a:t>Splice Sites</a:t>
            </a:r>
            <a:r>
              <a:rPr lang="en-US" sz="1800" b="0" i="0" u="none" strike="noStrike" dirty="0">
                <a:solidFill>
                  <a:srgbClr val="000000"/>
                </a:solidFill>
                <a:effectLst/>
                <a:latin typeface="Arial" panose="020B0604020202020204" pitchFamily="34" charset="0"/>
              </a:rPr>
              <a:t> pada DNA </a:t>
            </a:r>
            <a:r>
              <a:rPr lang="en-US" sz="1800" b="0" i="0" u="none" strike="noStrike" dirty="0" err="1">
                <a:solidFill>
                  <a:srgbClr val="000000"/>
                </a:solidFill>
                <a:effectLst/>
                <a:latin typeface="Arial" panose="020B0604020202020204" pitchFamily="34" charset="0"/>
              </a:rPr>
              <a:t>Eukariot</a:t>
            </a:r>
            <a:endParaRPr lang="en-US" dirty="0"/>
          </a:p>
        </p:txBody>
      </p:sp>
      <p:sp>
        <p:nvSpPr>
          <p:cNvPr id="3" name="Subtitle 2">
            <a:extLst>
              <a:ext uri="{FF2B5EF4-FFF2-40B4-BE49-F238E27FC236}">
                <a16:creationId xmlns:a16="http://schemas.microsoft.com/office/drawing/2014/main" id="{0236A1B4-B8D1-4A72-8E20-0703F54BF1FE}"/>
              </a:ext>
            </a:extLst>
          </p:cNvPr>
          <p:cNvSpPr>
            <a:spLocks noGrp="1"/>
          </p:cNvSpPr>
          <p:nvPr>
            <p:ph type="body" idx="1"/>
          </p:nvPr>
        </p:nvSpPr>
        <p:spPr>
          <a:xfrm>
            <a:off x="1362075" y="3660774"/>
            <a:ext cx="5111750" cy="1525588"/>
          </a:xfrm>
        </p:spPr>
        <p:txBody>
          <a:bodyPr>
            <a:normAutofit/>
          </a:bodyPr>
          <a:lstStyle/>
          <a:p>
            <a:r>
              <a:rPr lang="en-GB" dirty="0"/>
              <a:t>o</a:t>
            </a:r>
            <a:r>
              <a:rPr lang="en-US" dirty="0" err="1"/>
              <a:t>leh</a:t>
            </a:r>
            <a:r>
              <a:rPr lang="en-US" dirty="0"/>
              <a:t>: Muhammad Anwari Leksono (23520050)</a:t>
            </a:r>
          </a:p>
          <a:p>
            <a:r>
              <a:rPr lang="en-US" dirty="0" err="1"/>
              <a:t>pembimbing</a:t>
            </a:r>
            <a:r>
              <a:rPr lang="en-US" dirty="0"/>
              <a:t>: Dr. Eng. Ayu </a:t>
            </a:r>
            <a:r>
              <a:rPr lang="en-US" dirty="0" err="1"/>
              <a:t>Purwarianti</a:t>
            </a:r>
            <a:r>
              <a:rPr lang="en-US" dirty="0"/>
              <a:t>, M. T.</a:t>
            </a:r>
          </a:p>
        </p:txBody>
      </p:sp>
      <p:sp>
        <p:nvSpPr>
          <p:cNvPr id="8" name="Date Placeholder 3">
            <a:extLst>
              <a:ext uri="{FF2B5EF4-FFF2-40B4-BE49-F238E27FC236}">
                <a16:creationId xmlns:a16="http://schemas.microsoft.com/office/drawing/2014/main" id="{51553C0E-49CF-4782-AB8F-1668E0FB1BF9}"/>
              </a:ext>
            </a:extLst>
          </p:cNvPr>
          <p:cNvSpPr>
            <a:spLocks noGrp="1"/>
          </p:cNvSpPr>
          <p:nvPr>
            <p:ph type="dt" sz="half" idx="10"/>
          </p:nvPr>
        </p:nvSpPr>
        <p:spPr>
          <a:xfrm>
            <a:off x="838200" y="6356350"/>
            <a:ext cx="1219200" cy="365125"/>
          </a:xfrm>
        </p:spPr>
        <p:txBody>
          <a:bodyPr/>
          <a:lstStyle/>
          <a:p>
            <a:pPr>
              <a:spcAft>
                <a:spcPts val="600"/>
              </a:spcAft>
            </a:pPr>
            <a:r>
              <a:rPr lang="en-US"/>
              <a:t>20XX</a:t>
            </a:r>
          </a:p>
        </p:txBody>
      </p:sp>
      <p:sp>
        <p:nvSpPr>
          <p:cNvPr id="10" name="Footer Placeholder 4">
            <a:extLst>
              <a:ext uri="{FF2B5EF4-FFF2-40B4-BE49-F238E27FC236}">
                <a16:creationId xmlns:a16="http://schemas.microsoft.com/office/drawing/2014/main" id="{D080DD70-D62E-45A1-982A-FB69F0F5D8A7}"/>
              </a:ext>
            </a:extLst>
          </p:cNvPr>
          <p:cNvSpPr>
            <a:spLocks noGrp="1"/>
          </p:cNvSpPr>
          <p:nvPr>
            <p:ph type="ftr" sz="quarter" idx="11"/>
          </p:nvPr>
        </p:nvSpPr>
        <p:spPr>
          <a:xfrm>
            <a:off x="2463800" y="6356350"/>
            <a:ext cx="3479800" cy="365125"/>
          </a:xfrm>
        </p:spPr>
        <p:txBody>
          <a:bodyPr/>
          <a:lstStyle/>
          <a:p>
            <a:pPr>
              <a:spcAft>
                <a:spcPts val="600"/>
              </a:spcAft>
            </a:pPr>
            <a:r>
              <a:rPr lang="en-US" dirty="0"/>
              <a:t>Sequence Processing</a:t>
            </a:r>
          </a:p>
        </p:txBody>
      </p:sp>
      <p:sp>
        <p:nvSpPr>
          <p:cNvPr id="12" name="Slide Number Placeholder 5">
            <a:extLst>
              <a:ext uri="{FF2B5EF4-FFF2-40B4-BE49-F238E27FC236}">
                <a16:creationId xmlns:a16="http://schemas.microsoft.com/office/drawing/2014/main" id="{BF14CA95-7964-4943-91FD-317DAD82B954}"/>
              </a:ext>
            </a:extLst>
          </p:cNvPr>
          <p:cNvSpPr>
            <a:spLocks noGrp="1"/>
          </p:cNvSpPr>
          <p:nvPr>
            <p:ph type="sldNum" sz="quarter" idx="12"/>
          </p:nvPr>
        </p:nvSpPr>
        <p:spPr>
          <a:xfrm>
            <a:off x="8610600" y="6356350"/>
            <a:ext cx="2743200" cy="365125"/>
          </a:xfrm>
        </p:spPr>
        <p:txBody>
          <a:bodyPr/>
          <a:lstStyle/>
          <a:p>
            <a:pPr>
              <a:spcAft>
                <a:spcPts val="600"/>
              </a:spcAft>
            </a:pPr>
            <a:fld id="{A49DFD55-3C28-40EF-9E31-A92D2E4017FF}" type="slidenum">
              <a:rPr lang="en-US" smtClean="0"/>
              <a:pPr>
                <a:spcAft>
                  <a:spcPts val="600"/>
                </a:spcAft>
              </a:pPr>
              <a:t>1</a:t>
            </a:fld>
            <a:endParaRPr lang="en-US"/>
          </a:p>
        </p:txBody>
      </p:sp>
    </p:spTree>
    <p:extLst>
      <p:ext uri="{BB962C8B-B14F-4D97-AF65-F5344CB8AC3E}">
        <p14:creationId xmlns:p14="http://schemas.microsoft.com/office/powerpoint/2010/main" val="2586058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F5859-10C9-4588-9727-B9362E26C29D}"/>
              </a:ext>
            </a:extLst>
          </p:cNvPr>
          <p:cNvSpPr>
            <a:spLocks noGrp="1"/>
          </p:cNvSpPr>
          <p:nvPr>
            <p:ph type="title"/>
          </p:nvPr>
        </p:nvSpPr>
        <p:spPr>
          <a:xfrm>
            <a:off x="1333500" y="1020445"/>
            <a:ext cx="2895600" cy="1325563"/>
          </a:xfrm>
        </p:spPr>
        <p:txBody>
          <a:bodyPr/>
          <a:lstStyle/>
          <a:p>
            <a:r>
              <a:rPr lang="en-US" dirty="0"/>
              <a:t>AGENDA</a:t>
            </a:r>
          </a:p>
        </p:txBody>
      </p:sp>
      <p:sp>
        <p:nvSpPr>
          <p:cNvPr id="3" name="Content Placeholder 2">
            <a:extLst>
              <a:ext uri="{FF2B5EF4-FFF2-40B4-BE49-F238E27FC236}">
                <a16:creationId xmlns:a16="http://schemas.microsoft.com/office/drawing/2014/main" id="{5671D7E5-EF66-4BCD-8DAA-E9061157F0BE}"/>
              </a:ext>
            </a:extLst>
          </p:cNvPr>
          <p:cNvSpPr>
            <a:spLocks noGrp="1"/>
          </p:cNvSpPr>
          <p:nvPr>
            <p:ph idx="1"/>
          </p:nvPr>
        </p:nvSpPr>
        <p:spPr>
          <a:xfrm>
            <a:off x="1333500" y="2924175"/>
            <a:ext cx="2895600" cy="2519363"/>
          </a:xfrm>
        </p:spPr>
        <p:txBody>
          <a:bodyPr/>
          <a:lstStyle/>
          <a:p>
            <a:r>
              <a:rPr lang="en-US" dirty="0" err="1"/>
              <a:t>Latar</a:t>
            </a:r>
            <a:r>
              <a:rPr lang="en-US" dirty="0"/>
              <a:t> </a:t>
            </a:r>
            <a:r>
              <a:rPr lang="en-US" dirty="0" err="1"/>
              <a:t>Belakang</a:t>
            </a:r>
            <a:endParaRPr lang="en-US" dirty="0"/>
          </a:p>
          <a:p>
            <a:r>
              <a:rPr lang="en-US" dirty="0" err="1"/>
              <a:t>Rumusan</a:t>
            </a:r>
            <a:r>
              <a:rPr lang="en-US" dirty="0"/>
              <a:t> </a:t>
            </a:r>
            <a:r>
              <a:rPr lang="en-US" dirty="0" err="1"/>
              <a:t>Masalah</a:t>
            </a:r>
            <a:endParaRPr lang="en-US" dirty="0"/>
          </a:p>
          <a:p>
            <a:r>
              <a:rPr lang="en-US" dirty="0" err="1"/>
              <a:t>Tujuan</a:t>
            </a:r>
            <a:r>
              <a:rPr lang="en-US" dirty="0"/>
              <a:t> </a:t>
            </a:r>
            <a:r>
              <a:rPr lang="en-US" dirty="0" err="1"/>
              <a:t>Penelitian</a:t>
            </a:r>
            <a:endParaRPr lang="en-US" dirty="0"/>
          </a:p>
          <a:p>
            <a:r>
              <a:rPr lang="en-US" dirty="0" err="1"/>
              <a:t>Studi</a:t>
            </a:r>
            <a:r>
              <a:rPr lang="en-US" dirty="0"/>
              <a:t> </a:t>
            </a:r>
            <a:r>
              <a:rPr lang="en-US" dirty="0" err="1"/>
              <a:t>Literatur</a:t>
            </a:r>
            <a:endParaRPr lang="en-US" dirty="0"/>
          </a:p>
          <a:p>
            <a:r>
              <a:rPr lang="en-US" dirty="0" err="1"/>
              <a:t>Analisis</a:t>
            </a:r>
            <a:r>
              <a:rPr lang="en-US" dirty="0"/>
              <a:t> </a:t>
            </a:r>
            <a:r>
              <a:rPr lang="en-US" dirty="0" err="1"/>
              <a:t>Masalah</a:t>
            </a:r>
            <a:endParaRPr lang="en-US" dirty="0"/>
          </a:p>
        </p:txBody>
      </p:sp>
      <p:sp>
        <p:nvSpPr>
          <p:cNvPr id="5" name="Date Placeholder 4">
            <a:extLst>
              <a:ext uri="{FF2B5EF4-FFF2-40B4-BE49-F238E27FC236}">
                <a16:creationId xmlns:a16="http://schemas.microsoft.com/office/drawing/2014/main" id="{9AB5BAF8-EA80-4AD4-8D83-5960C299573A}"/>
              </a:ext>
            </a:extLst>
          </p:cNvPr>
          <p:cNvSpPr>
            <a:spLocks noGrp="1"/>
          </p:cNvSpPr>
          <p:nvPr>
            <p:ph type="dt" sz="half" idx="10"/>
          </p:nvPr>
        </p:nvSpPr>
        <p:spPr>
          <a:xfrm>
            <a:off x="1333500" y="6356350"/>
            <a:ext cx="985157" cy="365125"/>
          </a:xfrm>
        </p:spPr>
        <p:txBody>
          <a:bodyPr/>
          <a:lstStyle/>
          <a:p>
            <a:r>
              <a:rPr lang="en-US" dirty="0"/>
              <a:t>20XX</a:t>
            </a:r>
          </a:p>
        </p:txBody>
      </p:sp>
      <p:sp>
        <p:nvSpPr>
          <p:cNvPr id="4" name="Footer Placeholder 3">
            <a:extLst>
              <a:ext uri="{FF2B5EF4-FFF2-40B4-BE49-F238E27FC236}">
                <a16:creationId xmlns:a16="http://schemas.microsoft.com/office/drawing/2014/main" id="{36C19884-873C-4D13-BE6D-318CF07B0D12}"/>
              </a:ext>
            </a:extLst>
          </p:cNvPr>
          <p:cNvSpPr>
            <a:spLocks noGrp="1"/>
          </p:cNvSpPr>
          <p:nvPr>
            <p:ph type="ftr" sz="quarter" idx="11"/>
          </p:nvPr>
        </p:nvSpPr>
        <p:spPr>
          <a:xfrm>
            <a:off x="2669886" y="6356349"/>
            <a:ext cx="2482842" cy="365125"/>
          </a:xfrm>
        </p:spPr>
        <p:txBody>
          <a:bodyPr/>
          <a:lstStyle/>
          <a:p>
            <a:r>
              <a:rPr lang="en-US" dirty="0"/>
              <a:t>PRESENTATION TITLE</a:t>
            </a:r>
          </a:p>
        </p:txBody>
      </p:sp>
      <p:sp>
        <p:nvSpPr>
          <p:cNvPr id="6" name="Slide Number Placeholder 5">
            <a:extLst>
              <a:ext uri="{FF2B5EF4-FFF2-40B4-BE49-F238E27FC236}">
                <a16:creationId xmlns:a16="http://schemas.microsoft.com/office/drawing/2014/main" id="{7C991F00-87A7-45A6-8029-B097FA72498D}"/>
              </a:ext>
            </a:extLst>
          </p:cNvPr>
          <p:cNvSpPr>
            <a:spLocks noGrp="1"/>
          </p:cNvSpPr>
          <p:nvPr>
            <p:ph type="sldNum" sz="quarter" idx="12"/>
          </p:nvPr>
        </p:nvSpPr>
        <p:spPr>
          <a:xfrm>
            <a:off x="5536305" y="6356350"/>
            <a:ext cx="987552" cy="365125"/>
          </a:xfrm>
        </p:spPr>
        <p:txBody>
          <a:bodyPr/>
          <a:lstStyle/>
          <a:p>
            <a:fld id="{A49DFD55-3C28-40EF-9E31-A92D2E4017FF}" type="slidenum">
              <a:rPr lang="en-US" smtClean="0"/>
              <a:pPr/>
              <a:t>2</a:t>
            </a:fld>
            <a:endParaRPr lang="en-US" dirty="0"/>
          </a:p>
        </p:txBody>
      </p:sp>
    </p:spTree>
    <p:extLst>
      <p:ext uri="{BB962C8B-B14F-4D97-AF65-F5344CB8AC3E}">
        <p14:creationId xmlns:p14="http://schemas.microsoft.com/office/powerpoint/2010/main" val="17132195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E5F11-B7B9-4B80-8C6A-A8A7A7190B77}"/>
              </a:ext>
            </a:extLst>
          </p:cNvPr>
          <p:cNvSpPr>
            <a:spLocks noGrp="1"/>
          </p:cNvSpPr>
          <p:nvPr>
            <p:ph type="ctrTitle"/>
          </p:nvPr>
        </p:nvSpPr>
        <p:spPr>
          <a:xfrm>
            <a:off x="6991350" y="2148840"/>
            <a:ext cx="4179570" cy="1715531"/>
          </a:xfrm>
        </p:spPr>
        <p:txBody>
          <a:bodyPr/>
          <a:lstStyle/>
          <a:p>
            <a:r>
              <a:rPr lang="en-US" dirty="0" err="1"/>
              <a:t>Latar</a:t>
            </a:r>
            <a:r>
              <a:rPr lang="en-US" dirty="0"/>
              <a:t> </a:t>
            </a:r>
            <a:r>
              <a:rPr lang="en-US" dirty="0" err="1"/>
              <a:t>Belakang</a:t>
            </a:r>
            <a:r>
              <a:rPr lang="en-US" dirty="0"/>
              <a:t> </a:t>
            </a:r>
            <a:r>
              <a:rPr lang="en-US" dirty="0" err="1"/>
              <a:t>Penelitian</a:t>
            </a:r>
            <a:endParaRPr lang="en-US" dirty="0"/>
          </a:p>
        </p:txBody>
      </p:sp>
      <p:sp>
        <p:nvSpPr>
          <p:cNvPr id="3" name="Subtitle 2">
            <a:extLst>
              <a:ext uri="{FF2B5EF4-FFF2-40B4-BE49-F238E27FC236}">
                <a16:creationId xmlns:a16="http://schemas.microsoft.com/office/drawing/2014/main" id="{DA8AFAA9-633A-475C-B8ED-840A34F7294D}"/>
              </a:ext>
            </a:extLst>
          </p:cNvPr>
          <p:cNvSpPr>
            <a:spLocks noGrp="1"/>
          </p:cNvSpPr>
          <p:nvPr>
            <p:ph type="subTitle" idx="1"/>
          </p:nvPr>
        </p:nvSpPr>
        <p:spPr>
          <a:xfrm>
            <a:off x="6991350" y="3962003"/>
            <a:ext cx="4179570" cy="365125"/>
          </a:xfrm>
        </p:spPr>
        <p:txBody>
          <a:bodyPr/>
          <a:lstStyle/>
          <a:p>
            <a:endParaRPr lang="en-US" dirty="0"/>
          </a:p>
        </p:txBody>
      </p:sp>
    </p:spTree>
    <p:extLst>
      <p:ext uri="{BB962C8B-B14F-4D97-AF65-F5344CB8AC3E}">
        <p14:creationId xmlns:p14="http://schemas.microsoft.com/office/powerpoint/2010/main" val="379728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2731C-311B-46F7-A865-6C3AF6B09A47}"/>
              </a:ext>
            </a:extLst>
          </p:cNvPr>
          <p:cNvSpPr>
            <a:spLocks noGrp="1"/>
          </p:cNvSpPr>
          <p:nvPr>
            <p:ph type="title"/>
          </p:nvPr>
        </p:nvSpPr>
        <p:spPr>
          <a:xfrm>
            <a:off x="1885156" y="892177"/>
            <a:ext cx="8421688" cy="1325563"/>
          </a:xfrm>
        </p:spPr>
        <p:txBody>
          <a:bodyPr anchor="ctr">
            <a:normAutofit/>
          </a:bodyPr>
          <a:lstStyle/>
          <a:p>
            <a:r>
              <a:rPr lang="en-US" dirty="0" err="1"/>
              <a:t>Latar</a:t>
            </a:r>
            <a:r>
              <a:rPr lang="en-US" dirty="0"/>
              <a:t> </a:t>
            </a:r>
            <a:r>
              <a:rPr lang="en-US" dirty="0" err="1"/>
              <a:t>Belakang</a:t>
            </a:r>
            <a:endParaRPr lang="en-US" dirty="0"/>
          </a:p>
        </p:txBody>
      </p:sp>
      <p:sp>
        <p:nvSpPr>
          <p:cNvPr id="25" name="Text Placeholder 2">
            <a:extLst>
              <a:ext uri="{FF2B5EF4-FFF2-40B4-BE49-F238E27FC236}">
                <a16:creationId xmlns:a16="http://schemas.microsoft.com/office/drawing/2014/main" id="{7002FBEF-A199-4258-B128-40059C2FC89E}"/>
              </a:ext>
            </a:extLst>
          </p:cNvPr>
          <p:cNvSpPr>
            <a:spLocks noGrp="1"/>
          </p:cNvSpPr>
          <p:nvPr>
            <p:ph type="body" idx="1"/>
          </p:nvPr>
        </p:nvSpPr>
        <p:spPr>
          <a:xfrm>
            <a:off x="1243104" y="1888662"/>
            <a:ext cx="2882475" cy="823912"/>
          </a:xfrm>
        </p:spPr>
        <p:txBody>
          <a:bodyPr/>
          <a:lstStyle/>
          <a:p>
            <a:r>
              <a:rPr lang="en-GB" dirty="0" err="1"/>
              <a:t>Kelimpahan</a:t>
            </a:r>
            <a:r>
              <a:rPr lang="en-GB" dirty="0"/>
              <a:t> Data </a:t>
            </a:r>
            <a:r>
              <a:rPr lang="en-GB" dirty="0" err="1"/>
              <a:t>Genetik</a:t>
            </a:r>
            <a:endParaRPr lang="en-US" dirty="0"/>
          </a:p>
        </p:txBody>
      </p:sp>
      <p:sp>
        <p:nvSpPr>
          <p:cNvPr id="3" name="Text Placeholder 2">
            <a:extLst>
              <a:ext uri="{FF2B5EF4-FFF2-40B4-BE49-F238E27FC236}">
                <a16:creationId xmlns:a16="http://schemas.microsoft.com/office/drawing/2014/main" id="{9D5232F9-FD00-464A-9F17-619C91AEF8F3}"/>
              </a:ext>
            </a:extLst>
          </p:cNvPr>
          <p:cNvSpPr>
            <a:spLocks noGrp="1"/>
          </p:cNvSpPr>
          <p:nvPr>
            <p:ph sz="half" idx="2"/>
          </p:nvPr>
        </p:nvSpPr>
        <p:spPr>
          <a:xfrm>
            <a:off x="1243104" y="3429000"/>
            <a:ext cx="2882475" cy="1997867"/>
          </a:xfrm>
        </p:spPr>
        <p:txBody>
          <a:bodyPr anchor="ctr">
            <a:normAutofit/>
          </a:bodyPr>
          <a:lstStyle/>
          <a:p>
            <a:r>
              <a:rPr lang="en-US" dirty="0" err="1"/>
              <a:t>Murahnya</a:t>
            </a:r>
            <a:r>
              <a:rPr lang="en-US" dirty="0"/>
              <a:t> </a:t>
            </a:r>
            <a:r>
              <a:rPr lang="en-US" i="1" dirty="0"/>
              <a:t>cost </a:t>
            </a:r>
            <a:r>
              <a:rPr lang="en-US" dirty="0" err="1"/>
              <a:t>untuk</a:t>
            </a:r>
            <a:r>
              <a:rPr lang="en-US" dirty="0"/>
              <a:t> </a:t>
            </a:r>
            <a:r>
              <a:rPr lang="en-US" dirty="0" err="1"/>
              <a:t>menghasilkan</a:t>
            </a:r>
            <a:r>
              <a:rPr lang="en-US" dirty="0"/>
              <a:t> </a:t>
            </a:r>
            <a:r>
              <a:rPr lang="en-US" dirty="0" err="1"/>
              <a:t>sekuens</a:t>
            </a:r>
            <a:r>
              <a:rPr lang="en-US" dirty="0"/>
              <a:t> </a:t>
            </a:r>
            <a:r>
              <a:rPr lang="en-US" dirty="0" err="1"/>
              <a:t>genetik</a:t>
            </a:r>
            <a:r>
              <a:rPr lang="en-US" dirty="0"/>
              <a:t> </a:t>
            </a:r>
            <a:r>
              <a:rPr lang="en-US" dirty="0" err="1"/>
              <a:t>mengakibatkan</a:t>
            </a:r>
            <a:r>
              <a:rPr lang="en-US" dirty="0"/>
              <a:t> </a:t>
            </a:r>
            <a:r>
              <a:rPr lang="en-US" dirty="0" err="1"/>
              <a:t>perubahan</a:t>
            </a:r>
            <a:r>
              <a:rPr lang="en-US" dirty="0"/>
              <a:t> </a:t>
            </a:r>
            <a:r>
              <a:rPr lang="en-US" dirty="0" err="1"/>
              <a:t>fokus</a:t>
            </a:r>
            <a:r>
              <a:rPr lang="en-US" dirty="0"/>
              <a:t> </a:t>
            </a:r>
            <a:r>
              <a:rPr lang="en-US" dirty="0" err="1"/>
              <a:t>dari</a:t>
            </a:r>
            <a:r>
              <a:rPr lang="en-US" dirty="0"/>
              <a:t> </a:t>
            </a:r>
            <a:r>
              <a:rPr lang="en-US" dirty="0" err="1"/>
              <a:t>riset</a:t>
            </a:r>
            <a:r>
              <a:rPr lang="en-US" dirty="0"/>
              <a:t> </a:t>
            </a:r>
            <a:r>
              <a:rPr lang="en-US" i="1" dirty="0"/>
              <a:t>sequencing</a:t>
            </a:r>
            <a:r>
              <a:rPr lang="en-US" dirty="0"/>
              <a:t> </a:t>
            </a:r>
            <a:r>
              <a:rPr lang="en-US" dirty="0" err="1"/>
              <a:t>ke</a:t>
            </a:r>
            <a:r>
              <a:rPr lang="en-US" dirty="0"/>
              <a:t> </a:t>
            </a:r>
            <a:r>
              <a:rPr lang="en-US" dirty="0" err="1"/>
              <a:t>riset</a:t>
            </a:r>
            <a:r>
              <a:rPr lang="en-US" dirty="0"/>
              <a:t> </a:t>
            </a:r>
            <a:r>
              <a:rPr lang="en-US" dirty="0" err="1"/>
              <a:t>analisis</a:t>
            </a:r>
            <a:r>
              <a:rPr lang="en-US" dirty="0"/>
              <a:t> </a:t>
            </a:r>
            <a:r>
              <a:rPr lang="en-US" dirty="0" err="1"/>
              <a:t>sekuens</a:t>
            </a:r>
            <a:r>
              <a:rPr lang="en-US" dirty="0"/>
              <a:t> (</a:t>
            </a:r>
            <a:r>
              <a:rPr lang="en-US" dirty="0" err="1"/>
              <a:t>Ejigu</a:t>
            </a:r>
            <a:r>
              <a:rPr lang="en-US" dirty="0"/>
              <a:t> dan Jung, 2020)</a:t>
            </a:r>
          </a:p>
        </p:txBody>
      </p:sp>
      <p:sp>
        <p:nvSpPr>
          <p:cNvPr id="26" name="Text Placeholder 4">
            <a:extLst>
              <a:ext uri="{FF2B5EF4-FFF2-40B4-BE49-F238E27FC236}">
                <a16:creationId xmlns:a16="http://schemas.microsoft.com/office/drawing/2014/main" id="{53F8C7FC-22B1-4509-9390-4AD1D31C8BB6}"/>
              </a:ext>
            </a:extLst>
          </p:cNvPr>
          <p:cNvSpPr>
            <a:spLocks noGrp="1"/>
          </p:cNvSpPr>
          <p:nvPr>
            <p:ph type="body" sz="quarter" idx="3"/>
          </p:nvPr>
        </p:nvSpPr>
        <p:spPr>
          <a:xfrm>
            <a:off x="4648200" y="1888662"/>
            <a:ext cx="6300696" cy="823912"/>
          </a:xfrm>
        </p:spPr>
        <p:txBody>
          <a:bodyPr anchor="ctr"/>
          <a:lstStyle/>
          <a:p>
            <a:pPr algn="ctr"/>
            <a:r>
              <a:rPr lang="en-GB" dirty="0" err="1"/>
              <a:t>Anotasi</a:t>
            </a:r>
            <a:r>
              <a:rPr lang="en-GB" dirty="0"/>
              <a:t> Gen </a:t>
            </a:r>
            <a:r>
              <a:rPr lang="en-GB" dirty="0" err="1"/>
              <a:t>sebagai</a:t>
            </a:r>
            <a:r>
              <a:rPr lang="en-GB" dirty="0"/>
              <a:t> Basis </a:t>
            </a:r>
            <a:r>
              <a:rPr lang="en-GB" dirty="0" err="1"/>
              <a:t>Analisis</a:t>
            </a:r>
            <a:r>
              <a:rPr lang="en-GB" dirty="0"/>
              <a:t> </a:t>
            </a:r>
            <a:r>
              <a:rPr lang="en-GB" dirty="0" err="1"/>
              <a:t>Sekuens</a:t>
            </a:r>
            <a:endParaRPr lang="en-US" dirty="0"/>
          </a:p>
        </p:txBody>
      </p:sp>
      <p:sp>
        <p:nvSpPr>
          <p:cNvPr id="4" name="Date Placeholder 3">
            <a:extLst>
              <a:ext uri="{FF2B5EF4-FFF2-40B4-BE49-F238E27FC236}">
                <a16:creationId xmlns:a16="http://schemas.microsoft.com/office/drawing/2014/main" id="{70E12647-CCB2-45E2-A9CB-A868F490497E}"/>
              </a:ext>
            </a:extLst>
          </p:cNvPr>
          <p:cNvSpPr>
            <a:spLocks noGrp="1"/>
          </p:cNvSpPr>
          <p:nvPr>
            <p:ph type="dt" sz="half" idx="10"/>
          </p:nvPr>
        </p:nvSpPr>
        <p:spPr>
          <a:xfrm>
            <a:off x="838200" y="6356350"/>
            <a:ext cx="2743200" cy="365125"/>
          </a:xfrm>
        </p:spPr>
        <p:txBody>
          <a:bodyPr anchor="ctr">
            <a:normAutofit/>
          </a:bodyPr>
          <a:lstStyle/>
          <a:p>
            <a:pPr>
              <a:spcAft>
                <a:spcPts val="600"/>
              </a:spcAft>
            </a:pPr>
            <a:r>
              <a:rPr lang="en-US"/>
              <a:t>20XX</a:t>
            </a:r>
          </a:p>
        </p:txBody>
      </p:sp>
      <p:sp>
        <p:nvSpPr>
          <p:cNvPr id="5" name="Footer Placeholder 4">
            <a:extLst>
              <a:ext uri="{FF2B5EF4-FFF2-40B4-BE49-F238E27FC236}">
                <a16:creationId xmlns:a16="http://schemas.microsoft.com/office/drawing/2014/main" id="{8D51ED20-04D4-4894-B0C2-9C541A61A734}"/>
              </a:ext>
            </a:extLst>
          </p:cNvPr>
          <p:cNvSpPr>
            <a:spLocks noGrp="1"/>
          </p:cNvSpPr>
          <p:nvPr>
            <p:ph type="ftr" sz="quarter" idx="11"/>
          </p:nvPr>
        </p:nvSpPr>
        <p:spPr>
          <a:xfrm>
            <a:off x="4038600" y="6356350"/>
            <a:ext cx="4114800" cy="365125"/>
          </a:xfrm>
        </p:spPr>
        <p:txBody>
          <a:bodyPr anchor="ctr">
            <a:normAutofit/>
          </a:bodyPr>
          <a:lstStyle/>
          <a:p>
            <a:pPr>
              <a:spcAft>
                <a:spcPts val="600"/>
              </a:spcAft>
            </a:pPr>
            <a:r>
              <a:rPr lang="en-US" dirty="0"/>
              <a:t>PRESENTATION TITLE</a:t>
            </a:r>
          </a:p>
        </p:txBody>
      </p:sp>
      <p:sp>
        <p:nvSpPr>
          <p:cNvPr id="6" name="Slide Number Placeholder 5">
            <a:extLst>
              <a:ext uri="{FF2B5EF4-FFF2-40B4-BE49-F238E27FC236}">
                <a16:creationId xmlns:a16="http://schemas.microsoft.com/office/drawing/2014/main" id="{7BC1787E-7110-4989-B0B8-DD4E0ACC09DF}"/>
              </a:ext>
            </a:extLst>
          </p:cNvPr>
          <p:cNvSpPr>
            <a:spLocks noGrp="1"/>
          </p:cNvSpPr>
          <p:nvPr>
            <p:ph type="sldNum" sz="quarter" idx="12"/>
          </p:nvPr>
        </p:nvSpPr>
        <p:spPr>
          <a:xfrm>
            <a:off x="8610600" y="6356350"/>
            <a:ext cx="2743200" cy="365125"/>
          </a:xfrm>
        </p:spPr>
        <p:txBody>
          <a:bodyPr anchor="ctr">
            <a:normAutofit/>
          </a:bodyPr>
          <a:lstStyle/>
          <a:p>
            <a:pPr>
              <a:spcAft>
                <a:spcPts val="600"/>
              </a:spcAft>
            </a:pPr>
            <a:fld id="{A49DFD55-3C28-40EF-9E31-A92D2E4017FF}" type="slidenum">
              <a:rPr lang="en-US" smtClean="0"/>
              <a:pPr>
                <a:spcAft>
                  <a:spcPts val="600"/>
                </a:spcAft>
              </a:pPr>
              <a:t>4</a:t>
            </a:fld>
            <a:endParaRPr lang="en-US"/>
          </a:p>
        </p:txBody>
      </p:sp>
      <p:graphicFrame>
        <p:nvGraphicFramePr>
          <p:cNvPr id="16" name="Content Placeholder 15">
            <a:extLst>
              <a:ext uri="{FF2B5EF4-FFF2-40B4-BE49-F238E27FC236}">
                <a16:creationId xmlns:a16="http://schemas.microsoft.com/office/drawing/2014/main" id="{48DE786A-C196-4006-B281-DD0115A24F1E}"/>
              </a:ext>
            </a:extLst>
          </p:cNvPr>
          <p:cNvGraphicFramePr>
            <a:graphicFrameLocks noGrp="1"/>
          </p:cNvGraphicFramePr>
          <p:nvPr>
            <p:ph sz="half" idx="14"/>
            <p:extLst>
              <p:ext uri="{D42A27DB-BD31-4B8C-83A1-F6EECF244321}">
                <p14:modId xmlns:p14="http://schemas.microsoft.com/office/powerpoint/2010/main" val="162366404"/>
              </p:ext>
            </p:extLst>
          </p:nvPr>
        </p:nvGraphicFramePr>
        <p:xfrm>
          <a:off x="4648200" y="2630559"/>
          <a:ext cx="5984966" cy="360042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715163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2731C-311B-46F7-A865-6C3AF6B09A47}"/>
              </a:ext>
            </a:extLst>
          </p:cNvPr>
          <p:cNvSpPr>
            <a:spLocks noGrp="1"/>
          </p:cNvSpPr>
          <p:nvPr>
            <p:ph type="title"/>
          </p:nvPr>
        </p:nvSpPr>
        <p:spPr>
          <a:xfrm>
            <a:off x="1885156" y="69731"/>
            <a:ext cx="8421688" cy="1325563"/>
          </a:xfrm>
        </p:spPr>
        <p:txBody>
          <a:bodyPr anchor="ctr">
            <a:normAutofit/>
          </a:bodyPr>
          <a:lstStyle/>
          <a:p>
            <a:r>
              <a:rPr lang="en-US" dirty="0" err="1"/>
              <a:t>Latar</a:t>
            </a:r>
            <a:r>
              <a:rPr lang="en-US" dirty="0"/>
              <a:t> </a:t>
            </a:r>
            <a:r>
              <a:rPr lang="en-US" dirty="0" err="1"/>
              <a:t>Belakang</a:t>
            </a:r>
            <a:endParaRPr lang="en-US" dirty="0"/>
          </a:p>
        </p:txBody>
      </p:sp>
      <p:sp>
        <p:nvSpPr>
          <p:cNvPr id="26" name="Text Placeholder 4">
            <a:extLst>
              <a:ext uri="{FF2B5EF4-FFF2-40B4-BE49-F238E27FC236}">
                <a16:creationId xmlns:a16="http://schemas.microsoft.com/office/drawing/2014/main" id="{53F8C7FC-22B1-4509-9390-4AD1D31C8BB6}"/>
              </a:ext>
            </a:extLst>
          </p:cNvPr>
          <p:cNvSpPr>
            <a:spLocks noGrp="1"/>
          </p:cNvSpPr>
          <p:nvPr>
            <p:ph type="body" sz="quarter" idx="3"/>
          </p:nvPr>
        </p:nvSpPr>
        <p:spPr>
          <a:xfrm>
            <a:off x="2547235" y="955069"/>
            <a:ext cx="6300696" cy="823912"/>
          </a:xfrm>
        </p:spPr>
        <p:txBody>
          <a:bodyPr anchor="ctr"/>
          <a:lstStyle/>
          <a:p>
            <a:pPr algn="ctr"/>
            <a:r>
              <a:rPr lang="en-GB" dirty="0" err="1"/>
              <a:t>Anotasi</a:t>
            </a:r>
            <a:r>
              <a:rPr lang="en-GB" dirty="0"/>
              <a:t> Gen </a:t>
            </a:r>
            <a:r>
              <a:rPr lang="en-GB" dirty="0" err="1"/>
              <a:t>dengan</a:t>
            </a:r>
            <a:r>
              <a:rPr lang="en-GB" dirty="0"/>
              <a:t> Deep Learning</a:t>
            </a:r>
            <a:endParaRPr lang="en-US" dirty="0"/>
          </a:p>
        </p:txBody>
      </p:sp>
      <p:sp>
        <p:nvSpPr>
          <p:cNvPr id="4" name="Date Placeholder 3">
            <a:extLst>
              <a:ext uri="{FF2B5EF4-FFF2-40B4-BE49-F238E27FC236}">
                <a16:creationId xmlns:a16="http://schemas.microsoft.com/office/drawing/2014/main" id="{70E12647-CCB2-45E2-A9CB-A868F490497E}"/>
              </a:ext>
            </a:extLst>
          </p:cNvPr>
          <p:cNvSpPr>
            <a:spLocks noGrp="1"/>
          </p:cNvSpPr>
          <p:nvPr>
            <p:ph type="dt" sz="half" idx="10"/>
          </p:nvPr>
        </p:nvSpPr>
        <p:spPr>
          <a:xfrm>
            <a:off x="838200" y="6356350"/>
            <a:ext cx="2743200" cy="365125"/>
          </a:xfrm>
        </p:spPr>
        <p:txBody>
          <a:bodyPr anchor="ctr">
            <a:normAutofit/>
          </a:bodyPr>
          <a:lstStyle/>
          <a:p>
            <a:pPr>
              <a:spcAft>
                <a:spcPts val="600"/>
              </a:spcAft>
            </a:pPr>
            <a:r>
              <a:rPr lang="en-US"/>
              <a:t>20XX</a:t>
            </a:r>
          </a:p>
        </p:txBody>
      </p:sp>
      <p:sp>
        <p:nvSpPr>
          <p:cNvPr id="5" name="Footer Placeholder 4">
            <a:extLst>
              <a:ext uri="{FF2B5EF4-FFF2-40B4-BE49-F238E27FC236}">
                <a16:creationId xmlns:a16="http://schemas.microsoft.com/office/drawing/2014/main" id="{8D51ED20-04D4-4894-B0C2-9C541A61A734}"/>
              </a:ext>
            </a:extLst>
          </p:cNvPr>
          <p:cNvSpPr>
            <a:spLocks noGrp="1"/>
          </p:cNvSpPr>
          <p:nvPr>
            <p:ph type="ftr" sz="quarter" idx="11"/>
          </p:nvPr>
        </p:nvSpPr>
        <p:spPr>
          <a:xfrm>
            <a:off x="4038600" y="6356350"/>
            <a:ext cx="4114800" cy="365125"/>
          </a:xfrm>
        </p:spPr>
        <p:txBody>
          <a:bodyPr anchor="ctr">
            <a:normAutofit/>
          </a:bodyPr>
          <a:lstStyle/>
          <a:p>
            <a:pPr>
              <a:spcAft>
                <a:spcPts val="600"/>
              </a:spcAft>
            </a:pPr>
            <a:r>
              <a:rPr lang="en-US" dirty="0"/>
              <a:t>PRESENTATION TITLE</a:t>
            </a:r>
          </a:p>
        </p:txBody>
      </p:sp>
      <p:sp>
        <p:nvSpPr>
          <p:cNvPr id="6" name="Slide Number Placeholder 5">
            <a:extLst>
              <a:ext uri="{FF2B5EF4-FFF2-40B4-BE49-F238E27FC236}">
                <a16:creationId xmlns:a16="http://schemas.microsoft.com/office/drawing/2014/main" id="{7BC1787E-7110-4989-B0B8-DD4E0ACC09DF}"/>
              </a:ext>
            </a:extLst>
          </p:cNvPr>
          <p:cNvSpPr>
            <a:spLocks noGrp="1"/>
          </p:cNvSpPr>
          <p:nvPr>
            <p:ph type="sldNum" sz="quarter" idx="12"/>
          </p:nvPr>
        </p:nvSpPr>
        <p:spPr>
          <a:xfrm>
            <a:off x="8610600" y="6356350"/>
            <a:ext cx="2743200" cy="365125"/>
          </a:xfrm>
        </p:spPr>
        <p:txBody>
          <a:bodyPr anchor="ctr">
            <a:normAutofit/>
          </a:bodyPr>
          <a:lstStyle/>
          <a:p>
            <a:pPr>
              <a:spcAft>
                <a:spcPts val="600"/>
              </a:spcAft>
            </a:pPr>
            <a:fld id="{A49DFD55-3C28-40EF-9E31-A92D2E4017FF}" type="slidenum">
              <a:rPr lang="en-US" smtClean="0"/>
              <a:pPr>
                <a:spcAft>
                  <a:spcPts val="600"/>
                </a:spcAft>
              </a:pPr>
              <a:t>5</a:t>
            </a:fld>
            <a:endParaRPr lang="en-US"/>
          </a:p>
        </p:txBody>
      </p:sp>
      <p:graphicFrame>
        <p:nvGraphicFramePr>
          <p:cNvPr id="15" name="Diagram 14">
            <a:extLst>
              <a:ext uri="{FF2B5EF4-FFF2-40B4-BE49-F238E27FC236}">
                <a16:creationId xmlns:a16="http://schemas.microsoft.com/office/drawing/2014/main" id="{9372F7E9-8520-4DE2-AD0C-1DA3D9E4C160}"/>
              </a:ext>
            </a:extLst>
          </p:cNvPr>
          <p:cNvGraphicFramePr/>
          <p:nvPr>
            <p:extLst>
              <p:ext uri="{D42A27DB-BD31-4B8C-83A1-F6EECF244321}">
                <p14:modId xmlns:p14="http://schemas.microsoft.com/office/powerpoint/2010/main" val="3877981075"/>
              </p:ext>
            </p:extLst>
          </p:nvPr>
        </p:nvGraphicFramePr>
        <p:xfrm>
          <a:off x="1759743" y="1778981"/>
          <a:ext cx="8742793" cy="42536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386105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F064E-FACF-48F3-A17E-1F623083B7E2}"/>
              </a:ext>
            </a:extLst>
          </p:cNvPr>
          <p:cNvSpPr>
            <a:spLocks noGrp="1"/>
          </p:cNvSpPr>
          <p:nvPr>
            <p:ph type="title"/>
          </p:nvPr>
        </p:nvSpPr>
        <p:spPr/>
        <p:txBody>
          <a:bodyPr/>
          <a:lstStyle/>
          <a:p>
            <a:r>
              <a:rPr lang="en-GB" dirty="0" err="1"/>
              <a:t>Latar</a:t>
            </a:r>
            <a:r>
              <a:rPr lang="en-GB" dirty="0"/>
              <a:t> </a:t>
            </a:r>
            <a:r>
              <a:rPr lang="en-GB" dirty="0" err="1"/>
              <a:t>Belakang</a:t>
            </a:r>
            <a:endParaRPr lang="en-US" dirty="0"/>
          </a:p>
        </p:txBody>
      </p:sp>
      <p:sp>
        <p:nvSpPr>
          <p:cNvPr id="4" name="Content Placeholder 3">
            <a:extLst>
              <a:ext uri="{FF2B5EF4-FFF2-40B4-BE49-F238E27FC236}">
                <a16:creationId xmlns:a16="http://schemas.microsoft.com/office/drawing/2014/main" id="{70E48F47-1CDF-4953-B77D-1785A08F3437}"/>
              </a:ext>
            </a:extLst>
          </p:cNvPr>
          <p:cNvSpPr>
            <a:spLocks noGrp="1"/>
          </p:cNvSpPr>
          <p:nvPr>
            <p:ph sz="half" idx="2"/>
          </p:nvPr>
        </p:nvSpPr>
        <p:spPr>
          <a:xfrm>
            <a:off x="1243104" y="2116184"/>
            <a:ext cx="10004016" cy="3716290"/>
          </a:xfrm>
        </p:spPr>
        <p:txBody>
          <a:bodyPr>
            <a:normAutofit/>
          </a:bodyPr>
          <a:lstStyle/>
          <a:p>
            <a:pPr marL="285750" indent="-285750">
              <a:buFont typeface="Arial" panose="020B0604020202020204" pitchFamily="34" charset="0"/>
              <a:buChar char="•"/>
            </a:pPr>
            <a:r>
              <a:rPr lang="en-GB" sz="2000" dirty="0"/>
              <a:t>D</a:t>
            </a:r>
            <a:r>
              <a:rPr lang="en-GB" sz="2000" i="1" dirty="0"/>
              <a:t>eep learning</a:t>
            </a:r>
            <a:r>
              <a:rPr lang="en-GB" sz="2000" dirty="0"/>
              <a:t> </a:t>
            </a:r>
            <a:r>
              <a:rPr lang="en-GB" sz="2000" dirty="0" err="1"/>
              <a:t>berhasil</a:t>
            </a:r>
            <a:r>
              <a:rPr lang="en-GB" sz="2000" dirty="0"/>
              <a:t> </a:t>
            </a:r>
            <a:r>
              <a:rPr lang="en-GB" sz="2000" dirty="0" err="1"/>
              <a:t>mencapai</a:t>
            </a:r>
            <a:r>
              <a:rPr lang="en-GB" sz="2000" dirty="0"/>
              <a:t> </a:t>
            </a:r>
            <a:r>
              <a:rPr lang="en-GB" sz="2000" dirty="0" err="1"/>
              <a:t>performa</a:t>
            </a:r>
            <a:r>
              <a:rPr lang="en-GB" sz="2000" dirty="0"/>
              <a:t> yang </a:t>
            </a:r>
            <a:r>
              <a:rPr lang="en-GB" sz="2000" dirty="0" err="1"/>
              <a:t>baik</a:t>
            </a:r>
            <a:r>
              <a:rPr lang="en-GB" sz="2000" dirty="0"/>
              <a:t> </a:t>
            </a:r>
            <a:r>
              <a:rPr lang="en-GB" sz="2000" dirty="0" err="1"/>
              <a:t>untuk</a:t>
            </a:r>
            <a:r>
              <a:rPr lang="en-GB" sz="2000" dirty="0"/>
              <a:t> </a:t>
            </a:r>
            <a:r>
              <a:rPr lang="en-GB" sz="2000" dirty="0" err="1"/>
              <a:t>berbagai</a:t>
            </a:r>
            <a:r>
              <a:rPr lang="en-GB" sz="2000" dirty="0"/>
              <a:t> </a:t>
            </a:r>
            <a:r>
              <a:rPr lang="en-GB" sz="2000" dirty="0" err="1"/>
              <a:t>persoalan</a:t>
            </a:r>
            <a:r>
              <a:rPr lang="en-GB" sz="2000" dirty="0"/>
              <a:t> </a:t>
            </a:r>
            <a:r>
              <a:rPr lang="en-GB" sz="2000" dirty="0" err="1"/>
              <a:t>analisis</a:t>
            </a:r>
            <a:r>
              <a:rPr lang="en-GB" sz="2000" dirty="0"/>
              <a:t> gen </a:t>
            </a:r>
            <a:r>
              <a:rPr lang="en-GB" sz="2000" dirty="0" err="1"/>
              <a:t>dengan</a:t>
            </a:r>
            <a:r>
              <a:rPr lang="en-GB" sz="2000" dirty="0"/>
              <a:t> </a:t>
            </a:r>
            <a:r>
              <a:rPr lang="en-GB" sz="2000" dirty="0" err="1"/>
              <a:t>arsitektur</a:t>
            </a:r>
            <a:r>
              <a:rPr lang="en-GB" sz="2000" dirty="0"/>
              <a:t> CNN dan LSTM (</a:t>
            </a:r>
            <a:r>
              <a:rPr lang="en-GB" sz="2000" dirty="0" err="1"/>
              <a:t>Oubounyt</a:t>
            </a:r>
            <a:r>
              <a:rPr lang="en-GB" sz="2000" dirty="0"/>
              <a:t> et. al., 2019; </a:t>
            </a:r>
            <a:r>
              <a:rPr lang="en-GB" sz="2000" dirty="0" err="1"/>
              <a:t>Albaradei</a:t>
            </a:r>
            <a:r>
              <a:rPr lang="en-GB" sz="2000" dirty="0"/>
              <a:t> et. al., 2020; Yu dan Dai, 2020).</a:t>
            </a:r>
          </a:p>
          <a:p>
            <a:pPr marL="285750" indent="-285750">
              <a:buFont typeface="Arial" panose="020B0604020202020204" pitchFamily="34" charset="0"/>
              <a:buChar char="•"/>
            </a:pPr>
            <a:r>
              <a:rPr lang="en-GB" sz="2000" dirty="0" err="1"/>
              <a:t>Kemampuan</a:t>
            </a:r>
            <a:r>
              <a:rPr lang="en-GB" sz="2000" dirty="0"/>
              <a:t> BERT (Devlin et. al., 2018) </a:t>
            </a:r>
            <a:r>
              <a:rPr lang="en-GB" sz="2000" dirty="0" err="1"/>
              <a:t>dalam</a:t>
            </a:r>
            <a:r>
              <a:rPr lang="en-GB" sz="2000" dirty="0"/>
              <a:t> </a:t>
            </a:r>
            <a:r>
              <a:rPr lang="en-GB" sz="2000" dirty="0" err="1"/>
              <a:t>menghasilkan</a:t>
            </a:r>
            <a:r>
              <a:rPr lang="en-GB" sz="2000" dirty="0"/>
              <a:t> </a:t>
            </a:r>
            <a:r>
              <a:rPr lang="en-GB" sz="2000" dirty="0" err="1"/>
              <a:t>representasi</a:t>
            </a:r>
            <a:r>
              <a:rPr lang="en-GB" sz="2000" dirty="0"/>
              <a:t> </a:t>
            </a:r>
            <a:r>
              <a:rPr lang="en-GB" sz="2000" dirty="0" err="1"/>
              <a:t>teks</a:t>
            </a:r>
            <a:r>
              <a:rPr lang="en-GB" sz="2000" dirty="0"/>
              <a:t> </a:t>
            </a:r>
            <a:r>
              <a:rPr lang="en-GB" sz="2000" dirty="0" err="1"/>
              <a:t>generik</a:t>
            </a:r>
            <a:r>
              <a:rPr lang="en-GB" sz="2000" dirty="0"/>
              <a:t> </a:t>
            </a:r>
            <a:r>
              <a:rPr lang="en-GB" sz="2000" dirty="0" err="1"/>
              <a:t>dapat</a:t>
            </a:r>
            <a:r>
              <a:rPr lang="en-GB" sz="2000" dirty="0"/>
              <a:t> </a:t>
            </a:r>
            <a:r>
              <a:rPr lang="en-GB" sz="2000" dirty="0" err="1"/>
              <a:t>diimplementasikan</a:t>
            </a:r>
            <a:r>
              <a:rPr lang="en-GB" sz="2000" dirty="0"/>
              <a:t> pada data </a:t>
            </a:r>
            <a:r>
              <a:rPr lang="en-GB" sz="2000" dirty="0" err="1"/>
              <a:t>sekuens</a:t>
            </a:r>
            <a:r>
              <a:rPr lang="en-GB" sz="2000" dirty="0"/>
              <a:t> DNA </a:t>
            </a:r>
            <a:r>
              <a:rPr lang="en-GB" sz="2000" dirty="0" err="1"/>
              <a:t>dengan</a:t>
            </a:r>
            <a:r>
              <a:rPr lang="en-GB" sz="2000" dirty="0"/>
              <a:t> DNABERT (Ji et. al., 2021)</a:t>
            </a:r>
          </a:p>
          <a:p>
            <a:pPr marL="285750" indent="-285750">
              <a:buFont typeface="Arial" panose="020B0604020202020204" pitchFamily="34" charset="0"/>
              <a:buChar char="•"/>
            </a:pPr>
            <a:r>
              <a:rPr lang="en-US" sz="2000" dirty="0"/>
              <a:t>Performa BERT pada </a:t>
            </a:r>
            <a:r>
              <a:rPr lang="en-US" sz="2000" dirty="0" err="1"/>
              <a:t>persoalan</a:t>
            </a:r>
            <a:r>
              <a:rPr lang="en-US" sz="2000" dirty="0"/>
              <a:t> NLU </a:t>
            </a:r>
            <a:r>
              <a:rPr lang="en-US" sz="2000" dirty="0" err="1"/>
              <a:t>dapat</a:t>
            </a:r>
            <a:r>
              <a:rPr lang="en-US" sz="2000" dirty="0"/>
              <a:t> </a:t>
            </a:r>
            <a:r>
              <a:rPr lang="en-US" sz="2000" dirty="0" err="1"/>
              <a:t>ditingkatkan</a:t>
            </a:r>
            <a:r>
              <a:rPr lang="en-US" sz="2000" dirty="0"/>
              <a:t> </a:t>
            </a:r>
            <a:r>
              <a:rPr lang="en-US" sz="2000" dirty="0" err="1"/>
              <a:t>dengan</a:t>
            </a:r>
            <a:r>
              <a:rPr lang="en-US" sz="2000" dirty="0"/>
              <a:t> </a:t>
            </a:r>
            <a:r>
              <a:rPr lang="en-US" sz="2000" dirty="0" err="1"/>
              <a:t>melakukan</a:t>
            </a:r>
            <a:r>
              <a:rPr lang="en-US" sz="2000" dirty="0"/>
              <a:t> </a:t>
            </a:r>
            <a:r>
              <a:rPr lang="en-US" sz="2000" i="1" dirty="0"/>
              <a:t>multitask learning </a:t>
            </a:r>
            <a:r>
              <a:rPr lang="en-US" sz="2000" dirty="0"/>
              <a:t>(Liu et. al, 2019).</a:t>
            </a:r>
          </a:p>
        </p:txBody>
      </p:sp>
      <p:sp>
        <p:nvSpPr>
          <p:cNvPr id="9" name="Date Placeholder 8">
            <a:extLst>
              <a:ext uri="{FF2B5EF4-FFF2-40B4-BE49-F238E27FC236}">
                <a16:creationId xmlns:a16="http://schemas.microsoft.com/office/drawing/2014/main" id="{82FF09DA-806C-4437-8DCC-F08B07B0E0DF}"/>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D6DD1E87-C077-4A9F-AE3E-3FC4C4E45BA9}"/>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3B3A63BB-1EA6-4C8E-99AE-FF970B3B8EB1}"/>
              </a:ext>
            </a:extLst>
          </p:cNvPr>
          <p:cNvSpPr>
            <a:spLocks noGrp="1"/>
          </p:cNvSpPr>
          <p:nvPr>
            <p:ph type="sldNum" sz="quarter" idx="12"/>
          </p:nvPr>
        </p:nvSpPr>
        <p:spPr/>
        <p:txBody>
          <a:bodyPr/>
          <a:lstStyle/>
          <a:p>
            <a:fld id="{A49DFD55-3C28-40EF-9E31-A92D2E4017FF}" type="slidenum">
              <a:rPr lang="en-US" smtClean="0"/>
              <a:pPr/>
              <a:t>6</a:t>
            </a:fld>
            <a:endParaRPr lang="en-US" dirty="0"/>
          </a:p>
        </p:txBody>
      </p:sp>
    </p:spTree>
    <p:extLst>
      <p:ext uri="{BB962C8B-B14F-4D97-AF65-F5344CB8AC3E}">
        <p14:creationId xmlns:p14="http://schemas.microsoft.com/office/powerpoint/2010/main" val="1758412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9024DC-FDC8-4FDD-A409-9F0B02F14BF1}"/>
              </a:ext>
            </a:extLst>
          </p:cNvPr>
          <p:cNvSpPr>
            <a:spLocks noGrp="1"/>
          </p:cNvSpPr>
          <p:nvPr>
            <p:ph type="title"/>
          </p:nvPr>
        </p:nvSpPr>
        <p:spPr/>
        <p:txBody>
          <a:bodyPr/>
          <a:lstStyle/>
          <a:p>
            <a:r>
              <a:rPr lang="en-GB" dirty="0"/>
              <a:t>RUMUSAN </a:t>
            </a:r>
            <a:r>
              <a:rPr lang="en-GB" dirty="0" err="1"/>
              <a:t>MAsalah</a:t>
            </a:r>
            <a:endParaRPr lang="en-US" dirty="0"/>
          </a:p>
        </p:txBody>
      </p:sp>
      <p:graphicFrame>
        <p:nvGraphicFramePr>
          <p:cNvPr id="20" name="Content Placeholder 19">
            <a:extLst>
              <a:ext uri="{FF2B5EF4-FFF2-40B4-BE49-F238E27FC236}">
                <a16:creationId xmlns:a16="http://schemas.microsoft.com/office/drawing/2014/main" id="{F6FE392E-9C76-49AE-A963-B10837181D9F}"/>
              </a:ext>
            </a:extLst>
          </p:cNvPr>
          <p:cNvGraphicFramePr>
            <a:graphicFrameLocks noGrp="1"/>
          </p:cNvGraphicFramePr>
          <p:nvPr>
            <p:ph sz="half" idx="2"/>
            <p:extLst>
              <p:ext uri="{D42A27DB-BD31-4B8C-83A1-F6EECF244321}">
                <p14:modId xmlns:p14="http://schemas.microsoft.com/office/powerpoint/2010/main" val="2054893543"/>
              </p:ext>
            </p:extLst>
          </p:nvPr>
        </p:nvGraphicFramePr>
        <p:xfrm>
          <a:off x="1243013" y="1881051"/>
          <a:ext cx="10017170" cy="39514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Date Placeholder 8">
            <a:extLst>
              <a:ext uri="{FF2B5EF4-FFF2-40B4-BE49-F238E27FC236}">
                <a16:creationId xmlns:a16="http://schemas.microsoft.com/office/drawing/2014/main" id="{E4AEC952-0950-4184-8D67-C8EC6E386317}"/>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53B88273-AAA2-4C91-99F7-BE76FB204000}"/>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466D9771-7024-4D26-9EB7-E3BDCDC4A1B0}"/>
              </a:ext>
            </a:extLst>
          </p:cNvPr>
          <p:cNvSpPr>
            <a:spLocks noGrp="1"/>
          </p:cNvSpPr>
          <p:nvPr>
            <p:ph type="sldNum" sz="quarter" idx="12"/>
          </p:nvPr>
        </p:nvSpPr>
        <p:spPr/>
        <p:txBody>
          <a:bodyPr/>
          <a:lstStyle/>
          <a:p>
            <a:fld id="{A49DFD55-3C28-40EF-9E31-A92D2E4017FF}" type="slidenum">
              <a:rPr lang="en-US" smtClean="0"/>
              <a:pPr/>
              <a:t>7</a:t>
            </a:fld>
            <a:endParaRPr lang="en-US" dirty="0"/>
          </a:p>
        </p:txBody>
      </p:sp>
    </p:spTree>
    <p:extLst>
      <p:ext uri="{BB962C8B-B14F-4D97-AF65-F5344CB8AC3E}">
        <p14:creationId xmlns:p14="http://schemas.microsoft.com/office/powerpoint/2010/main" val="16618978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E5F11-B7B9-4B80-8C6A-A8A7A7190B77}"/>
              </a:ext>
            </a:extLst>
          </p:cNvPr>
          <p:cNvSpPr>
            <a:spLocks noGrp="1"/>
          </p:cNvSpPr>
          <p:nvPr>
            <p:ph type="ctrTitle"/>
          </p:nvPr>
        </p:nvSpPr>
        <p:spPr>
          <a:xfrm>
            <a:off x="6991350" y="2148840"/>
            <a:ext cx="4179570" cy="1715531"/>
          </a:xfrm>
        </p:spPr>
        <p:txBody>
          <a:bodyPr/>
          <a:lstStyle/>
          <a:p>
            <a:r>
              <a:rPr lang="en-US" dirty="0" err="1"/>
              <a:t>Tujuan</a:t>
            </a:r>
            <a:r>
              <a:rPr lang="en-US" dirty="0"/>
              <a:t> </a:t>
            </a:r>
            <a:r>
              <a:rPr lang="en-US" dirty="0" err="1"/>
              <a:t>Penelitian</a:t>
            </a:r>
            <a:endParaRPr lang="en-US" dirty="0"/>
          </a:p>
        </p:txBody>
      </p:sp>
      <p:sp>
        <p:nvSpPr>
          <p:cNvPr id="3" name="Subtitle 2">
            <a:extLst>
              <a:ext uri="{FF2B5EF4-FFF2-40B4-BE49-F238E27FC236}">
                <a16:creationId xmlns:a16="http://schemas.microsoft.com/office/drawing/2014/main" id="{DA8AFAA9-633A-475C-B8ED-840A34F7294D}"/>
              </a:ext>
            </a:extLst>
          </p:cNvPr>
          <p:cNvSpPr>
            <a:spLocks noGrp="1"/>
          </p:cNvSpPr>
          <p:nvPr>
            <p:ph type="subTitle" idx="1"/>
          </p:nvPr>
        </p:nvSpPr>
        <p:spPr>
          <a:xfrm>
            <a:off x="6991350" y="3962003"/>
            <a:ext cx="4179570" cy="365125"/>
          </a:xfrm>
        </p:spPr>
        <p:txBody>
          <a:bodyPr/>
          <a:lstStyle/>
          <a:p>
            <a:endParaRPr lang="en-US" dirty="0"/>
          </a:p>
        </p:txBody>
      </p:sp>
    </p:spTree>
    <p:extLst>
      <p:ext uri="{BB962C8B-B14F-4D97-AF65-F5344CB8AC3E}">
        <p14:creationId xmlns:p14="http://schemas.microsoft.com/office/powerpoint/2010/main" val="1017341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57E71-396F-485C-8145-8B1FD780A01C}"/>
              </a:ext>
            </a:extLst>
          </p:cNvPr>
          <p:cNvSpPr>
            <a:spLocks noGrp="1"/>
          </p:cNvSpPr>
          <p:nvPr>
            <p:ph type="title"/>
          </p:nvPr>
        </p:nvSpPr>
        <p:spPr/>
        <p:txBody>
          <a:bodyPr/>
          <a:lstStyle/>
          <a:p>
            <a:r>
              <a:rPr lang="en-GB" dirty="0" err="1"/>
              <a:t>Tujuan</a:t>
            </a:r>
            <a:r>
              <a:rPr lang="en-GB" dirty="0"/>
              <a:t> </a:t>
            </a:r>
            <a:r>
              <a:rPr lang="en-GB" dirty="0" err="1"/>
              <a:t>Penelitian</a:t>
            </a:r>
            <a:endParaRPr lang="en-US" dirty="0"/>
          </a:p>
        </p:txBody>
      </p:sp>
      <p:sp>
        <p:nvSpPr>
          <p:cNvPr id="4" name="Content Placeholder 3">
            <a:extLst>
              <a:ext uri="{FF2B5EF4-FFF2-40B4-BE49-F238E27FC236}">
                <a16:creationId xmlns:a16="http://schemas.microsoft.com/office/drawing/2014/main" id="{A9C5EA28-1BBB-430B-AA42-D0B7CD2A7DCE}"/>
              </a:ext>
            </a:extLst>
          </p:cNvPr>
          <p:cNvSpPr>
            <a:spLocks noGrp="1"/>
          </p:cNvSpPr>
          <p:nvPr>
            <p:ph sz="half" idx="2"/>
          </p:nvPr>
        </p:nvSpPr>
        <p:spPr>
          <a:xfrm>
            <a:off x="1243104" y="1737360"/>
            <a:ext cx="10110696" cy="4095113"/>
          </a:xfrm>
        </p:spPr>
        <p:txBody>
          <a:bodyPr>
            <a:normAutofit/>
          </a:bodyPr>
          <a:lstStyle/>
          <a:p>
            <a:pPr marL="342900" indent="-342900">
              <a:buFont typeface="+mj-lt"/>
              <a:buAutoNum type="arabicPeriod"/>
            </a:pPr>
            <a:r>
              <a:rPr lang="en-US" sz="2000" dirty="0" err="1"/>
              <a:t>Melakukan</a:t>
            </a:r>
            <a:r>
              <a:rPr lang="en-US" sz="2000" dirty="0"/>
              <a:t> </a:t>
            </a:r>
            <a:r>
              <a:rPr lang="en-US" sz="2000" i="1" dirty="0"/>
              <a:t>multitask learning</a:t>
            </a:r>
            <a:r>
              <a:rPr lang="en-US" sz="2000" dirty="0"/>
              <a:t> (Caruana, 1997) </a:t>
            </a:r>
            <a:r>
              <a:rPr lang="en-US" sz="2000" b="1" dirty="0" err="1"/>
              <a:t>prediksi</a:t>
            </a:r>
            <a:r>
              <a:rPr lang="en-US" sz="2000" b="1" dirty="0"/>
              <a:t> promoter</a:t>
            </a:r>
            <a:r>
              <a:rPr lang="en-US" sz="2000" dirty="0"/>
              <a:t> dan </a:t>
            </a:r>
            <a:r>
              <a:rPr lang="en-US" sz="2000" b="1" dirty="0"/>
              <a:t>poly-A</a:t>
            </a:r>
            <a:r>
              <a:rPr lang="en-US" sz="2000" dirty="0"/>
              <a:t> pada DNABERT (Ji et. al., 2021).</a:t>
            </a:r>
          </a:p>
          <a:p>
            <a:pPr marL="342900" indent="-342900">
              <a:buFont typeface="+mj-lt"/>
              <a:buAutoNum type="arabicPeriod"/>
            </a:pPr>
            <a:r>
              <a:rPr lang="en-GB" sz="2000" dirty="0" err="1"/>
              <a:t>Menguji</a:t>
            </a:r>
            <a:r>
              <a:rPr lang="en-GB" sz="2000" dirty="0"/>
              <a:t> </a:t>
            </a:r>
            <a:r>
              <a:rPr lang="en-GB" sz="2000" dirty="0" err="1"/>
              <a:t>hasil</a:t>
            </a:r>
            <a:r>
              <a:rPr lang="en-GB" sz="2000" dirty="0"/>
              <a:t> </a:t>
            </a:r>
            <a:r>
              <a:rPr lang="en-GB" sz="2000" i="1" dirty="0"/>
              <a:t>training</a:t>
            </a:r>
            <a:r>
              <a:rPr lang="en-GB" sz="2000" dirty="0"/>
              <a:t> DNABERT pada </a:t>
            </a:r>
            <a:r>
              <a:rPr lang="en-GB" sz="2000" i="1" dirty="0"/>
              <a:t>target task</a:t>
            </a:r>
            <a:r>
              <a:rPr lang="en-GB" sz="2000" dirty="0"/>
              <a:t> </a:t>
            </a:r>
            <a:r>
              <a:rPr lang="en-GB" sz="2000" b="1" dirty="0" err="1"/>
              <a:t>prediksi</a:t>
            </a:r>
            <a:r>
              <a:rPr lang="en-GB" sz="2000" b="1" dirty="0"/>
              <a:t> </a:t>
            </a:r>
            <a:r>
              <a:rPr lang="en-GB" sz="2000" b="1" i="1" dirty="0"/>
              <a:t>splice sites</a:t>
            </a:r>
            <a:r>
              <a:rPr lang="en-GB" sz="2000" dirty="0"/>
              <a:t>.</a:t>
            </a:r>
            <a:endParaRPr lang="en-US" sz="2000" dirty="0"/>
          </a:p>
        </p:txBody>
      </p:sp>
      <p:sp>
        <p:nvSpPr>
          <p:cNvPr id="9" name="Date Placeholder 8">
            <a:extLst>
              <a:ext uri="{FF2B5EF4-FFF2-40B4-BE49-F238E27FC236}">
                <a16:creationId xmlns:a16="http://schemas.microsoft.com/office/drawing/2014/main" id="{FC128F65-1C1F-4417-85DC-8E8E8704A260}"/>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6243B23C-D1FF-411F-B5A8-2B897C9E4504}"/>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385C5098-C704-4068-AD36-51E986159562}"/>
              </a:ext>
            </a:extLst>
          </p:cNvPr>
          <p:cNvSpPr>
            <a:spLocks noGrp="1"/>
          </p:cNvSpPr>
          <p:nvPr>
            <p:ph type="sldNum" sz="quarter" idx="12"/>
          </p:nvPr>
        </p:nvSpPr>
        <p:spPr/>
        <p:txBody>
          <a:bodyPr/>
          <a:lstStyle/>
          <a:p>
            <a:fld id="{A49DFD55-3C28-40EF-9E31-A92D2E4017FF}" type="slidenum">
              <a:rPr lang="en-US" smtClean="0"/>
              <a:pPr/>
              <a:t>9</a:t>
            </a:fld>
            <a:endParaRPr lang="en-US" dirty="0"/>
          </a:p>
        </p:txBody>
      </p:sp>
    </p:spTree>
    <p:extLst>
      <p:ext uri="{BB962C8B-B14F-4D97-AF65-F5344CB8AC3E}">
        <p14:creationId xmlns:p14="http://schemas.microsoft.com/office/powerpoint/2010/main" val="3693417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7E0DB-7673-4B57-8960-9DAB41C516BA}"/>
              </a:ext>
            </a:extLst>
          </p:cNvPr>
          <p:cNvSpPr>
            <a:spLocks noGrp="1"/>
          </p:cNvSpPr>
          <p:nvPr>
            <p:ph type="title"/>
          </p:nvPr>
        </p:nvSpPr>
        <p:spPr/>
        <p:txBody>
          <a:bodyPr/>
          <a:lstStyle/>
          <a:p>
            <a:r>
              <a:rPr lang="en-GB" dirty="0" err="1"/>
              <a:t>Premis</a:t>
            </a:r>
            <a:r>
              <a:rPr lang="en-GB" dirty="0"/>
              <a:t> dan </a:t>
            </a:r>
            <a:r>
              <a:rPr lang="en-GB" dirty="0" err="1"/>
              <a:t>Hipotesis</a:t>
            </a:r>
            <a:endParaRPr lang="en-US" dirty="0"/>
          </a:p>
        </p:txBody>
      </p:sp>
      <p:sp>
        <p:nvSpPr>
          <p:cNvPr id="4" name="Content Placeholder 3">
            <a:extLst>
              <a:ext uri="{FF2B5EF4-FFF2-40B4-BE49-F238E27FC236}">
                <a16:creationId xmlns:a16="http://schemas.microsoft.com/office/drawing/2014/main" id="{81412E36-395B-4005-95B9-EACB2E91E133}"/>
              </a:ext>
            </a:extLst>
          </p:cNvPr>
          <p:cNvSpPr>
            <a:spLocks noGrp="1"/>
          </p:cNvSpPr>
          <p:nvPr>
            <p:ph sz="half" idx="2"/>
          </p:nvPr>
        </p:nvSpPr>
        <p:spPr>
          <a:xfrm>
            <a:off x="838199" y="1828800"/>
            <a:ext cx="5257801" cy="4003673"/>
          </a:xfrm>
        </p:spPr>
        <p:txBody>
          <a:bodyPr>
            <a:noAutofit/>
          </a:bodyPr>
          <a:lstStyle/>
          <a:p>
            <a:pPr marL="285750" indent="-285750">
              <a:buFont typeface="Arial" panose="020B0604020202020204" pitchFamily="34" charset="0"/>
              <a:buChar char="•"/>
            </a:pPr>
            <a:r>
              <a:rPr lang="en-GB" sz="1800" dirty="0"/>
              <a:t>BERT </a:t>
            </a:r>
            <a:r>
              <a:rPr lang="en-GB" sz="1800" dirty="0" err="1"/>
              <a:t>mampu</a:t>
            </a:r>
            <a:r>
              <a:rPr lang="en-GB" sz="1800" dirty="0"/>
              <a:t> </a:t>
            </a:r>
            <a:r>
              <a:rPr lang="en-GB" sz="1800" dirty="0" err="1"/>
              <a:t>menghasilkan</a:t>
            </a:r>
            <a:r>
              <a:rPr lang="en-GB" sz="1800" dirty="0"/>
              <a:t> </a:t>
            </a:r>
            <a:r>
              <a:rPr lang="en-GB" sz="1800" dirty="0" err="1"/>
              <a:t>representasi</a:t>
            </a:r>
            <a:r>
              <a:rPr lang="en-GB" sz="1800" dirty="0"/>
              <a:t> </a:t>
            </a:r>
            <a:r>
              <a:rPr lang="en-GB" sz="1800" dirty="0" err="1"/>
              <a:t>teks</a:t>
            </a:r>
            <a:r>
              <a:rPr lang="en-GB" sz="1800" dirty="0"/>
              <a:t> yang </a:t>
            </a:r>
            <a:r>
              <a:rPr lang="en-GB" sz="1800" dirty="0" err="1"/>
              <a:t>generik</a:t>
            </a:r>
            <a:r>
              <a:rPr lang="en-GB" sz="1800" dirty="0"/>
              <a:t> dan </a:t>
            </a:r>
            <a:r>
              <a:rPr lang="en-GB" sz="1800" dirty="0" err="1"/>
              <a:t>dapat</a:t>
            </a:r>
            <a:r>
              <a:rPr lang="en-GB" sz="1800" dirty="0"/>
              <a:t> </a:t>
            </a:r>
            <a:r>
              <a:rPr lang="en-GB" sz="1800" dirty="0" err="1"/>
              <a:t>diadaptasi</a:t>
            </a:r>
            <a:r>
              <a:rPr lang="en-GB" sz="1800" dirty="0"/>
              <a:t> pada </a:t>
            </a:r>
            <a:r>
              <a:rPr lang="en-GB" sz="1800" dirty="0" err="1"/>
              <a:t>berbagai</a:t>
            </a:r>
            <a:r>
              <a:rPr lang="en-GB" sz="1800" dirty="0"/>
              <a:t> </a:t>
            </a:r>
            <a:r>
              <a:rPr lang="en-GB" sz="1800" i="1" dirty="0"/>
              <a:t>task</a:t>
            </a:r>
            <a:r>
              <a:rPr lang="en-GB" sz="1800" dirty="0"/>
              <a:t> (Devlin et. al., 2018)</a:t>
            </a:r>
          </a:p>
          <a:p>
            <a:pPr marL="285750" indent="-285750">
              <a:buFont typeface="Arial" panose="020B0604020202020204" pitchFamily="34" charset="0"/>
              <a:buChar char="•"/>
            </a:pPr>
            <a:r>
              <a:rPr lang="en-GB" sz="1800" dirty="0" err="1"/>
              <a:t>Penerapan</a:t>
            </a:r>
            <a:r>
              <a:rPr lang="en-GB" sz="1800" dirty="0"/>
              <a:t> </a:t>
            </a:r>
            <a:r>
              <a:rPr lang="en-GB" sz="1800" i="1" dirty="0"/>
              <a:t>multitask learning</a:t>
            </a:r>
            <a:r>
              <a:rPr lang="en-GB" sz="1800" dirty="0"/>
              <a:t> pada BERT </a:t>
            </a:r>
            <a:r>
              <a:rPr lang="en-GB" sz="1800" dirty="0" err="1"/>
              <a:t>dapat</a:t>
            </a:r>
            <a:r>
              <a:rPr lang="en-GB" sz="1800" dirty="0"/>
              <a:t> </a:t>
            </a:r>
            <a:r>
              <a:rPr lang="en-GB" sz="1800" dirty="0" err="1"/>
              <a:t>meningkatkan</a:t>
            </a:r>
            <a:r>
              <a:rPr lang="en-GB" sz="1800" dirty="0"/>
              <a:t> </a:t>
            </a:r>
            <a:r>
              <a:rPr lang="en-GB" sz="1800" dirty="0" err="1"/>
              <a:t>performa</a:t>
            </a:r>
            <a:r>
              <a:rPr lang="en-GB" sz="1800" dirty="0"/>
              <a:t> BERT pada NLU (Liu et. al., 2019)</a:t>
            </a:r>
          </a:p>
          <a:p>
            <a:pPr marL="285750" indent="-285750">
              <a:buFont typeface="Arial" panose="020B0604020202020204" pitchFamily="34" charset="0"/>
              <a:buChar char="•"/>
            </a:pPr>
            <a:r>
              <a:rPr lang="en-GB" sz="1800" dirty="0"/>
              <a:t>DNABERT </a:t>
            </a:r>
            <a:r>
              <a:rPr lang="en-GB" sz="1800" dirty="0" err="1"/>
              <a:t>menggunakan</a:t>
            </a:r>
            <a:r>
              <a:rPr lang="en-GB" sz="1800" dirty="0"/>
              <a:t> BERT </a:t>
            </a:r>
            <a:r>
              <a:rPr lang="en-GB" sz="1800" dirty="0" err="1"/>
              <a:t>untuk</a:t>
            </a:r>
            <a:r>
              <a:rPr lang="en-GB" sz="1800" dirty="0"/>
              <a:t> </a:t>
            </a:r>
            <a:r>
              <a:rPr lang="en-GB" sz="1800" dirty="0" err="1"/>
              <a:t>mengekstrak</a:t>
            </a:r>
            <a:r>
              <a:rPr lang="en-GB" sz="1800" dirty="0"/>
              <a:t> </a:t>
            </a:r>
            <a:r>
              <a:rPr lang="en-GB" sz="1800" dirty="0" err="1"/>
              <a:t>informasi</a:t>
            </a:r>
            <a:r>
              <a:rPr lang="en-GB" sz="1800" dirty="0"/>
              <a:t> </a:t>
            </a:r>
            <a:r>
              <a:rPr lang="en-GB" sz="1800" dirty="0" err="1"/>
              <a:t>generik</a:t>
            </a:r>
            <a:r>
              <a:rPr lang="en-GB" sz="1800" dirty="0"/>
              <a:t> </a:t>
            </a:r>
            <a:r>
              <a:rPr lang="en-GB" sz="1800" dirty="0" err="1"/>
              <a:t>dari</a:t>
            </a:r>
            <a:r>
              <a:rPr lang="en-GB" sz="1800" dirty="0"/>
              <a:t> </a:t>
            </a:r>
            <a:r>
              <a:rPr lang="en-GB" sz="1800" dirty="0" err="1"/>
              <a:t>genom</a:t>
            </a:r>
            <a:r>
              <a:rPr lang="en-GB" sz="1800" dirty="0"/>
              <a:t> </a:t>
            </a:r>
            <a:r>
              <a:rPr lang="en-GB" sz="1800" i="1" dirty="0"/>
              <a:t>H. sapiens</a:t>
            </a:r>
            <a:r>
              <a:rPr lang="en-GB" sz="1800" dirty="0"/>
              <a:t> dan </a:t>
            </a:r>
            <a:r>
              <a:rPr lang="en-GB" sz="1800" dirty="0" err="1"/>
              <a:t>dapat</a:t>
            </a:r>
            <a:r>
              <a:rPr lang="en-GB" sz="1800" dirty="0"/>
              <a:t> </a:t>
            </a:r>
            <a:r>
              <a:rPr lang="en-GB" sz="1800" dirty="0" err="1"/>
              <a:t>diadaptasi</a:t>
            </a:r>
            <a:r>
              <a:rPr lang="en-GB" sz="1800" dirty="0"/>
              <a:t> pada </a:t>
            </a:r>
            <a:r>
              <a:rPr lang="en-GB" sz="1800" dirty="0" err="1"/>
              <a:t>berbagai</a:t>
            </a:r>
            <a:r>
              <a:rPr lang="en-GB" sz="1800" dirty="0"/>
              <a:t> </a:t>
            </a:r>
            <a:r>
              <a:rPr lang="en-GB" sz="1800" dirty="0" err="1"/>
              <a:t>persoalan</a:t>
            </a:r>
            <a:r>
              <a:rPr lang="en-GB" sz="1800" dirty="0"/>
              <a:t> </a:t>
            </a:r>
            <a:r>
              <a:rPr lang="en-GB" sz="1800" dirty="0" err="1"/>
              <a:t>baik</a:t>
            </a:r>
            <a:r>
              <a:rPr lang="en-GB" sz="1800" dirty="0"/>
              <a:t> pada </a:t>
            </a:r>
            <a:r>
              <a:rPr lang="en-GB" sz="1800" dirty="0" err="1"/>
              <a:t>spesies</a:t>
            </a:r>
            <a:r>
              <a:rPr lang="en-GB" sz="1800" dirty="0"/>
              <a:t> yang </a:t>
            </a:r>
            <a:r>
              <a:rPr lang="en-GB" sz="1800" dirty="0" err="1"/>
              <a:t>sama</a:t>
            </a:r>
            <a:r>
              <a:rPr lang="en-GB" sz="1800" dirty="0"/>
              <a:t> </a:t>
            </a:r>
            <a:r>
              <a:rPr lang="en-GB" sz="1800" dirty="0" err="1"/>
              <a:t>maupun</a:t>
            </a:r>
            <a:r>
              <a:rPr lang="en-GB" sz="1800" dirty="0"/>
              <a:t> </a:t>
            </a:r>
            <a:r>
              <a:rPr lang="en-GB" sz="1800" dirty="0" err="1"/>
              <a:t>lintas</a:t>
            </a:r>
            <a:r>
              <a:rPr lang="en-GB" sz="1800" dirty="0"/>
              <a:t> </a:t>
            </a:r>
            <a:r>
              <a:rPr lang="en-GB" sz="1800" dirty="0" err="1"/>
              <a:t>spesies</a:t>
            </a:r>
            <a:r>
              <a:rPr lang="en-GB" sz="1800" dirty="0"/>
              <a:t> (Ji et. al., 2021).</a:t>
            </a:r>
          </a:p>
          <a:p>
            <a:pPr marL="285750" indent="-285750">
              <a:buFont typeface="Arial" panose="020B0604020202020204" pitchFamily="34" charset="0"/>
              <a:buChar char="•"/>
            </a:pPr>
            <a:r>
              <a:rPr lang="en-GB" sz="1800" dirty="0"/>
              <a:t>Pada DNA </a:t>
            </a:r>
            <a:r>
              <a:rPr lang="en-GB" sz="1800" dirty="0" err="1"/>
              <a:t>eukariot</a:t>
            </a:r>
            <a:r>
              <a:rPr lang="en-GB" sz="1800" dirty="0"/>
              <a:t>, </a:t>
            </a:r>
            <a:r>
              <a:rPr lang="en-GB" sz="1800" dirty="0" err="1"/>
              <a:t>ekson</a:t>
            </a:r>
            <a:r>
              <a:rPr lang="en-GB" sz="1800" dirty="0"/>
              <a:t> dan intron </a:t>
            </a:r>
            <a:r>
              <a:rPr lang="en-GB" sz="1800" dirty="0" err="1"/>
              <a:t>berada</a:t>
            </a:r>
            <a:r>
              <a:rPr lang="en-GB" sz="1800" dirty="0"/>
              <a:t> di </a:t>
            </a:r>
            <a:r>
              <a:rPr lang="en-GB" sz="1800" dirty="0" err="1"/>
              <a:t>daerah</a:t>
            </a:r>
            <a:r>
              <a:rPr lang="en-GB" sz="1800" dirty="0"/>
              <a:t> </a:t>
            </a:r>
            <a:r>
              <a:rPr lang="en-GB" sz="1800" dirty="0" err="1"/>
              <a:t>antara</a:t>
            </a:r>
            <a:r>
              <a:rPr lang="en-GB" sz="1800" dirty="0"/>
              <a:t> promoter dan poly-A (</a:t>
            </a:r>
            <a:r>
              <a:rPr lang="en-GB" sz="1800" dirty="0" err="1"/>
              <a:t>Xiong</a:t>
            </a:r>
            <a:r>
              <a:rPr lang="en-GB" sz="1800" dirty="0"/>
              <a:t>, 2006)</a:t>
            </a:r>
            <a:endParaRPr lang="en-US" sz="1800" dirty="0"/>
          </a:p>
        </p:txBody>
      </p:sp>
      <p:sp>
        <p:nvSpPr>
          <p:cNvPr id="8" name="Content Placeholder 7">
            <a:extLst>
              <a:ext uri="{FF2B5EF4-FFF2-40B4-BE49-F238E27FC236}">
                <a16:creationId xmlns:a16="http://schemas.microsoft.com/office/drawing/2014/main" id="{0D11A6AD-0AB3-4472-BAD7-CFEE494F64AD}"/>
              </a:ext>
            </a:extLst>
          </p:cNvPr>
          <p:cNvSpPr>
            <a:spLocks noGrp="1"/>
          </p:cNvSpPr>
          <p:nvPr>
            <p:ph sz="half" idx="14"/>
          </p:nvPr>
        </p:nvSpPr>
        <p:spPr>
          <a:xfrm>
            <a:off x="6096000" y="1828800"/>
            <a:ext cx="5257799" cy="4003673"/>
          </a:xfrm>
        </p:spPr>
        <p:txBody>
          <a:bodyPr>
            <a:normAutofit/>
          </a:bodyPr>
          <a:lstStyle/>
          <a:p>
            <a:pPr marL="285750" indent="-285750">
              <a:buFont typeface="Arial" panose="020B0604020202020204" pitchFamily="34" charset="0"/>
              <a:buChar char="•"/>
            </a:pPr>
            <a:r>
              <a:rPr lang="en-GB" sz="1800" dirty="0" err="1"/>
              <a:t>Akurasi</a:t>
            </a:r>
            <a:r>
              <a:rPr lang="en-GB" sz="1800" dirty="0"/>
              <a:t> </a:t>
            </a:r>
            <a:r>
              <a:rPr lang="en-GB" sz="1800" dirty="0" err="1"/>
              <a:t>prediksi</a:t>
            </a:r>
            <a:r>
              <a:rPr lang="en-GB" sz="1800" dirty="0"/>
              <a:t> </a:t>
            </a:r>
            <a:r>
              <a:rPr lang="en-GB" sz="1800" dirty="0" err="1"/>
              <a:t>ekson</a:t>
            </a:r>
            <a:r>
              <a:rPr lang="en-GB" sz="1800" dirty="0"/>
              <a:t> dan intron </a:t>
            </a:r>
            <a:r>
              <a:rPr lang="en-GB" sz="1800" dirty="0" err="1"/>
              <a:t>dapat</a:t>
            </a:r>
            <a:r>
              <a:rPr lang="en-GB" sz="1800" dirty="0"/>
              <a:t> </a:t>
            </a:r>
            <a:r>
              <a:rPr lang="en-GB" sz="1800" dirty="0" err="1"/>
              <a:t>ditingkatkan</a:t>
            </a:r>
            <a:r>
              <a:rPr lang="en-GB" sz="1800" dirty="0"/>
              <a:t> </a:t>
            </a:r>
            <a:r>
              <a:rPr lang="en-GB" sz="1800" dirty="0" err="1"/>
              <a:t>dengan</a:t>
            </a:r>
            <a:r>
              <a:rPr lang="en-GB" sz="1800" dirty="0"/>
              <a:t> </a:t>
            </a:r>
            <a:r>
              <a:rPr lang="en-GB" sz="1800" dirty="0" err="1"/>
              <a:t>adanya</a:t>
            </a:r>
            <a:r>
              <a:rPr lang="en-GB" sz="1800" dirty="0"/>
              <a:t> </a:t>
            </a:r>
            <a:r>
              <a:rPr lang="en-GB" sz="1800" dirty="0" err="1"/>
              <a:t>informasi</a:t>
            </a:r>
            <a:r>
              <a:rPr lang="en-GB" sz="1800" dirty="0"/>
              <a:t> </a:t>
            </a:r>
            <a:r>
              <a:rPr lang="en-GB" sz="1800" dirty="0" err="1"/>
              <a:t>tentang</a:t>
            </a:r>
            <a:r>
              <a:rPr lang="en-GB" sz="1800" dirty="0"/>
              <a:t> promoter dan poly-A pada </a:t>
            </a:r>
            <a:r>
              <a:rPr lang="en-GB" sz="1800" dirty="0" err="1"/>
              <a:t>sebuah</a:t>
            </a:r>
            <a:r>
              <a:rPr lang="en-GB" sz="1800" dirty="0"/>
              <a:t> </a:t>
            </a:r>
            <a:r>
              <a:rPr lang="en-GB" sz="1800" dirty="0" err="1"/>
              <a:t>sekuens</a:t>
            </a:r>
            <a:r>
              <a:rPr lang="en-GB" sz="1800" dirty="0"/>
              <a:t>.</a:t>
            </a:r>
          </a:p>
          <a:p>
            <a:pPr marL="285750" indent="-285750">
              <a:buFont typeface="Arial" panose="020B0604020202020204" pitchFamily="34" charset="0"/>
              <a:buChar char="•"/>
            </a:pPr>
            <a:r>
              <a:rPr lang="en-GB" sz="1800" dirty="0"/>
              <a:t>Jika </a:t>
            </a:r>
            <a:r>
              <a:rPr lang="en-GB" sz="1800" i="1" dirty="0"/>
              <a:t>multitask learning </a:t>
            </a:r>
            <a:r>
              <a:rPr lang="en-GB" sz="1800" dirty="0" err="1"/>
              <a:t>diterapkan</a:t>
            </a:r>
            <a:r>
              <a:rPr lang="en-GB" sz="1800" dirty="0"/>
              <a:t> pada DNABERT </a:t>
            </a:r>
            <a:r>
              <a:rPr lang="en-GB" sz="1800" dirty="0" err="1"/>
              <a:t>dengan</a:t>
            </a:r>
            <a:r>
              <a:rPr lang="en-GB" sz="1800" dirty="0"/>
              <a:t> </a:t>
            </a:r>
            <a:r>
              <a:rPr lang="en-GB" sz="1800" i="1" dirty="0"/>
              <a:t>task </a:t>
            </a:r>
            <a:r>
              <a:rPr lang="en-GB" sz="1800" dirty="0" err="1"/>
              <a:t>prediksi</a:t>
            </a:r>
            <a:r>
              <a:rPr lang="en-GB" sz="1800" dirty="0"/>
              <a:t> promoter dan poly-A </a:t>
            </a:r>
            <a:r>
              <a:rPr lang="en-GB" sz="1800" dirty="0" err="1"/>
              <a:t>maka</a:t>
            </a:r>
            <a:r>
              <a:rPr lang="en-GB" sz="1800" dirty="0"/>
              <a:t> DNABERT </a:t>
            </a:r>
            <a:r>
              <a:rPr lang="en-GB" sz="1800" dirty="0" err="1"/>
              <a:t>dapat</a:t>
            </a:r>
            <a:r>
              <a:rPr lang="en-GB" sz="1800" dirty="0"/>
              <a:t> </a:t>
            </a:r>
            <a:r>
              <a:rPr lang="en-GB" sz="1800" dirty="0" err="1"/>
              <a:t>memprediksi</a:t>
            </a:r>
            <a:r>
              <a:rPr lang="en-GB" sz="1800" dirty="0"/>
              <a:t> </a:t>
            </a:r>
            <a:r>
              <a:rPr lang="en-GB" sz="1800" dirty="0" err="1"/>
              <a:t>ekson</a:t>
            </a:r>
            <a:r>
              <a:rPr lang="en-GB" sz="1800" dirty="0"/>
              <a:t> dan intro </a:t>
            </a:r>
            <a:r>
              <a:rPr lang="en-GB" sz="1800" dirty="0" err="1"/>
              <a:t>dengan</a:t>
            </a:r>
            <a:r>
              <a:rPr lang="en-GB" sz="1800" dirty="0"/>
              <a:t> </a:t>
            </a:r>
            <a:r>
              <a:rPr lang="en-GB" sz="1800" dirty="0" err="1"/>
              <a:t>lebih</a:t>
            </a:r>
            <a:r>
              <a:rPr lang="en-GB" sz="1800" dirty="0"/>
              <a:t> </a:t>
            </a:r>
            <a:r>
              <a:rPr lang="en-GB" sz="1800" dirty="0" err="1"/>
              <a:t>baik</a:t>
            </a:r>
            <a:r>
              <a:rPr lang="en-GB" sz="1800" dirty="0"/>
              <a:t>.</a:t>
            </a:r>
            <a:endParaRPr lang="en-US" sz="1800" dirty="0"/>
          </a:p>
        </p:txBody>
      </p:sp>
      <p:sp>
        <p:nvSpPr>
          <p:cNvPr id="9" name="Date Placeholder 8">
            <a:extLst>
              <a:ext uri="{FF2B5EF4-FFF2-40B4-BE49-F238E27FC236}">
                <a16:creationId xmlns:a16="http://schemas.microsoft.com/office/drawing/2014/main" id="{79E645BC-B1B0-454A-83D3-3EC812C17224}"/>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26A1F09D-B74F-4C65-9B77-BB100D7BA675}"/>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E5974E3D-610F-413D-8451-CF5A2F69756D}"/>
              </a:ext>
            </a:extLst>
          </p:cNvPr>
          <p:cNvSpPr>
            <a:spLocks noGrp="1"/>
          </p:cNvSpPr>
          <p:nvPr>
            <p:ph type="sldNum" sz="quarter" idx="12"/>
          </p:nvPr>
        </p:nvSpPr>
        <p:spPr/>
        <p:txBody>
          <a:bodyPr/>
          <a:lstStyle/>
          <a:p>
            <a:fld id="{A49DFD55-3C28-40EF-9E31-A92D2E4017FF}" type="slidenum">
              <a:rPr lang="en-US" smtClean="0"/>
              <a:pPr/>
              <a:t>10</a:t>
            </a:fld>
            <a:endParaRPr lang="en-US" dirty="0"/>
          </a:p>
        </p:txBody>
      </p:sp>
    </p:spTree>
    <p:extLst>
      <p:ext uri="{BB962C8B-B14F-4D97-AF65-F5344CB8AC3E}">
        <p14:creationId xmlns:p14="http://schemas.microsoft.com/office/powerpoint/2010/main" val="2071052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E5F11-B7B9-4B80-8C6A-A8A7A7190B77}"/>
              </a:ext>
            </a:extLst>
          </p:cNvPr>
          <p:cNvSpPr>
            <a:spLocks noGrp="1"/>
          </p:cNvSpPr>
          <p:nvPr>
            <p:ph type="ctrTitle"/>
          </p:nvPr>
        </p:nvSpPr>
        <p:spPr>
          <a:xfrm>
            <a:off x="6991350" y="2148840"/>
            <a:ext cx="4179570" cy="1715531"/>
          </a:xfrm>
        </p:spPr>
        <p:txBody>
          <a:bodyPr/>
          <a:lstStyle/>
          <a:p>
            <a:r>
              <a:rPr lang="en-US" dirty="0"/>
              <a:t>STUDI LITERATUR</a:t>
            </a:r>
          </a:p>
        </p:txBody>
      </p:sp>
      <p:sp>
        <p:nvSpPr>
          <p:cNvPr id="3" name="Subtitle 2">
            <a:extLst>
              <a:ext uri="{FF2B5EF4-FFF2-40B4-BE49-F238E27FC236}">
                <a16:creationId xmlns:a16="http://schemas.microsoft.com/office/drawing/2014/main" id="{DA8AFAA9-633A-475C-B8ED-840A34F7294D}"/>
              </a:ext>
            </a:extLst>
          </p:cNvPr>
          <p:cNvSpPr>
            <a:spLocks noGrp="1"/>
          </p:cNvSpPr>
          <p:nvPr>
            <p:ph type="subTitle" idx="1"/>
          </p:nvPr>
        </p:nvSpPr>
        <p:spPr>
          <a:xfrm>
            <a:off x="6991350" y="3962003"/>
            <a:ext cx="4595404" cy="701437"/>
          </a:xfrm>
        </p:spPr>
        <p:txBody>
          <a:bodyPr>
            <a:normAutofit/>
          </a:bodyPr>
          <a:lstStyle/>
          <a:p>
            <a:r>
              <a:rPr lang="en-GB" dirty="0"/>
              <a:t>DNA, </a:t>
            </a:r>
            <a:r>
              <a:rPr lang="en-GB" dirty="0" err="1"/>
              <a:t>Anotasi</a:t>
            </a:r>
            <a:r>
              <a:rPr lang="en-GB" dirty="0"/>
              <a:t> Gen, Multitask Learning, BERT, DNABERT</a:t>
            </a:r>
            <a:endParaRPr lang="en-US" dirty="0"/>
          </a:p>
        </p:txBody>
      </p:sp>
    </p:spTree>
    <p:extLst>
      <p:ext uri="{BB962C8B-B14F-4D97-AF65-F5344CB8AC3E}">
        <p14:creationId xmlns:p14="http://schemas.microsoft.com/office/powerpoint/2010/main" val="1513131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57E71-396F-485C-8145-8B1FD780A01C}"/>
              </a:ext>
            </a:extLst>
          </p:cNvPr>
          <p:cNvSpPr>
            <a:spLocks noGrp="1"/>
          </p:cNvSpPr>
          <p:nvPr>
            <p:ph type="title"/>
          </p:nvPr>
        </p:nvSpPr>
        <p:spPr/>
        <p:txBody>
          <a:bodyPr/>
          <a:lstStyle/>
          <a:p>
            <a:r>
              <a:rPr lang="en-GB" dirty="0" err="1"/>
              <a:t>Anotasi</a:t>
            </a:r>
            <a:r>
              <a:rPr lang="en-GB" dirty="0"/>
              <a:t> Gen</a:t>
            </a:r>
            <a:endParaRPr lang="en-US" dirty="0"/>
          </a:p>
        </p:txBody>
      </p:sp>
      <p:sp>
        <p:nvSpPr>
          <p:cNvPr id="4" name="Content Placeholder 3">
            <a:extLst>
              <a:ext uri="{FF2B5EF4-FFF2-40B4-BE49-F238E27FC236}">
                <a16:creationId xmlns:a16="http://schemas.microsoft.com/office/drawing/2014/main" id="{A9C5EA28-1BBB-430B-AA42-D0B7CD2A7DCE}"/>
              </a:ext>
            </a:extLst>
          </p:cNvPr>
          <p:cNvSpPr>
            <a:spLocks noGrp="1"/>
          </p:cNvSpPr>
          <p:nvPr>
            <p:ph sz="half" idx="2"/>
          </p:nvPr>
        </p:nvSpPr>
        <p:spPr>
          <a:xfrm>
            <a:off x="1243104" y="1750423"/>
            <a:ext cx="10110696" cy="1325563"/>
          </a:xfrm>
        </p:spPr>
        <p:txBody>
          <a:bodyPr>
            <a:normAutofit/>
          </a:bodyPr>
          <a:lstStyle/>
          <a:p>
            <a:pPr marL="342900" indent="-342900">
              <a:buFont typeface="Arial" panose="020B0604020202020204" pitchFamily="34" charset="0"/>
              <a:buChar char="•"/>
            </a:pPr>
            <a:r>
              <a:rPr lang="en-GB" sz="2000" dirty="0"/>
              <a:t>def. proses </a:t>
            </a:r>
            <a:r>
              <a:rPr lang="en-GB" sz="2000" dirty="0" err="1"/>
              <a:t>identifikasi</a:t>
            </a:r>
            <a:r>
              <a:rPr lang="en-GB" sz="2000" dirty="0"/>
              <a:t> </a:t>
            </a:r>
            <a:r>
              <a:rPr lang="en-GB" sz="2000" dirty="0" err="1"/>
              <a:t>karakter</a:t>
            </a:r>
            <a:r>
              <a:rPr lang="en-GB" sz="2000" dirty="0"/>
              <a:t> </a:t>
            </a:r>
            <a:r>
              <a:rPr lang="en-GB" sz="2000" dirty="0" err="1"/>
              <a:t>struktural</a:t>
            </a:r>
            <a:r>
              <a:rPr lang="en-GB" sz="2000" dirty="0"/>
              <a:t> dan </a:t>
            </a:r>
            <a:r>
              <a:rPr lang="en-GB" sz="2000" dirty="0" err="1"/>
              <a:t>fungsional</a:t>
            </a:r>
            <a:r>
              <a:rPr lang="en-GB" sz="2000" dirty="0"/>
              <a:t> pada </a:t>
            </a:r>
            <a:r>
              <a:rPr lang="en-GB" sz="2000" dirty="0" err="1"/>
              <a:t>sekuens</a:t>
            </a:r>
            <a:r>
              <a:rPr lang="en-GB" sz="2000" dirty="0"/>
              <a:t> </a:t>
            </a:r>
            <a:r>
              <a:rPr lang="en-GB" sz="2000" dirty="0" err="1"/>
              <a:t>genetik</a:t>
            </a:r>
            <a:r>
              <a:rPr lang="en-GB" sz="2000" dirty="0"/>
              <a:t> (DNA dan RNA)</a:t>
            </a:r>
          </a:p>
          <a:p>
            <a:pPr marL="342900" indent="-342900">
              <a:buFont typeface="Arial" panose="020B0604020202020204" pitchFamily="34" charset="0"/>
              <a:buChar char="•"/>
            </a:pPr>
            <a:r>
              <a:rPr lang="en-GB" sz="2000" dirty="0"/>
              <a:t>data: </a:t>
            </a:r>
            <a:r>
              <a:rPr lang="en-GB" sz="2000" dirty="0" err="1"/>
              <a:t>teks</a:t>
            </a:r>
            <a:r>
              <a:rPr lang="en-GB" sz="2000" dirty="0"/>
              <a:t> yang </a:t>
            </a:r>
            <a:r>
              <a:rPr lang="en-GB" sz="2000" dirty="0" err="1"/>
              <a:t>tersusun</a:t>
            </a:r>
            <a:r>
              <a:rPr lang="en-GB" sz="2000" dirty="0"/>
              <a:t> </a:t>
            </a:r>
            <a:r>
              <a:rPr lang="en-GB" sz="2000" dirty="0" err="1"/>
              <a:t>dari</a:t>
            </a:r>
            <a:r>
              <a:rPr lang="en-GB" sz="2000" dirty="0"/>
              <a:t> </a:t>
            </a:r>
            <a:r>
              <a:rPr lang="en-GB" sz="2000" dirty="0" err="1"/>
              <a:t>karakter</a:t>
            </a:r>
            <a:r>
              <a:rPr lang="en-GB" sz="2000" dirty="0"/>
              <a:t> </a:t>
            </a:r>
            <a:r>
              <a:rPr lang="en-GB" sz="2000" dirty="0" err="1"/>
              <a:t>basa</a:t>
            </a:r>
            <a:r>
              <a:rPr lang="en-GB" sz="2000" dirty="0"/>
              <a:t> nitrogen A, C, G, dan T/U</a:t>
            </a:r>
            <a:endParaRPr lang="en-US" sz="2000" dirty="0"/>
          </a:p>
        </p:txBody>
      </p:sp>
      <p:sp>
        <p:nvSpPr>
          <p:cNvPr id="9" name="Date Placeholder 8">
            <a:extLst>
              <a:ext uri="{FF2B5EF4-FFF2-40B4-BE49-F238E27FC236}">
                <a16:creationId xmlns:a16="http://schemas.microsoft.com/office/drawing/2014/main" id="{FC128F65-1C1F-4417-85DC-8E8E8704A260}"/>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6243B23C-D1FF-411F-B5A8-2B897C9E4504}"/>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385C5098-C704-4068-AD36-51E986159562}"/>
              </a:ext>
            </a:extLst>
          </p:cNvPr>
          <p:cNvSpPr>
            <a:spLocks noGrp="1"/>
          </p:cNvSpPr>
          <p:nvPr>
            <p:ph type="sldNum" sz="quarter" idx="12"/>
          </p:nvPr>
        </p:nvSpPr>
        <p:spPr/>
        <p:txBody>
          <a:bodyPr/>
          <a:lstStyle/>
          <a:p>
            <a:fld id="{A49DFD55-3C28-40EF-9E31-A92D2E4017FF}" type="slidenum">
              <a:rPr lang="en-US" smtClean="0"/>
              <a:pPr/>
              <a:t>12</a:t>
            </a:fld>
            <a:endParaRPr lang="en-US" dirty="0"/>
          </a:p>
        </p:txBody>
      </p:sp>
      <p:sp>
        <p:nvSpPr>
          <p:cNvPr id="3" name="TextBox 2">
            <a:extLst>
              <a:ext uri="{FF2B5EF4-FFF2-40B4-BE49-F238E27FC236}">
                <a16:creationId xmlns:a16="http://schemas.microsoft.com/office/drawing/2014/main" id="{EAEE97AB-24B1-4646-9020-C2A07069DEFF}"/>
              </a:ext>
            </a:extLst>
          </p:cNvPr>
          <p:cNvSpPr txBox="1"/>
          <p:nvPr/>
        </p:nvSpPr>
        <p:spPr>
          <a:xfrm>
            <a:off x="1145155" y="2912383"/>
            <a:ext cx="10110696" cy="2554545"/>
          </a:xfrm>
          <a:prstGeom prst="rect">
            <a:avLst/>
          </a:prstGeom>
          <a:noFill/>
        </p:spPr>
        <p:txBody>
          <a:bodyPr wrap="square" rtlCol="0">
            <a:spAutoFit/>
          </a:bodyPr>
          <a:lstStyle/>
          <a:p>
            <a:pPr algn="just" rtl="0">
              <a:spcBef>
                <a:spcPts val="0"/>
              </a:spcBef>
              <a:spcAft>
                <a:spcPts val="0"/>
              </a:spcAft>
            </a:pPr>
            <a:r>
              <a:rPr lang="en-US" sz="1000" b="0" i="0" u="none" strike="noStrike" dirty="0">
                <a:solidFill>
                  <a:srgbClr val="000000"/>
                </a:solidFill>
                <a:effectLst/>
                <a:latin typeface="Consolas" panose="020B0609020204030204" pitchFamily="49" charset="0"/>
              </a:rPr>
              <a:t>&gt;NC_003075.7:c14355201-14352037 HXK1 [organism=Arabidopsis thaliana] [</a:t>
            </a:r>
            <a:r>
              <a:rPr lang="en-US" sz="1000" b="0" i="0" u="none" strike="noStrike" dirty="0" err="1">
                <a:solidFill>
                  <a:srgbClr val="000000"/>
                </a:solidFill>
                <a:effectLst/>
                <a:latin typeface="Consolas" panose="020B0609020204030204" pitchFamily="49" charset="0"/>
              </a:rPr>
              <a:t>GeneID</a:t>
            </a:r>
            <a:r>
              <a:rPr lang="en-US" sz="1000" b="0" i="0" u="none" strike="noStrike" dirty="0">
                <a:solidFill>
                  <a:srgbClr val="000000"/>
                </a:solidFill>
                <a:effectLst/>
                <a:latin typeface="Consolas" panose="020B0609020204030204" pitchFamily="49" charset="0"/>
              </a:rPr>
              <a:t>=829034] [chromosome=4]</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AAAACCGAAATTAGACAAAAGGTTAATTTCGTCATTTCAACAGATTCTATTACCACTTCTTGTTTTGTTTTTCCATACTTTACGGACAAGAACGAGAGAAGCTCTCGCTTACGTGGTTTCTACACTGTTTTTGACGAACC</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CACCAAGCTCGAGTAGATCGGTATTAGATCCATCTTAGGTTTCTCTAATTTCTCTCAATTCACTCCAAAATTTTGATTATTTCTTCTTTCTGGCTTGTCAATTTTAGTCATTTGTAATCCTTGCTTTTGCGATCGGAATC</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GTAAAAATCCGATCTTTCTTTTAGATTCGTTTTGTTTTTGATTCCAAATCGGAAAAATGGGTAAAGTAGCTGTTGGAGCGACTGTTGTTTGCACGGCGGCGGTTTGTGCGGTGGCTGTTTTGGTTGTTCGACGACGGATG</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CAGAGCTCAGGGAAGTGGGGACGTGTTTTGGCTATCCTCAAGGCCTTTGAAGAGGATTGTGCGACTCCGATCTCGAAACTGAGACAAGTGGCTGATGCTATGACCGTTGAGATGCATGCTGGTCTTGCATCCGACGGTGG</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TAGCAAACTCAAGATGCTTATCAGCTACGTTGATAATCTTCCTTCCGGGTAATGTTTTCTAATTGGATTCAAATTCTGTTGCTTTTCATTGAAATTTTCAATCTTTGTCATATTAGAAGATAGAATATTTCTATCTCCTA</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ATATGTCATCCATTCAATGTTGTTGATTGTGTAATATGGATTACGTTATGAAATGAGTTTCGTCCTGATTTGGAGATGTAATTGCATTGTCTCTTAATGGTCAAAATTGATCGATTAGATAGGATTATTGATCTACTGTT</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TCAGAATCAGTGAATCTTTTGGAATCCAGATCATGTCCCACTGAATCATTGTCTCATTTTCTTATAGGTTTTGTTGTATCACTTCTTGATTTTGTAGATTTGTTTTCATGGATTTGAGAGTTATTGCCCTTTTGATTAAG</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GTTTAATACATAGTTACATTAAGGCAGACAATGACAGTGATGTGAATATGATTTGTCTGAAAAGTCTGTCCACAGACATCACTTTTGTCTTATGGACTTCGTGATTAGATGGCATGATGGCATTGATTATGTTATATTAC</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GTAGAACATTTTGGTGCGGTTTCATTTTCGCTTTAATATTGTTAGCCAATGCGGCAATGCGTCTAGTTTCATGTTGTAGGTCTGTCTTACATTTACTACCATTAATATAACAGGGATGAAAAGGGTCTCTTTTATGCATT</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GGACCTAGGGGGGACAAACTTCCGTGTCATGCGTGTGCTTCTTGGCGGGAAGCAAGAGCGTGTTGTTAAACAAGAATTCGAAGAAGTTTCGATTCCTCCTCATTTGATGACTGGTGGTTCAGATGTCAGTTTTCTGTTCT</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TCAATTTGTCATGTTTAGTCTTAGATGATCTTTGTGTAACAAGATTCTTTTGCGTTCTTTTGATGGATTCAGGAGTTGTTCAATTTTATAGCTGAAGCTCTTGCGAAGTTTGTCGCTACAGAATGCGAAGACTTTCATCT</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TCCAGAAGGTAGACAGAGGGAATTAGGTTTCACTTTCTCGTTTCCTGTTAAGCAGACTTCTCTGTCCTCTGGTAGTCTCATCAAATGGACAAAAGGCTTTTCCATCGAAGAAGCAGTTAAGCTCGATTTTCGTTCAACTA</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TTTCACTTAAAATGTTTAGTTTTCGCCTTTGCCTTAATCTTTGTTTAACCTGTTGCATAGGTTGGACAAGATGTTGTTGGAGCACTTAATAAGGCTCTGGAAAGAGTTGGTCTTGACATGCGAATCGCAGCACTTGTGAG</a:t>
            </a:r>
          </a:p>
          <a:p>
            <a:r>
              <a:rPr lang="en-US" sz="1000" dirty="0"/>
              <a:t>…</a:t>
            </a:r>
            <a:br>
              <a:rPr lang="en-US" sz="1000" dirty="0"/>
            </a:br>
            <a:endParaRPr lang="en-US" sz="1000" dirty="0"/>
          </a:p>
        </p:txBody>
      </p:sp>
    </p:spTree>
    <p:extLst>
      <p:ext uri="{BB962C8B-B14F-4D97-AF65-F5344CB8AC3E}">
        <p14:creationId xmlns:p14="http://schemas.microsoft.com/office/powerpoint/2010/main" val="2177414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50FDD-9A58-49FC-AF0D-4FACB4500C61}"/>
              </a:ext>
            </a:extLst>
          </p:cNvPr>
          <p:cNvSpPr>
            <a:spLocks noGrp="1"/>
          </p:cNvSpPr>
          <p:nvPr>
            <p:ph type="title"/>
          </p:nvPr>
        </p:nvSpPr>
        <p:spPr/>
        <p:txBody>
          <a:bodyPr/>
          <a:lstStyle/>
          <a:p>
            <a:r>
              <a:rPr lang="en-GB" dirty="0" err="1"/>
              <a:t>Anotasi</a:t>
            </a:r>
            <a:r>
              <a:rPr lang="en-GB" dirty="0"/>
              <a:t> GEN</a:t>
            </a:r>
            <a:endParaRPr lang="en-US" dirty="0"/>
          </a:p>
        </p:txBody>
      </p:sp>
      <p:sp>
        <p:nvSpPr>
          <p:cNvPr id="3" name="Text Placeholder 2">
            <a:extLst>
              <a:ext uri="{FF2B5EF4-FFF2-40B4-BE49-F238E27FC236}">
                <a16:creationId xmlns:a16="http://schemas.microsoft.com/office/drawing/2014/main" id="{26106BB1-F5AA-41E3-8F51-D090F776C69F}"/>
              </a:ext>
            </a:extLst>
          </p:cNvPr>
          <p:cNvSpPr>
            <a:spLocks noGrp="1"/>
          </p:cNvSpPr>
          <p:nvPr>
            <p:ph type="body" idx="1"/>
          </p:nvPr>
        </p:nvSpPr>
        <p:spPr>
          <a:xfrm>
            <a:off x="1156125" y="4413913"/>
            <a:ext cx="9777486" cy="1843196"/>
          </a:xfrm>
        </p:spPr>
        <p:txBody>
          <a:bodyPr anchor="ctr"/>
          <a:lstStyle/>
          <a:p>
            <a:pPr marL="342900" indent="-342900">
              <a:buFont typeface="Arial" panose="020B0604020202020204" pitchFamily="34" charset="0"/>
              <a:buChar char="•"/>
            </a:pPr>
            <a:r>
              <a:rPr lang="en-GB" dirty="0" err="1"/>
              <a:t>Adakah</a:t>
            </a:r>
            <a:r>
              <a:rPr lang="en-GB" dirty="0"/>
              <a:t> promoter? Dimana?</a:t>
            </a:r>
          </a:p>
          <a:p>
            <a:pPr marL="342900" indent="-342900">
              <a:buFont typeface="Arial" panose="020B0604020202020204" pitchFamily="34" charset="0"/>
              <a:buChar char="•"/>
            </a:pPr>
            <a:r>
              <a:rPr lang="en-GB" dirty="0" err="1"/>
              <a:t>Apakah</a:t>
            </a:r>
            <a:r>
              <a:rPr lang="en-GB" dirty="0"/>
              <a:t> </a:t>
            </a:r>
            <a:r>
              <a:rPr lang="en-GB" dirty="0" err="1"/>
              <a:t>sekuens</a:t>
            </a:r>
            <a:r>
              <a:rPr lang="en-GB" dirty="0"/>
              <a:t> </a:t>
            </a:r>
            <a:r>
              <a:rPr lang="en-GB" dirty="0" err="1"/>
              <a:t>ini</a:t>
            </a:r>
            <a:r>
              <a:rPr lang="en-GB" dirty="0"/>
              <a:t> </a:t>
            </a:r>
            <a:r>
              <a:rPr lang="en-GB" dirty="0" err="1"/>
              <a:t>menghasilkan</a:t>
            </a:r>
            <a:r>
              <a:rPr lang="en-GB" dirty="0"/>
              <a:t> protein? Jika </a:t>
            </a:r>
            <a:r>
              <a:rPr lang="en-GB" dirty="0" err="1"/>
              <a:t>ya</a:t>
            </a:r>
            <a:r>
              <a:rPr lang="en-GB" dirty="0"/>
              <a:t>, </a:t>
            </a:r>
            <a:r>
              <a:rPr lang="en-GB" dirty="0" err="1"/>
              <a:t>bagaimana</a:t>
            </a:r>
            <a:r>
              <a:rPr lang="en-GB" dirty="0"/>
              <a:t> </a:t>
            </a:r>
            <a:r>
              <a:rPr lang="en-GB" dirty="0" err="1"/>
              <a:t>prediksi</a:t>
            </a:r>
            <a:r>
              <a:rPr lang="en-GB" dirty="0"/>
              <a:t> </a:t>
            </a:r>
            <a:r>
              <a:rPr lang="en-GB" dirty="0" err="1"/>
              <a:t>proteinnya</a:t>
            </a:r>
            <a:r>
              <a:rPr lang="en-GB" dirty="0"/>
              <a:t>?</a:t>
            </a:r>
          </a:p>
          <a:p>
            <a:pPr marL="342900" indent="-342900">
              <a:buFont typeface="Arial" panose="020B0604020202020204" pitchFamily="34" charset="0"/>
              <a:buChar char="•"/>
            </a:pPr>
            <a:r>
              <a:rPr lang="en-GB" dirty="0"/>
              <a:t>Dimana </a:t>
            </a:r>
            <a:r>
              <a:rPr lang="en-GB" dirty="0" err="1"/>
              <a:t>letak</a:t>
            </a:r>
            <a:r>
              <a:rPr lang="en-GB" dirty="0"/>
              <a:t> </a:t>
            </a:r>
            <a:r>
              <a:rPr lang="en-GB" dirty="0" err="1"/>
              <a:t>sekuens</a:t>
            </a:r>
            <a:r>
              <a:rPr lang="en-GB" dirty="0"/>
              <a:t> yang </a:t>
            </a:r>
            <a:r>
              <a:rPr lang="en-GB" dirty="0" err="1"/>
              <a:t>mengodekan</a:t>
            </a:r>
            <a:r>
              <a:rPr lang="en-GB" dirty="0"/>
              <a:t> protein?</a:t>
            </a:r>
          </a:p>
          <a:p>
            <a:pPr marL="342900" indent="-342900">
              <a:buFont typeface="Arial" panose="020B0604020202020204" pitchFamily="34" charset="0"/>
              <a:buChar char="•"/>
            </a:pPr>
            <a:r>
              <a:rPr lang="en-GB" dirty="0" err="1"/>
              <a:t>dst</a:t>
            </a:r>
            <a:r>
              <a:rPr lang="en-GB" dirty="0"/>
              <a:t>.</a:t>
            </a:r>
          </a:p>
        </p:txBody>
      </p:sp>
      <p:sp>
        <p:nvSpPr>
          <p:cNvPr id="9" name="Date Placeholder 8">
            <a:extLst>
              <a:ext uri="{FF2B5EF4-FFF2-40B4-BE49-F238E27FC236}">
                <a16:creationId xmlns:a16="http://schemas.microsoft.com/office/drawing/2014/main" id="{888B61D6-0E4F-42F2-B050-AA08443F6797}"/>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73CF8671-FD51-4488-97F1-363B3F954F07}"/>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D39901C6-105F-47CA-B742-034B8B9EEF90}"/>
              </a:ext>
            </a:extLst>
          </p:cNvPr>
          <p:cNvSpPr>
            <a:spLocks noGrp="1"/>
          </p:cNvSpPr>
          <p:nvPr>
            <p:ph type="sldNum" sz="quarter" idx="12"/>
          </p:nvPr>
        </p:nvSpPr>
        <p:spPr/>
        <p:txBody>
          <a:bodyPr/>
          <a:lstStyle/>
          <a:p>
            <a:fld id="{A49DFD55-3C28-40EF-9E31-A92D2E4017FF}" type="slidenum">
              <a:rPr lang="en-US" smtClean="0"/>
              <a:pPr/>
              <a:t>13</a:t>
            </a:fld>
            <a:endParaRPr lang="en-US" dirty="0"/>
          </a:p>
        </p:txBody>
      </p:sp>
      <p:sp>
        <p:nvSpPr>
          <p:cNvPr id="12" name="TextBox 11">
            <a:extLst>
              <a:ext uri="{FF2B5EF4-FFF2-40B4-BE49-F238E27FC236}">
                <a16:creationId xmlns:a16="http://schemas.microsoft.com/office/drawing/2014/main" id="{CAACB2CD-CDC8-49B6-B2CD-6AED1142D446}"/>
              </a:ext>
            </a:extLst>
          </p:cNvPr>
          <p:cNvSpPr txBox="1"/>
          <p:nvPr/>
        </p:nvSpPr>
        <p:spPr>
          <a:xfrm>
            <a:off x="1040652" y="1859368"/>
            <a:ext cx="10110696" cy="2554545"/>
          </a:xfrm>
          <a:prstGeom prst="rect">
            <a:avLst/>
          </a:prstGeom>
          <a:noFill/>
        </p:spPr>
        <p:txBody>
          <a:bodyPr wrap="square" rtlCol="0">
            <a:spAutoFit/>
          </a:bodyPr>
          <a:lstStyle/>
          <a:p>
            <a:pPr algn="just" rtl="0">
              <a:spcBef>
                <a:spcPts val="0"/>
              </a:spcBef>
              <a:spcAft>
                <a:spcPts val="0"/>
              </a:spcAft>
            </a:pPr>
            <a:r>
              <a:rPr lang="en-US" sz="1000" b="0" i="0" u="none" strike="noStrike" dirty="0">
                <a:solidFill>
                  <a:srgbClr val="000000"/>
                </a:solidFill>
                <a:effectLst/>
                <a:latin typeface="Consolas" panose="020B0609020204030204" pitchFamily="49" charset="0"/>
              </a:rPr>
              <a:t>&gt;NC_003075.7:c14355201-14352037 HXK1 [organism=Arabidopsis thaliana] [</a:t>
            </a:r>
            <a:r>
              <a:rPr lang="en-US" sz="1000" b="0" i="0" u="none" strike="noStrike" dirty="0" err="1">
                <a:solidFill>
                  <a:srgbClr val="000000"/>
                </a:solidFill>
                <a:effectLst/>
                <a:latin typeface="Consolas" panose="020B0609020204030204" pitchFamily="49" charset="0"/>
              </a:rPr>
              <a:t>GeneID</a:t>
            </a:r>
            <a:r>
              <a:rPr lang="en-US" sz="1000" b="0" i="0" u="none" strike="noStrike" dirty="0">
                <a:solidFill>
                  <a:srgbClr val="000000"/>
                </a:solidFill>
                <a:effectLst/>
                <a:latin typeface="Consolas" panose="020B0609020204030204" pitchFamily="49" charset="0"/>
              </a:rPr>
              <a:t>=829034] [chromosome=4]</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AAAACCGAAATTAGACAAAAGGTTAATTTCGTCATTTCAACAGATTCTATTACCACTTCTTGTTTTGTTTTTCCATACTTTACGGACAAGAACGAGAGAAGCTCTCGCTTACGTGGTTTCTACACTGTTTTTGACGAACC</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CACCAAGCTCGAGTAGATCGGTATTAGATCCATCTTAGGTTTCTCTAATTTCTCTCAATTCACTCCAAAATTTTGATTATTTCTTCTTTCTGGCTTGTCAATTTTAGTCATTTGTAATCCTTGCTTTTGCGATCGGAATC</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GTAAAAATCCGATCTTTCTTTTAGATTCGTTTTGTTTTTGATTCCAAATCGGAAAAATGGGTAAAGTAGCTGTTGGAGCGACTGTTGTTTGCACGGCGGCGGTTTGTGCGGTGGCTGTTTTGGTTGTTCGACGACGGATG</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CAGAGCTCAGGGAAGTGGGGACGTGTTTTGGCTATCCTCAAGGCCTTTGAAGAGGATTGTGCGACTCCGATCTCGAAACTGAGACAAGTGGCTGATGCTATGACCGTTGAGATGCATGCTGGTCTTGCATCCGACGGTGG</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TAGCAAACTCAAGATGCTTATCAGCTACGTTGATAATCTTCCTTCCGGGTAATGTTTTCTAATTGGATTCAAATTCTGTTGCTTTTCATTGAAATTTTCAATCTTTGTCATATTAGAAGATAGAATATTTCTATCTCCTA</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ATATGTCATCCATTCAATGTTGTTGATTGTGTAATATGGATTACGTTATGAAATGAGTTTCGTCCTGATTTGGAGATGTAATTGCATTGTCTCTTAATGGTCAAAATTGATCGATTAGATAGGATTATTGATCTACTGTT</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TCAGAATCAGTGAATCTTTTGGAATCCAGATCATGTCCCACTGAATCATTGTCTCATTTTCTTATAGGTTTTGTTGTATCACTTCTTGATTTTGTAGATTTGTTTTCATGGATTTGAGAGTTATTGCCCTTTTGATTAAG</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GTTTAATACATAGTTACATTAAGGCAGACAATGACAGTGATGTGAATATGATTTGTCTGAAAAGTCTGTCCACAGACATCACTTTTGTCTTATGGACTTCGTGATTAGATGGCATGATGGCATTGATTATGTTATATTAC</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GTAGAACATTTTGGTGCGGTTTCATTTTCGCTTTAATATTGTTAGCCAATGCGGCAATGCGTCTAGTTTCATGTTGTAGGTCTGTCTTACATTTACTACCATTAATATAACAGGGATGAAAAGGGTCTCTTTTATGCATT</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GGACCTAGGGGGGACAAACTTCCGTGTCATGCGTGTGCTTCTTGGCGGGAAGCAAGAGCGTGTTGTTAAACAAGAATTCGAAGAAGTTTCGATTCCTCCTCATTTGATGACTGGTGGTTCAGATGTCAGTTTTCTGTTCT</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TCAATTTGTCATGTTTAGTCTTAGATGATCTTTGTGTAACAAGATTCTTTTGCGTTCTTTTGATGGATTCAGGAGTTGTTCAATTTTATAGCTGAAGCTCTTGCGAAGTTTGTCGCTACAGAATGCGAAGACTTTCATCT</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TCCAGAAGGTAGACAGAGGGAATTAGGTTTCACTTTCTCGTTTCCTGTTAAGCAGACTTCTCTGTCCTCTGGTAGTCTCATCAAATGGACAAAAGGCTTTTCCATCGAAGAAGCAGTTAAGCTCGATTTTCGTTCAACTA</a:t>
            </a:r>
          </a:p>
          <a:p>
            <a:pPr algn="just" rtl="0">
              <a:spcBef>
                <a:spcPts val="0"/>
              </a:spcBef>
              <a:spcAft>
                <a:spcPts val="0"/>
              </a:spcAft>
            </a:pPr>
            <a:r>
              <a:rPr lang="en-US" sz="1000" b="0" i="0" u="none" strike="noStrike" dirty="0">
                <a:solidFill>
                  <a:srgbClr val="000000"/>
                </a:solidFill>
                <a:effectLst/>
                <a:latin typeface="Consolas" panose="020B0609020204030204" pitchFamily="49" charset="0"/>
              </a:rPr>
              <a:t>TTTCACTTAAAATGTTTAGTTTTCGCCTTTGCCTTAATCTTTGTTTAACCTGTTGCATAGGTTGGACAAGATGTTGTTGGAGCACTTAATAAGGCTCTGGAAAGAGTTGGTCTTGACATGCGAATCGCAGCACTTGTGAG</a:t>
            </a:r>
          </a:p>
          <a:p>
            <a:r>
              <a:rPr lang="en-US" sz="1000" dirty="0"/>
              <a:t>…</a:t>
            </a:r>
            <a:br>
              <a:rPr lang="en-US" sz="1000" dirty="0"/>
            </a:br>
            <a:endParaRPr lang="en-US" sz="1000" dirty="0"/>
          </a:p>
        </p:txBody>
      </p:sp>
    </p:spTree>
    <p:extLst>
      <p:ext uri="{BB962C8B-B14F-4D97-AF65-F5344CB8AC3E}">
        <p14:creationId xmlns:p14="http://schemas.microsoft.com/office/powerpoint/2010/main" val="36770322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05B2A-8BD1-43D4-9B13-9D1D3352D816}"/>
              </a:ext>
            </a:extLst>
          </p:cNvPr>
          <p:cNvSpPr>
            <a:spLocks noGrp="1"/>
          </p:cNvSpPr>
          <p:nvPr>
            <p:ph type="title"/>
          </p:nvPr>
        </p:nvSpPr>
        <p:spPr/>
        <p:txBody>
          <a:bodyPr/>
          <a:lstStyle/>
          <a:p>
            <a:r>
              <a:rPr lang="en-GB" dirty="0" err="1"/>
              <a:t>Struktur</a:t>
            </a:r>
            <a:r>
              <a:rPr lang="en-GB" dirty="0"/>
              <a:t> GEN</a:t>
            </a:r>
            <a:endParaRPr lang="en-US" dirty="0"/>
          </a:p>
        </p:txBody>
      </p:sp>
      <p:sp>
        <p:nvSpPr>
          <p:cNvPr id="3" name="Text Placeholder 2">
            <a:extLst>
              <a:ext uri="{FF2B5EF4-FFF2-40B4-BE49-F238E27FC236}">
                <a16:creationId xmlns:a16="http://schemas.microsoft.com/office/drawing/2014/main" id="{8D17EB29-3C38-408C-8E73-B31D7E5D1FB8}"/>
              </a:ext>
            </a:extLst>
          </p:cNvPr>
          <p:cNvSpPr>
            <a:spLocks noGrp="1"/>
          </p:cNvSpPr>
          <p:nvPr>
            <p:ph type="body" idx="1"/>
          </p:nvPr>
        </p:nvSpPr>
        <p:spPr>
          <a:xfrm>
            <a:off x="838200" y="5879305"/>
            <a:ext cx="10515600" cy="365125"/>
          </a:xfrm>
        </p:spPr>
        <p:txBody>
          <a:bodyPr/>
          <a:lstStyle/>
          <a:p>
            <a:endParaRPr lang="en-US" dirty="0"/>
          </a:p>
        </p:txBody>
      </p:sp>
      <p:sp>
        <p:nvSpPr>
          <p:cNvPr id="9" name="Date Placeholder 8">
            <a:extLst>
              <a:ext uri="{FF2B5EF4-FFF2-40B4-BE49-F238E27FC236}">
                <a16:creationId xmlns:a16="http://schemas.microsoft.com/office/drawing/2014/main" id="{67730F45-CDA2-472B-A792-A9F8A070D569}"/>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6F4DAC98-073F-4EA4-9551-BF51345E3164}"/>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8003C3F3-293D-45E9-8DCB-3B220BE6A751}"/>
              </a:ext>
            </a:extLst>
          </p:cNvPr>
          <p:cNvSpPr>
            <a:spLocks noGrp="1"/>
          </p:cNvSpPr>
          <p:nvPr>
            <p:ph type="sldNum" sz="quarter" idx="12"/>
          </p:nvPr>
        </p:nvSpPr>
        <p:spPr/>
        <p:txBody>
          <a:bodyPr/>
          <a:lstStyle/>
          <a:p>
            <a:fld id="{A49DFD55-3C28-40EF-9E31-A92D2E4017FF}" type="slidenum">
              <a:rPr lang="en-US" smtClean="0"/>
              <a:pPr/>
              <a:t>14</a:t>
            </a:fld>
            <a:endParaRPr lang="en-US" dirty="0"/>
          </a:p>
        </p:txBody>
      </p:sp>
      <p:pic>
        <p:nvPicPr>
          <p:cNvPr id="14" name="Picture 2">
            <a:extLst>
              <a:ext uri="{FF2B5EF4-FFF2-40B4-BE49-F238E27FC236}">
                <a16:creationId xmlns:a16="http://schemas.microsoft.com/office/drawing/2014/main" id="{2922CD74-CF71-45BD-AA71-1B69CFB3FD2E}"/>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2357520" y="2039218"/>
            <a:ext cx="7476959" cy="3502816"/>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63D3F0DA-850A-479F-A52C-51568B4BF492}"/>
              </a:ext>
            </a:extLst>
          </p:cNvPr>
          <p:cNvSpPr txBox="1"/>
          <p:nvPr/>
        </p:nvSpPr>
        <p:spPr>
          <a:xfrm>
            <a:off x="4435162" y="3244334"/>
            <a:ext cx="2184316" cy="369332"/>
          </a:xfrm>
          <a:prstGeom prst="rect">
            <a:avLst/>
          </a:prstGeom>
          <a:noFill/>
        </p:spPr>
        <p:txBody>
          <a:bodyPr wrap="none" rtlCol="0">
            <a:spAutoFit/>
          </a:bodyPr>
          <a:lstStyle/>
          <a:p>
            <a:r>
              <a:rPr lang="en-GB" dirty="0" err="1">
                <a:solidFill>
                  <a:srgbClr val="FF0000"/>
                </a:solidFill>
              </a:rPr>
              <a:t>Tumbuhan</a:t>
            </a:r>
            <a:r>
              <a:rPr lang="en-GB" dirty="0">
                <a:solidFill>
                  <a:srgbClr val="FF0000"/>
                </a:solidFill>
              </a:rPr>
              <a:t> &amp; </a:t>
            </a:r>
            <a:r>
              <a:rPr lang="en-GB" dirty="0" err="1">
                <a:solidFill>
                  <a:srgbClr val="FF0000"/>
                </a:solidFill>
              </a:rPr>
              <a:t>Hewan</a:t>
            </a:r>
            <a:endParaRPr lang="en-US" dirty="0">
              <a:solidFill>
                <a:srgbClr val="FF0000"/>
              </a:solidFill>
            </a:endParaRPr>
          </a:p>
        </p:txBody>
      </p:sp>
      <p:sp>
        <p:nvSpPr>
          <p:cNvPr id="16" name="TextBox 15">
            <a:extLst>
              <a:ext uri="{FF2B5EF4-FFF2-40B4-BE49-F238E27FC236}">
                <a16:creationId xmlns:a16="http://schemas.microsoft.com/office/drawing/2014/main" id="{54F112BD-7FA6-4C54-9448-62B109A3B65F}"/>
              </a:ext>
            </a:extLst>
          </p:cNvPr>
          <p:cNvSpPr txBox="1"/>
          <p:nvPr/>
        </p:nvSpPr>
        <p:spPr>
          <a:xfrm>
            <a:off x="4435162" y="1927298"/>
            <a:ext cx="1972784" cy="369332"/>
          </a:xfrm>
          <a:prstGeom prst="rect">
            <a:avLst/>
          </a:prstGeom>
          <a:noFill/>
        </p:spPr>
        <p:txBody>
          <a:bodyPr wrap="none" rtlCol="0">
            <a:spAutoFit/>
          </a:bodyPr>
          <a:lstStyle/>
          <a:p>
            <a:r>
              <a:rPr lang="en-GB" dirty="0" err="1">
                <a:solidFill>
                  <a:srgbClr val="FF0000"/>
                </a:solidFill>
              </a:rPr>
              <a:t>Bakteri</a:t>
            </a:r>
            <a:r>
              <a:rPr lang="en-GB" dirty="0">
                <a:solidFill>
                  <a:srgbClr val="FF0000"/>
                </a:solidFill>
              </a:rPr>
              <a:t> &amp; Archaea</a:t>
            </a:r>
            <a:endParaRPr lang="en-US" dirty="0">
              <a:solidFill>
                <a:srgbClr val="FF0000"/>
              </a:solidFill>
            </a:endParaRPr>
          </a:p>
        </p:txBody>
      </p:sp>
    </p:spTree>
    <p:extLst>
      <p:ext uri="{BB962C8B-B14F-4D97-AF65-F5344CB8AC3E}">
        <p14:creationId xmlns:p14="http://schemas.microsoft.com/office/powerpoint/2010/main" val="14099656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AFBAA-69DF-4FBC-A005-913A2898FDB2}"/>
              </a:ext>
            </a:extLst>
          </p:cNvPr>
          <p:cNvSpPr>
            <a:spLocks noGrp="1"/>
          </p:cNvSpPr>
          <p:nvPr>
            <p:ph type="title"/>
          </p:nvPr>
        </p:nvSpPr>
        <p:spPr/>
        <p:txBody>
          <a:bodyPr/>
          <a:lstStyle/>
          <a:p>
            <a:r>
              <a:rPr lang="en-GB" dirty="0"/>
              <a:t>ANOTASI GEN</a:t>
            </a:r>
            <a:endParaRPr lang="en-US" dirty="0"/>
          </a:p>
        </p:txBody>
      </p:sp>
      <p:sp>
        <p:nvSpPr>
          <p:cNvPr id="9" name="Date Placeholder 8">
            <a:extLst>
              <a:ext uri="{FF2B5EF4-FFF2-40B4-BE49-F238E27FC236}">
                <a16:creationId xmlns:a16="http://schemas.microsoft.com/office/drawing/2014/main" id="{E39826A0-8B45-44C5-B17A-E60FDB17B211}"/>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D128B898-B64E-4B02-991D-42239B42604C}"/>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1ADC45C7-2A42-4F2D-A6FB-F610B2A94298}"/>
              </a:ext>
            </a:extLst>
          </p:cNvPr>
          <p:cNvSpPr>
            <a:spLocks noGrp="1"/>
          </p:cNvSpPr>
          <p:nvPr>
            <p:ph type="sldNum" sz="quarter" idx="12"/>
          </p:nvPr>
        </p:nvSpPr>
        <p:spPr/>
        <p:txBody>
          <a:bodyPr/>
          <a:lstStyle/>
          <a:p>
            <a:fld id="{A49DFD55-3C28-40EF-9E31-A92D2E4017FF}" type="slidenum">
              <a:rPr lang="en-US" smtClean="0"/>
              <a:pPr/>
              <a:t>15</a:t>
            </a:fld>
            <a:endParaRPr lang="en-US" dirty="0"/>
          </a:p>
        </p:txBody>
      </p:sp>
      <p:pic>
        <p:nvPicPr>
          <p:cNvPr id="14" name="Picture 2">
            <a:extLst>
              <a:ext uri="{FF2B5EF4-FFF2-40B4-BE49-F238E27FC236}">
                <a16:creationId xmlns:a16="http://schemas.microsoft.com/office/drawing/2014/main" id="{A877C9AC-68BF-4718-9D23-D5AE3D2F4F4A}"/>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2628364" y="2069464"/>
            <a:ext cx="6935271" cy="2936760"/>
          </a:xfrm>
          <a:prstGeom prst="rect">
            <a:avLst/>
          </a:prstGeom>
          <a:noFill/>
          <a:extLst>
            <a:ext uri="{909E8E84-426E-40DD-AFC4-6F175D3DCCD1}">
              <a14:hiddenFill xmlns:a14="http://schemas.microsoft.com/office/drawing/2010/main">
                <a:solidFill>
                  <a:srgbClr val="FFFFFF"/>
                </a:solidFill>
              </a14:hiddenFill>
            </a:ext>
          </a:extLst>
        </p:spPr>
      </p:pic>
      <p:sp>
        <p:nvSpPr>
          <p:cNvPr id="15" name="Text Placeholder 2">
            <a:extLst>
              <a:ext uri="{FF2B5EF4-FFF2-40B4-BE49-F238E27FC236}">
                <a16:creationId xmlns:a16="http://schemas.microsoft.com/office/drawing/2014/main" id="{CB836D01-6D3E-47EB-B4E6-14A1704B08F5}"/>
              </a:ext>
            </a:extLst>
          </p:cNvPr>
          <p:cNvSpPr>
            <a:spLocks noGrp="1"/>
          </p:cNvSpPr>
          <p:nvPr>
            <p:ph type="body" idx="1"/>
          </p:nvPr>
        </p:nvSpPr>
        <p:spPr>
          <a:xfrm>
            <a:off x="2628364" y="5006224"/>
            <a:ext cx="6935271" cy="823912"/>
          </a:xfrm>
        </p:spPr>
        <p:txBody>
          <a:bodyPr anchor="ctr"/>
          <a:lstStyle/>
          <a:p>
            <a:r>
              <a:rPr lang="en-GB" sz="1600" dirty="0"/>
              <a:t>Hasil </a:t>
            </a:r>
            <a:r>
              <a:rPr lang="en-GB" sz="1600" dirty="0" err="1"/>
              <a:t>Analisis</a:t>
            </a:r>
            <a:r>
              <a:rPr lang="en-GB" sz="1600" dirty="0"/>
              <a:t> DNA </a:t>
            </a:r>
            <a:r>
              <a:rPr lang="en-GB" sz="1600" dirty="0" err="1"/>
              <a:t>dengan</a:t>
            </a:r>
            <a:r>
              <a:rPr lang="en-GB" sz="1600" dirty="0"/>
              <a:t> FGENESH (</a:t>
            </a:r>
            <a:r>
              <a:rPr lang="en-GB" sz="1600" dirty="0" err="1"/>
              <a:t>Solovyev</a:t>
            </a:r>
            <a:r>
              <a:rPr lang="en-GB" sz="1600" dirty="0"/>
              <a:t> et. al., 2006)</a:t>
            </a:r>
            <a:endParaRPr lang="en-US" sz="1600" dirty="0"/>
          </a:p>
        </p:txBody>
      </p:sp>
      <p:sp>
        <p:nvSpPr>
          <p:cNvPr id="13" name="Oval 12">
            <a:extLst>
              <a:ext uri="{FF2B5EF4-FFF2-40B4-BE49-F238E27FC236}">
                <a16:creationId xmlns:a16="http://schemas.microsoft.com/office/drawing/2014/main" id="{6DF5C210-42FB-4398-830D-3E6712518F67}"/>
              </a:ext>
            </a:extLst>
          </p:cNvPr>
          <p:cNvSpPr/>
          <p:nvPr/>
        </p:nvSpPr>
        <p:spPr>
          <a:xfrm>
            <a:off x="2430420" y="2468881"/>
            <a:ext cx="822232" cy="705394"/>
          </a:xfrm>
          <a:prstGeom prst="ellipse">
            <a:avLst/>
          </a:prstGeom>
          <a:noFill/>
          <a:ln w="38100">
            <a:solidFill>
              <a:srgbClr val="7030A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a16="http://schemas.microsoft.com/office/drawing/2014/main" id="{28CC8388-0F28-4124-A9B3-AE7A9328A534}"/>
              </a:ext>
            </a:extLst>
          </p:cNvPr>
          <p:cNvSpPr/>
          <p:nvPr/>
        </p:nvSpPr>
        <p:spPr>
          <a:xfrm>
            <a:off x="8939347" y="2455819"/>
            <a:ext cx="822232" cy="705394"/>
          </a:xfrm>
          <a:prstGeom prst="ellipse">
            <a:avLst/>
          </a:prstGeom>
          <a:noFill/>
          <a:ln w="38100">
            <a:solidFill>
              <a:srgbClr val="7030A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8" name="Oval 17">
            <a:extLst>
              <a:ext uri="{FF2B5EF4-FFF2-40B4-BE49-F238E27FC236}">
                <a16:creationId xmlns:a16="http://schemas.microsoft.com/office/drawing/2014/main" id="{53F7DABF-F242-4119-A1BD-7A5B2A1F70F9}"/>
              </a:ext>
            </a:extLst>
          </p:cNvPr>
          <p:cNvSpPr/>
          <p:nvPr/>
        </p:nvSpPr>
        <p:spPr>
          <a:xfrm>
            <a:off x="3252651" y="2455819"/>
            <a:ext cx="5686695" cy="705394"/>
          </a:xfrm>
          <a:prstGeom prst="ellipse">
            <a:avLst/>
          </a:prstGeom>
          <a:noFill/>
          <a:ln w="38100">
            <a:solidFill>
              <a:srgbClr val="7030A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9" name="TextBox 18">
            <a:extLst>
              <a:ext uri="{FF2B5EF4-FFF2-40B4-BE49-F238E27FC236}">
                <a16:creationId xmlns:a16="http://schemas.microsoft.com/office/drawing/2014/main" id="{142EAFFF-F5FF-44F1-A4F5-5FF10189AB57}"/>
              </a:ext>
            </a:extLst>
          </p:cNvPr>
          <p:cNvSpPr txBox="1"/>
          <p:nvPr/>
        </p:nvSpPr>
        <p:spPr>
          <a:xfrm>
            <a:off x="9183904" y="4455595"/>
            <a:ext cx="1596591" cy="369332"/>
          </a:xfrm>
          <a:prstGeom prst="rect">
            <a:avLst/>
          </a:prstGeom>
          <a:noFill/>
        </p:spPr>
        <p:txBody>
          <a:bodyPr wrap="none" rtlCol="0">
            <a:spAutoFit/>
          </a:bodyPr>
          <a:lstStyle/>
          <a:p>
            <a:r>
              <a:rPr lang="en-GB" dirty="0" err="1"/>
              <a:t>Ekson</a:t>
            </a:r>
            <a:r>
              <a:rPr lang="en-GB" dirty="0"/>
              <a:t> &amp; intron</a:t>
            </a:r>
            <a:endParaRPr lang="en-US" dirty="0"/>
          </a:p>
        </p:txBody>
      </p:sp>
      <p:sp>
        <p:nvSpPr>
          <p:cNvPr id="21" name="TextBox 20">
            <a:extLst>
              <a:ext uri="{FF2B5EF4-FFF2-40B4-BE49-F238E27FC236}">
                <a16:creationId xmlns:a16="http://schemas.microsoft.com/office/drawing/2014/main" id="{877224E0-7F07-49AC-92BC-37DC6EFB45BF}"/>
              </a:ext>
            </a:extLst>
          </p:cNvPr>
          <p:cNvSpPr txBox="1"/>
          <p:nvPr/>
        </p:nvSpPr>
        <p:spPr>
          <a:xfrm>
            <a:off x="9982199" y="3379831"/>
            <a:ext cx="842090" cy="369332"/>
          </a:xfrm>
          <a:prstGeom prst="rect">
            <a:avLst/>
          </a:prstGeom>
          <a:noFill/>
        </p:spPr>
        <p:txBody>
          <a:bodyPr wrap="none" rtlCol="0">
            <a:spAutoFit/>
          </a:bodyPr>
          <a:lstStyle/>
          <a:p>
            <a:r>
              <a:rPr lang="en-GB" dirty="0"/>
              <a:t>Poly-A</a:t>
            </a:r>
            <a:endParaRPr lang="en-US" dirty="0"/>
          </a:p>
        </p:txBody>
      </p:sp>
      <p:sp>
        <p:nvSpPr>
          <p:cNvPr id="22" name="TextBox 21">
            <a:extLst>
              <a:ext uri="{FF2B5EF4-FFF2-40B4-BE49-F238E27FC236}">
                <a16:creationId xmlns:a16="http://schemas.microsoft.com/office/drawing/2014/main" id="{D9311EFD-558F-4AE4-BCE0-9656996B5DE3}"/>
              </a:ext>
            </a:extLst>
          </p:cNvPr>
          <p:cNvSpPr txBox="1"/>
          <p:nvPr/>
        </p:nvSpPr>
        <p:spPr>
          <a:xfrm>
            <a:off x="701036" y="4455595"/>
            <a:ext cx="1729384" cy="369332"/>
          </a:xfrm>
          <a:prstGeom prst="rect">
            <a:avLst/>
          </a:prstGeom>
          <a:noFill/>
        </p:spPr>
        <p:txBody>
          <a:bodyPr wrap="none" rtlCol="0">
            <a:spAutoFit/>
          </a:bodyPr>
          <a:lstStyle/>
          <a:p>
            <a:r>
              <a:rPr lang="en-GB" dirty="0"/>
              <a:t>Promotor &amp; TSS</a:t>
            </a:r>
            <a:endParaRPr lang="en-US" dirty="0"/>
          </a:p>
        </p:txBody>
      </p:sp>
      <p:cxnSp>
        <p:nvCxnSpPr>
          <p:cNvPr id="23" name="Straight Arrow Connector 22">
            <a:extLst>
              <a:ext uri="{FF2B5EF4-FFF2-40B4-BE49-F238E27FC236}">
                <a16:creationId xmlns:a16="http://schemas.microsoft.com/office/drawing/2014/main" id="{6E5565B1-A422-4B38-BC1A-19A09D7B7ED2}"/>
              </a:ext>
            </a:extLst>
          </p:cNvPr>
          <p:cNvCxnSpPr>
            <a:cxnSpLocks/>
            <a:stCxn id="19" idx="1"/>
            <a:endCxn id="18" idx="4"/>
          </p:cNvCxnSpPr>
          <p:nvPr/>
        </p:nvCxnSpPr>
        <p:spPr>
          <a:xfrm flipH="1" flipV="1">
            <a:off x="6095999" y="3161213"/>
            <a:ext cx="3087905" cy="1479048"/>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27" name="Straight Arrow Connector 26">
            <a:extLst>
              <a:ext uri="{FF2B5EF4-FFF2-40B4-BE49-F238E27FC236}">
                <a16:creationId xmlns:a16="http://schemas.microsoft.com/office/drawing/2014/main" id="{570337EB-D279-49EB-B4A7-ABCA5F0E7848}"/>
              </a:ext>
            </a:extLst>
          </p:cNvPr>
          <p:cNvCxnSpPr>
            <a:stCxn id="22" idx="0"/>
            <a:endCxn id="13" idx="2"/>
          </p:cNvCxnSpPr>
          <p:nvPr/>
        </p:nvCxnSpPr>
        <p:spPr>
          <a:xfrm flipV="1">
            <a:off x="1565728" y="2821578"/>
            <a:ext cx="864692" cy="1634017"/>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29" name="Straight Arrow Connector 28">
            <a:extLst>
              <a:ext uri="{FF2B5EF4-FFF2-40B4-BE49-F238E27FC236}">
                <a16:creationId xmlns:a16="http://schemas.microsoft.com/office/drawing/2014/main" id="{3EA2D719-C814-4C8E-9F2C-FB44BDC981E1}"/>
              </a:ext>
            </a:extLst>
          </p:cNvPr>
          <p:cNvCxnSpPr>
            <a:stCxn id="21" idx="0"/>
            <a:endCxn id="17" idx="6"/>
          </p:cNvCxnSpPr>
          <p:nvPr/>
        </p:nvCxnSpPr>
        <p:spPr>
          <a:xfrm flipH="1" flipV="1">
            <a:off x="9761579" y="2808516"/>
            <a:ext cx="641665" cy="571315"/>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6339605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9A5178-297E-4C50-A737-6ACAEE0AB7A5}"/>
              </a:ext>
            </a:extLst>
          </p:cNvPr>
          <p:cNvSpPr>
            <a:spLocks noGrp="1"/>
          </p:cNvSpPr>
          <p:nvPr>
            <p:ph type="title"/>
          </p:nvPr>
        </p:nvSpPr>
        <p:spPr/>
        <p:txBody>
          <a:bodyPr/>
          <a:lstStyle/>
          <a:p>
            <a:r>
              <a:rPr lang="en-GB" dirty="0"/>
              <a:t>MULTITASK LEARNING</a:t>
            </a:r>
            <a:endParaRPr lang="en-US" dirty="0"/>
          </a:p>
        </p:txBody>
      </p:sp>
      <p:sp>
        <p:nvSpPr>
          <p:cNvPr id="4" name="Content Placeholder 3">
            <a:extLst>
              <a:ext uri="{FF2B5EF4-FFF2-40B4-BE49-F238E27FC236}">
                <a16:creationId xmlns:a16="http://schemas.microsoft.com/office/drawing/2014/main" id="{B7C41C40-025F-4DF6-93E6-6174D187E6A4}"/>
              </a:ext>
            </a:extLst>
          </p:cNvPr>
          <p:cNvSpPr>
            <a:spLocks noGrp="1"/>
          </p:cNvSpPr>
          <p:nvPr>
            <p:ph sz="half" idx="2"/>
          </p:nvPr>
        </p:nvSpPr>
        <p:spPr>
          <a:xfrm>
            <a:off x="1243104" y="1854926"/>
            <a:ext cx="10110696" cy="3977547"/>
          </a:xfrm>
        </p:spPr>
        <p:txBody>
          <a:bodyPr>
            <a:normAutofit/>
          </a:bodyPr>
          <a:lstStyle/>
          <a:p>
            <a:pPr marL="285750" indent="-285750">
              <a:buFont typeface="Arial" panose="020B0604020202020204" pitchFamily="34" charset="0"/>
              <a:buChar char="•"/>
            </a:pPr>
            <a:r>
              <a:rPr lang="en-US" sz="2000" i="1" dirty="0"/>
              <a:t>def.</a:t>
            </a:r>
            <a:r>
              <a:rPr lang="en-US" sz="2000" dirty="0"/>
              <a:t> MTL </a:t>
            </a:r>
            <a:r>
              <a:rPr lang="en-US" sz="2000" dirty="0" err="1"/>
              <a:t>melakukan</a:t>
            </a:r>
            <a:r>
              <a:rPr lang="en-US" sz="2000" dirty="0"/>
              <a:t> </a:t>
            </a:r>
            <a:r>
              <a:rPr lang="en-US" sz="2000" i="1" dirty="0"/>
              <a:t>learning</a:t>
            </a:r>
            <a:r>
              <a:rPr lang="en-US" sz="2000" dirty="0"/>
              <a:t> </a:t>
            </a:r>
            <a:r>
              <a:rPr lang="en-US" sz="2000" dirty="0" err="1"/>
              <a:t>secara</a:t>
            </a:r>
            <a:r>
              <a:rPr lang="en-US" sz="2000" dirty="0"/>
              <a:t> </a:t>
            </a:r>
            <a:r>
              <a:rPr lang="en-US" sz="2000" dirty="0" err="1"/>
              <a:t>paralel</a:t>
            </a:r>
            <a:r>
              <a:rPr lang="en-US" sz="2000" dirty="0"/>
              <a:t> </a:t>
            </a:r>
            <a:r>
              <a:rPr lang="en-US" sz="2000" dirty="0" err="1"/>
              <a:t>untuk</a:t>
            </a:r>
            <a:r>
              <a:rPr lang="en-US" sz="2000" dirty="0"/>
              <a:t> </a:t>
            </a:r>
            <a:r>
              <a:rPr lang="en-US" sz="2000" dirty="0" err="1"/>
              <a:t>berbagai</a:t>
            </a:r>
            <a:r>
              <a:rPr lang="en-US" sz="2000" dirty="0"/>
              <a:t> </a:t>
            </a:r>
            <a:r>
              <a:rPr lang="en-US" sz="2000" i="1" dirty="0"/>
              <a:t>task</a:t>
            </a:r>
            <a:r>
              <a:rPr lang="en-US" sz="2000" dirty="0"/>
              <a:t> </a:t>
            </a:r>
            <a:r>
              <a:rPr lang="en-US" sz="2000" dirty="0" err="1"/>
              <a:t>terkait</a:t>
            </a:r>
            <a:r>
              <a:rPr lang="en-US" sz="2000" dirty="0"/>
              <a:t> </a:t>
            </a:r>
            <a:r>
              <a:rPr lang="en-US" sz="2000" dirty="0" err="1"/>
              <a:t>dengan</a:t>
            </a:r>
            <a:r>
              <a:rPr lang="en-US" sz="2000" dirty="0"/>
              <a:t> </a:t>
            </a:r>
            <a:r>
              <a:rPr lang="en-US" sz="2000" dirty="0" err="1"/>
              <a:t>membagi</a:t>
            </a:r>
            <a:r>
              <a:rPr lang="en-US" sz="2000" dirty="0"/>
              <a:t> </a:t>
            </a:r>
            <a:r>
              <a:rPr lang="en-US" sz="2000" dirty="0" err="1"/>
              <a:t>hasil</a:t>
            </a:r>
            <a:r>
              <a:rPr lang="en-US" sz="2000" dirty="0"/>
              <a:t> </a:t>
            </a:r>
            <a:r>
              <a:rPr lang="en-US" sz="2000" i="1" dirty="0"/>
              <a:t>learning</a:t>
            </a:r>
            <a:r>
              <a:rPr lang="en-US" sz="2000" dirty="0"/>
              <a:t> </a:t>
            </a:r>
            <a:r>
              <a:rPr lang="en-US" sz="2000" dirty="0" err="1"/>
              <a:t>tersebut</a:t>
            </a:r>
            <a:r>
              <a:rPr lang="en-US" sz="2000" dirty="0"/>
              <a:t> </a:t>
            </a:r>
            <a:r>
              <a:rPr lang="en-US" sz="2000" dirty="0" err="1"/>
              <a:t>dalam</a:t>
            </a:r>
            <a:r>
              <a:rPr lang="en-US" sz="2000" dirty="0"/>
              <a:t> </a:t>
            </a:r>
            <a:r>
              <a:rPr lang="en-US" sz="2000" dirty="0" err="1"/>
              <a:t>bentuk</a:t>
            </a:r>
            <a:r>
              <a:rPr lang="en-US" sz="2000" dirty="0"/>
              <a:t> </a:t>
            </a:r>
            <a:r>
              <a:rPr lang="en-US" sz="2000" i="1" dirty="0"/>
              <a:t>shared</a:t>
            </a:r>
            <a:r>
              <a:rPr lang="en-US" sz="2000" dirty="0"/>
              <a:t> </a:t>
            </a:r>
            <a:r>
              <a:rPr lang="en-US" sz="2000" i="1" dirty="0"/>
              <a:t>representation</a:t>
            </a:r>
            <a:r>
              <a:rPr lang="en-US" sz="2000" dirty="0"/>
              <a:t> di </a:t>
            </a:r>
            <a:r>
              <a:rPr lang="en-US" sz="2000" dirty="0" err="1"/>
              <a:t>antara</a:t>
            </a:r>
            <a:r>
              <a:rPr lang="en-US" sz="2000" dirty="0"/>
              <a:t> </a:t>
            </a:r>
            <a:r>
              <a:rPr lang="en-US" sz="2000" i="1" dirty="0"/>
              <a:t>related</a:t>
            </a:r>
            <a:r>
              <a:rPr lang="en-US" sz="2000" dirty="0"/>
              <a:t> </a:t>
            </a:r>
            <a:r>
              <a:rPr lang="en-US" sz="2000" i="1" dirty="0"/>
              <a:t>task</a:t>
            </a:r>
            <a:r>
              <a:rPr lang="en-US" sz="2000" dirty="0"/>
              <a:t> </a:t>
            </a:r>
            <a:r>
              <a:rPr lang="en-US" sz="2000" dirty="0" err="1"/>
              <a:t>sehingga</a:t>
            </a:r>
            <a:r>
              <a:rPr lang="en-US" sz="2000" dirty="0"/>
              <a:t> proses </a:t>
            </a:r>
            <a:r>
              <a:rPr lang="en-US" sz="2000" i="1" dirty="0"/>
              <a:t>learning</a:t>
            </a:r>
            <a:r>
              <a:rPr lang="en-US" sz="2000" dirty="0"/>
              <a:t> </a:t>
            </a:r>
            <a:r>
              <a:rPr lang="en-US" sz="2000" dirty="0" err="1"/>
              <a:t>dapat</a:t>
            </a:r>
            <a:r>
              <a:rPr lang="en-US" sz="2000" dirty="0"/>
              <a:t> </a:t>
            </a:r>
            <a:r>
              <a:rPr lang="en-US" sz="2000" dirty="0" err="1"/>
              <a:t>dilakukan</a:t>
            </a:r>
            <a:r>
              <a:rPr lang="en-US" sz="2000" dirty="0"/>
              <a:t> </a:t>
            </a:r>
            <a:r>
              <a:rPr lang="en-US" sz="2000" dirty="0" err="1"/>
              <a:t>lebih</a:t>
            </a:r>
            <a:r>
              <a:rPr lang="en-US" sz="2000" dirty="0"/>
              <a:t> </a:t>
            </a:r>
            <a:r>
              <a:rPr lang="en-US" sz="2000" dirty="0" err="1"/>
              <a:t>baik</a:t>
            </a:r>
            <a:r>
              <a:rPr lang="en-US" sz="2000" dirty="0"/>
              <a:t> (Caruana, 1997)</a:t>
            </a:r>
          </a:p>
          <a:p>
            <a:pPr marL="285750" indent="-285750">
              <a:buFont typeface="Arial" panose="020B0604020202020204" pitchFamily="34" charset="0"/>
              <a:buChar char="•"/>
            </a:pPr>
            <a:r>
              <a:rPr lang="en-US" sz="2000" i="1" dirty="0"/>
              <a:t>ide.</a:t>
            </a:r>
            <a:r>
              <a:rPr lang="en-US" sz="2000" dirty="0"/>
              <a:t> </a:t>
            </a:r>
            <a:r>
              <a:rPr lang="en-US" sz="2000" dirty="0" err="1"/>
              <a:t>Melatih</a:t>
            </a:r>
            <a:r>
              <a:rPr lang="en-US" sz="2000" dirty="0"/>
              <a:t> model </a:t>
            </a:r>
            <a:r>
              <a:rPr lang="en-US" sz="2000" dirty="0" err="1"/>
              <a:t>dengan</a:t>
            </a:r>
            <a:r>
              <a:rPr lang="en-US" sz="2000" dirty="0"/>
              <a:t> </a:t>
            </a:r>
            <a:r>
              <a:rPr lang="en-US" sz="2000" i="1" dirty="0"/>
              <a:t>related</a:t>
            </a:r>
            <a:r>
              <a:rPr lang="en-US" sz="2000" dirty="0"/>
              <a:t> </a:t>
            </a:r>
            <a:r>
              <a:rPr lang="en-US" sz="2000" i="1" dirty="0"/>
              <a:t>task</a:t>
            </a:r>
            <a:r>
              <a:rPr lang="en-US" sz="2000" dirty="0"/>
              <a:t> </a:t>
            </a:r>
            <a:r>
              <a:rPr lang="en-US" sz="2000" dirty="0" err="1"/>
              <a:t>dengan</a:t>
            </a:r>
            <a:r>
              <a:rPr lang="en-US" sz="2000" dirty="0"/>
              <a:t> </a:t>
            </a:r>
            <a:r>
              <a:rPr lang="en-US" sz="2000" dirty="0" err="1"/>
              <a:t>tujuan</a:t>
            </a:r>
            <a:r>
              <a:rPr lang="en-US" sz="2000" dirty="0"/>
              <a:t> model </a:t>
            </a:r>
            <a:r>
              <a:rPr lang="en-US" sz="2000" dirty="0" err="1"/>
              <a:t>dapat</a:t>
            </a:r>
            <a:r>
              <a:rPr lang="en-US" sz="2000" dirty="0"/>
              <a:t> </a:t>
            </a:r>
            <a:r>
              <a:rPr lang="en-US" sz="2000" dirty="0" err="1"/>
              <a:t>bekerja</a:t>
            </a:r>
            <a:r>
              <a:rPr lang="en-US" sz="2000" dirty="0"/>
              <a:t> </a:t>
            </a:r>
            <a:r>
              <a:rPr lang="en-US" sz="2000" dirty="0" err="1"/>
              <a:t>lebih</a:t>
            </a:r>
            <a:r>
              <a:rPr lang="en-US" sz="2000" dirty="0"/>
              <a:t> </a:t>
            </a:r>
            <a:r>
              <a:rPr lang="en-US" sz="2000" dirty="0" err="1"/>
              <a:t>baik</a:t>
            </a:r>
            <a:r>
              <a:rPr lang="en-US" sz="2000" dirty="0"/>
              <a:t> pada </a:t>
            </a:r>
            <a:r>
              <a:rPr lang="en-US" sz="2000" i="1" dirty="0"/>
              <a:t>main</a:t>
            </a:r>
            <a:r>
              <a:rPr lang="en-US" sz="2000" dirty="0"/>
              <a:t> </a:t>
            </a:r>
            <a:r>
              <a:rPr lang="en-US" sz="2000" i="1" dirty="0"/>
              <a:t>task</a:t>
            </a:r>
          </a:p>
          <a:p>
            <a:pPr marL="742950" lvl="1" indent="-285750">
              <a:buFont typeface="Arial" panose="020B0604020202020204" pitchFamily="34" charset="0"/>
              <a:buChar char="•"/>
            </a:pPr>
            <a:r>
              <a:rPr lang="en-US" sz="2000" i="1" dirty="0" err="1"/>
              <a:t>analogi</a:t>
            </a:r>
            <a:r>
              <a:rPr lang="en-US" sz="2000" i="1" dirty="0"/>
              <a:t>: </a:t>
            </a:r>
            <a:r>
              <a:rPr lang="en-US" sz="2000" i="1" dirty="0" err="1"/>
              <a:t>belajar</a:t>
            </a:r>
            <a:r>
              <a:rPr lang="en-US" sz="2000" i="1" dirty="0"/>
              <a:t> </a:t>
            </a:r>
            <a:r>
              <a:rPr lang="en-US" sz="2000" i="1" dirty="0" err="1"/>
              <a:t>membaca</a:t>
            </a:r>
            <a:r>
              <a:rPr lang="en-US" sz="2000" i="1" dirty="0"/>
              <a:t> </a:t>
            </a:r>
            <a:r>
              <a:rPr lang="en-US" sz="2000" i="1" dirty="0" err="1"/>
              <a:t>setelah</a:t>
            </a:r>
            <a:r>
              <a:rPr lang="en-US" sz="2000" i="1" dirty="0"/>
              <a:t> </a:t>
            </a:r>
            <a:r>
              <a:rPr lang="en-US" sz="2000" i="1" dirty="0" err="1"/>
              <a:t>mengenali</a:t>
            </a:r>
            <a:r>
              <a:rPr lang="en-US" sz="2000" i="1" dirty="0"/>
              <a:t> </a:t>
            </a:r>
            <a:r>
              <a:rPr lang="en-US" sz="2000" i="1" dirty="0" err="1"/>
              <a:t>huruf</a:t>
            </a:r>
            <a:r>
              <a:rPr lang="en-US" sz="2000" i="1" dirty="0"/>
              <a:t> dan </a:t>
            </a:r>
            <a:r>
              <a:rPr lang="en-US" sz="2000" i="1" dirty="0" err="1"/>
              <a:t>bunyi</a:t>
            </a:r>
            <a:r>
              <a:rPr lang="en-US" sz="2000" i="1" dirty="0"/>
              <a:t> </a:t>
            </a:r>
            <a:r>
              <a:rPr lang="en-US" sz="2000" i="1" dirty="0" err="1"/>
              <a:t>ejaan</a:t>
            </a:r>
            <a:r>
              <a:rPr lang="en-US" sz="2000" i="1" dirty="0"/>
              <a:t> per </a:t>
            </a:r>
            <a:r>
              <a:rPr lang="en-US" sz="2000" i="1" dirty="0" err="1"/>
              <a:t>dua</a:t>
            </a:r>
            <a:r>
              <a:rPr lang="en-US" sz="2000" i="1" dirty="0"/>
              <a:t> </a:t>
            </a:r>
            <a:r>
              <a:rPr lang="en-US" sz="2000" i="1" dirty="0" err="1"/>
              <a:t>huruf</a:t>
            </a:r>
            <a:r>
              <a:rPr lang="en-US" sz="2000" i="1" dirty="0"/>
              <a:t>.</a:t>
            </a:r>
          </a:p>
        </p:txBody>
      </p:sp>
      <p:sp>
        <p:nvSpPr>
          <p:cNvPr id="9" name="Date Placeholder 8">
            <a:extLst>
              <a:ext uri="{FF2B5EF4-FFF2-40B4-BE49-F238E27FC236}">
                <a16:creationId xmlns:a16="http://schemas.microsoft.com/office/drawing/2014/main" id="{BAC15B96-E8A9-4B22-BA9B-D05FDC1EE00C}"/>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5DF78E4A-5926-4FDB-88D8-D67742F39576}"/>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89CCAD2A-CA9D-4DF6-8267-A171EB1D8AF1}"/>
              </a:ext>
            </a:extLst>
          </p:cNvPr>
          <p:cNvSpPr>
            <a:spLocks noGrp="1"/>
          </p:cNvSpPr>
          <p:nvPr>
            <p:ph type="sldNum" sz="quarter" idx="12"/>
          </p:nvPr>
        </p:nvSpPr>
        <p:spPr/>
        <p:txBody>
          <a:bodyPr/>
          <a:lstStyle/>
          <a:p>
            <a:fld id="{A49DFD55-3C28-40EF-9E31-A92D2E4017FF}" type="slidenum">
              <a:rPr lang="en-US" smtClean="0"/>
              <a:pPr/>
              <a:t>16</a:t>
            </a:fld>
            <a:endParaRPr lang="en-US" dirty="0"/>
          </a:p>
        </p:txBody>
      </p:sp>
    </p:spTree>
    <p:extLst>
      <p:ext uri="{BB962C8B-B14F-4D97-AF65-F5344CB8AC3E}">
        <p14:creationId xmlns:p14="http://schemas.microsoft.com/office/powerpoint/2010/main" val="40690903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3DD20-7AAC-42E8-89A2-EECD52E5A8B6}"/>
              </a:ext>
            </a:extLst>
          </p:cNvPr>
          <p:cNvSpPr>
            <a:spLocks noGrp="1"/>
          </p:cNvSpPr>
          <p:nvPr>
            <p:ph type="title"/>
          </p:nvPr>
        </p:nvSpPr>
        <p:spPr/>
        <p:txBody>
          <a:bodyPr/>
          <a:lstStyle/>
          <a:p>
            <a:endParaRPr lang="en-US" dirty="0"/>
          </a:p>
        </p:txBody>
      </p:sp>
      <p:sp>
        <p:nvSpPr>
          <p:cNvPr id="3" name="Text Placeholder 2">
            <a:extLst>
              <a:ext uri="{FF2B5EF4-FFF2-40B4-BE49-F238E27FC236}">
                <a16:creationId xmlns:a16="http://schemas.microsoft.com/office/drawing/2014/main" id="{6FC31F32-CB96-4705-9585-272A461D36E4}"/>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51EC334F-679F-4751-B542-F124C8E0618D}"/>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B36F1C63-BE2E-4B90-89F0-530E84A6EF06}"/>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1EF7B04-AC5D-4EDB-A031-80EA83C0B324}"/>
              </a:ext>
            </a:extLst>
          </p:cNvPr>
          <p:cNvSpPr>
            <a:spLocks noGrp="1"/>
          </p:cNvSpPr>
          <p:nvPr>
            <p:ph sz="quarter" idx="4"/>
          </p:nvPr>
        </p:nvSpPr>
        <p:spPr/>
        <p:txBody>
          <a:bodyPr/>
          <a:lstStyle/>
          <a:p>
            <a:endParaRPr lang="en-US"/>
          </a:p>
        </p:txBody>
      </p:sp>
      <p:sp>
        <p:nvSpPr>
          <p:cNvPr id="7" name="Text Placeholder 6">
            <a:extLst>
              <a:ext uri="{FF2B5EF4-FFF2-40B4-BE49-F238E27FC236}">
                <a16:creationId xmlns:a16="http://schemas.microsoft.com/office/drawing/2014/main" id="{599253BE-B634-4913-A97C-EA5351DDD6C3}"/>
              </a:ext>
            </a:extLst>
          </p:cNvPr>
          <p:cNvSpPr>
            <a:spLocks noGrp="1"/>
          </p:cNvSpPr>
          <p:nvPr>
            <p:ph type="body" idx="13"/>
          </p:nvPr>
        </p:nvSpPr>
        <p:spPr/>
        <p:txBody>
          <a:bodyPr/>
          <a:lstStyle/>
          <a:p>
            <a:endParaRPr lang="en-US"/>
          </a:p>
        </p:txBody>
      </p:sp>
      <p:sp>
        <p:nvSpPr>
          <p:cNvPr id="8" name="Content Placeholder 7">
            <a:extLst>
              <a:ext uri="{FF2B5EF4-FFF2-40B4-BE49-F238E27FC236}">
                <a16:creationId xmlns:a16="http://schemas.microsoft.com/office/drawing/2014/main" id="{B5E1C7CD-5FF7-4F44-A746-543311E1CA87}"/>
              </a:ext>
            </a:extLst>
          </p:cNvPr>
          <p:cNvSpPr>
            <a:spLocks noGrp="1"/>
          </p:cNvSpPr>
          <p:nvPr>
            <p:ph sz="half" idx="14"/>
          </p:nvPr>
        </p:nvSpPr>
        <p:spPr/>
        <p:txBody>
          <a:bodyPr/>
          <a:lstStyle/>
          <a:p>
            <a:endParaRPr lang="en-US"/>
          </a:p>
        </p:txBody>
      </p:sp>
      <p:sp>
        <p:nvSpPr>
          <p:cNvPr id="9" name="Date Placeholder 8">
            <a:extLst>
              <a:ext uri="{FF2B5EF4-FFF2-40B4-BE49-F238E27FC236}">
                <a16:creationId xmlns:a16="http://schemas.microsoft.com/office/drawing/2014/main" id="{47BBFC6E-6A78-468D-8B76-5090ADC0846A}"/>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62172FCC-49C6-4D2C-AF70-C3548EB0CDEE}"/>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31A96C0E-4A0E-4563-839D-F8A238A82719}"/>
              </a:ext>
            </a:extLst>
          </p:cNvPr>
          <p:cNvSpPr>
            <a:spLocks noGrp="1"/>
          </p:cNvSpPr>
          <p:nvPr>
            <p:ph type="sldNum" sz="quarter" idx="12"/>
          </p:nvPr>
        </p:nvSpPr>
        <p:spPr/>
        <p:txBody>
          <a:bodyPr/>
          <a:lstStyle/>
          <a:p>
            <a:fld id="{A49DFD55-3C28-40EF-9E31-A92D2E4017FF}" type="slidenum">
              <a:rPr lang="en-US" smtClean="0"/>
              <a:pPr/>
              <a:t>17</a:t>
            </a:fld>
            <a:endParaRPr lang="en-US" dirty="0"/>
          </a:p>
        </p:txBody>
      </p:sp>
    </p:spTree>
    <p:extLst>
      <p:ext uri="{BB962C8B-B14F-4D97-AF65-F5344CB8AC3E}">
        <p14:creationId xmlns:p14="http://schemas.microsoft.com/office/powerpoint/2010/main" val="1596667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B681-2386-422B-AA5E-42BE860FF4D0}"/>
              </a:ext>
            </a:extLst>
          </p:cNvPr>
          <p:cNvSpPr>
            <a:spLocks noGrp="1"/>
          </p:cNvSpPr>
          <p:nvPr>
            <p:ph type="title"/>
          </p:nvPr>
        </p:nvSpPr>
        <p:spPr/>
        <p:txBody>
          <a:bodyPr/>
          <a:lstStyle/>
          <a:p>
            <a:r>
              <a:rPr lang="en-GB" dirty="0"/>
              <a:t>BERT &amp; DNABERT</a:t>
            </a:r>
            <a:endParaRPr lang="en-US" dirty="0"/>
          </a:p>
        </p:txBody>
      </p:sp>
      <p:sp>
        <p:nvSpPr>
          <p:cNvPr id="3" name="Text Placeholder 2">
            <a:extLst>
              <a:ext uri="{FF2B5EF4-FFF2-40B4-BE49-F238E27FC236}">
                <a16:creationId xmlns:a16="http://schemas.microsoft.com/office/drawing/2014/main" id="{F3ABB53E-C7AE-4DC5-A794-789CA0BD10B9}"/>
              </a:ext>
            </a:extLst>
          </p:cNvPr>
          <p:cNvSpPr>
            <a:spLocks noGrp="1"/>
          </p:cNvSpPr>
          <p:nvPr>
            <p:ph type="body" idx="1"/>
          </p:nvPr>
        </p:nvSpPr>
        <p:spPr/>
        <p:txBody>
          <a:bodyPr/>
          <a:lstStyle/>
          <a:p>
            <a:endParaRPr lang="en-US" dirty="0"/>
          </a:p>
        </p:txBody>
      </p:sp>
      <p:sp>
        <p:nvSpPr>
          <p:cNvPr id="4" name="Content Placeholder 3">
            <a:extLst>
              <a:ext uri="{FF2B5EF4-FFF2-40B4-BE49-F238E27FC236}">
                <a16:creationId xmlns:a16="http://schemas.microsoft.com/office/drawing/2014/main" id="{31AC048B-2293-4289-A6F4-66145044D573}"/>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455140B1-5FEA-4E38-950E-7B9E4B963CD6}"/>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A078FAC5-A25E-44A7-8816-83BEE2ED1A62}"/>
              </a:ext>
            </a:extLst>
          </p:cNvPr>
          <p:cNvSpPr>
            <a:spLocks noGrp="1"/>
          </p:cNvSpPr>
          <p:nvPr>
            <p:ph sz="quarter" idx="4"/>
          </p:nvPr>
        </p:nvSpPr>
        <p:spPr/>
        <p:txBody>
          <a:bodyPr/>
          <a:lstStyle/>
          <a:p>
            <a:endParaRPr lang="en-US"/>
          </a:p>
        </p:txBody>
      </p:sp>
      <p:sp>
        <p:nvSpPr>
          <p:cNvPr id="7" name="Text Placeholder 6">
            <a:extLst>
              <a:ext uri="{FF2B5EF4-FFF2-40B4-BE49-F238E27FC236}">
                <a16:creationId xmlns:a16="http://schemas.microsoft.com/office/drawing/2014/main" id="{02E246E9-42D1-46DC-81D8-F18F99F7DE3A}"/>
              </a:ext>
            </a:extLst>
          </p:cNvPr>
          <p:cNvSpPr>
            <a:spLocks noGrp="1"/>
          </p:cNvSpPr>
          <p:nvPr>
            <p:ph type="body" idx="13"/>
          </p:nvPr>
        </p:nvSpPr>
        <p:spPr/>
        <p:txBody>
          <a:bodyPr/>
          <a:lstStyle/>
          <a:p>
            <a:endParaRPr lang="en-US"/>
          </a:p>
        </p:txBody>
      </p:sp>
      <p:sp>
        <p:nvSpPr>
          <p:cNvPr id="8" name="Content Placeholder 7">
            <a:extLst>
              <a:ext uri="{FF2B5EF4-FFF2-40B4-BE49-F238E27FC236}">
                <a16:creationId xmlns:a16="http://schemas.microsoft.com/office/drawing/2014/main" id="{DCEC0681-39BB-4076-A7EE-B91B5BFFE60E}"/>
              </a:ext>
            </a:extLst>
          </p:cNvPr>
          <p:cNvSpPr>
            <a:spLocks noGrp="1"/>
          </p:cNvSpPr>
          <p:nvPr>
            <p:ph sz="half" idx="14"/>
          </p:nvPr>
        </p:nvSpPr>
        <p:spPr/>
        <p:txBody>
          <a:bodyPr/>
          <a:lstStyle/>
          <a:p>
            <a:endParaRPr lang="en-US"/>
          </a:p>
        </p:txBody>
      </p:sp>
      <p:sp>
        <p:nvSpPr>
          <p:cNvPr id="9" name="Date Placeholder 8">
            <a:extLst>
              <a:ext uri="{FF2B5EF4-FFF2-40B4-BE49-F238E27FC236}">
                <a16:creationId xmlns:a16="http://schemas.microsoft.com/office/drawing/2014/main" id="{74129ADE-9894-4A55-91CD-56BAF64DFC36}"/>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E1716C00-0B9B-485C-AC34-8C06447D1225}"/>
              </a:ext>
            </a:extLst>
          </p:cNvPr>
          <p:cNvSpPr>
            <a:spLocks noGrp="1"/>
          </p:cNvSpPr>
          <p:nvPr>
            <p:ph type="ftr" sz="quarter" idx="11"/>
          </p:nvPr>
        </p:nvSpPr>
        <p:spPr/>
        <p:txBody>
          <a:bodyPr/>
          <a:lstStyle/>
          <a:p>
            <a:r>
              <a:rPr lang="en-US"/>
              <a:t>PRESENTATION TITLE</a:t>
            </a:r>
            <a:endParaRPr lang="en-US" dirty="0"/>
          </a:p>
        </p:txBody>
      </p:sp>
      <p:sp>
        <p:nvSpPr>
          <p:cNvPr id="11" name="Slide Number Placeholder 10">
            <a:extLst>
              <a:ext uri="{FF2B5EF4-FFF2-40B4-BE49-F238E27FC236}">
                <a16:creationId xmlns:a16="http://schemas.microsoft.com/office/drawing/2014/main" id="{B73C0739-DD3B-4F18-A986-C5A912E04DEF}"/>
              </a:ext>
            </a:extLst>
          </p:cNvPr>
          <p:cNvSpPr>
            <a:spLocks noGrp="1"/>
          </p:cNvSpPr>
          <p:nvPr>
            <p:ph type="sldNum" sz="quarter" idx="12"/>
          </p:nvPr>
        </p:nvSpPr>
        <p:spPr/>
        <p:txBody>
          <a:bodyPr/>
          <a:lstStyle/>
          <a:p>
            <a:fld id="{A49DFD55-3C28-40EF-9E31-A92D2E4017FF}" type="slidenum">
              <a:rPr lang="en-US" smtClean="0"/>
              <a:pPr/>
              <a:t>18</a:t>
            </a:fld>
            <a:endParaRPr lang="en-US" dirty="0"/>
          </a:p>
        </p:txBody>
      </p:sp>
    </p:spTree>
    <p:extLst>
      <p:ext uri="{BB962C8B-B14F-4D97-AF65-F5344CB8AC3E}">
        <p14:creationId xmlns:p14="http://schemas.microsoft.com/office/powerpoint/2010/main" val="7912807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AA7BE4-FA6A-490F-B82C-4909632FF814}"/>
              </a:ext>
            </a:extLst>
          </p:cNvPr>
          <p:cNvSpPr>
            <a:spLocks noGrp="1"/>
          </p:cNvSpPr>
          <p:nvPr>
            <p:ph type="title"/>
          </p:nvPr>
        </p:nvSpPr>
        <p:spPr/>
        <p:txBody>
          <a:bodyPr/>
          <a:lstStyle/>
          <a:p>
            <a:pPr marL="457200" indent="-457200">
              <a:buFont typeface="Arial" panose="020B0604020202020204" pitchFamily="34" charset="0"/>
              <a:buChar char="•"/>
            </a:pPr>
            <a:r>
              <a:rPr lang="en-GB" dirty="0" err="1"/>
              <a:t>Anotasi</a:t>
            </a:r>
            <a:r>
              <a:rPr lang="en-GB" dirty="0"/>
              <a:t> Gen</a:t>
            </a:r>
            <a:endParaRPr lang="en-US" dirty="0"/>
          </a:p>
        </p:txBody>
      </p:sp>
      <p:sp>
        <p:nvSpPr>
          <p:cNvPr id="6" name="Text Placeholder 5">
            <a:extLst>
              <a:ext uri="{FF2B5EF4-FFF2-40B4-BE49-F238E27FC236}">
                <a16:creationId xmlns:a16="http://schemas.microsoft.com/office/drawing/2014/main" id="{83222EA4-EAA4-4FE7-A1C2-C37841070E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336327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C6D044-C704-4974-935B-AE3D7EFC9BC4}"/>
              </a:ext>
            </a:extLst>
          </p:cNvPr>
          <p:cNvSpPr>
            <a:spLocks noGrp="1"/>
          </p:cNvSpPr>
          <p:nvPr>
            <p:ph type="title"/>
          </p:nvPr>
        </p:nvSpPr>
        <p:spPr>
          <a:xfrm>
            <a:off x="838200" y="365125"/>
            <a:ext cx="10515600" cy="1325563"/>
          </a:xfrm>
        </p:spPr>
        <p:txBody>
          <a:bodyPr/>
          <a:lstStyle/>
          <a:p>
            <a:r>
              <a:rPr lang="en-US" dirty="0"/>
              <a:t>QUARTERLY PERFORMANCE</a:t>
            </a:r>
          </a:p>
        </p:txBody>
      </p:sp>
      <p:sp>
        <p:nvSpPr>
          <p:cNvPr id="9" name="Date Placeholder 8">
            <a:extLst>
              <a:ext uri="{FF2B5EF4-FFF2-40B4-BE49-F238E27FC236}">
                <a16:creationId xmlns:a16="http://schemas.microsoft.com/office/drawing/2014/main" id="{A672774E-BCBF-4B44-9E79-28E9153ABA7E}"/>
              </a:ext>
            </a:extLst>
          </p:cNvPr>
          <p:cNvSpPr>
            <a:spLocks noGrp="1"/>
          </p:cNvSpPr>
          <p:nvPr>
            <p:ph type="dt" sz="half" idx="10"/>
          </p:nvPr>
        </p:nvSpPr>
        <p:spPr>
          <a:xfrm>
            <a:off x="838200" y="6356350"/>
            <a:ext cx="2743200" cy="365125"/>
          </a:xfrm>
        </p:spPr>
        <p:txBody>
          <a:bodyPr/>
          <a:lstStyle/>
          <a:p>
            <a:r>
              <a:rPr lang="en-US" dirty="0"/>
              <a:t>20XX</a:t>
            </a:r>
          </a:p>
        </p:txBody>
      </p:sp>
      <p:sp>
        <p:nvSpPr>
          <p:cNvPr id="10" name="Footer Placeholder 9">
            <a:extLst>
              <a:ext uri="{FF2B5EF4-FFF2-40B4-BE49-F238E27FC236}">
                <a16:creationId xmlns:a16="http://schemas.microsoft.com/office/drawing/2014/main" id="{18FAD6D3-B1FB-463D-87D0-FA9A4AEA13D6}"/>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11" name="Slide Number Placeholder 10">
            <a:extLst>
              <a:ext uri="{FF2B5EF4-FFF2-40B4-BE49-F238E27FC236}">
                <a16:creationId xmlns:a16="http://schemas.microsoft.com/office/drawing/2014/main" id="{6D5843A7-CBF3-441B-919C-8467B2BB19B5}"/>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20</a:t>
            </a:fld>
            <a:endParaRPr lang="en-US" dirty="0"/>
          </a:p>
        </p:txBody>
      </p:sp>
      <p:graphicFrame>
        <p:nvGraphicFramePr>
          <p:cNvPr id="6" name="Chart Placeholder 5" descr="Chart Placeholder">
            <a:extLst>
              <a:ext uri="{FF2B5EF4-FFF2-40B4-BE49-F238E27FC236}">
                <a16:creationId xmlns:a16="http://schemas.microsoft.com/office/drawing/2014/main" id="{6F154ED7-FC5F-4626-9DAE-6254091B6B49}"/>
              </a:ext>
            </a:extLst>
          </p:cNvPr>
          <p:cNvGraphicFramePr>
            <a:graphicFrameLocks noGrp="1"/>
          </p:cNvGraphicFramePr>
          <p:nvPr>
            <p:ph type="chart" sz="quarter" idx="13"/>
            <p:extLst>
              <p:ext uri="{D42A27DB-BD31-4B8C-83A1-F6EECF244321}">
                <p14:modId xmlns:p14="http://schemas.microsoft.com/office/powerpoint/2010/main" val="1404550861"/>
              </p:ext>
            </p:extLst>
          </p:nvPr>
        </p:nvGraphicFramePr>
        <p:xfrm>
          <a:off x="838200" y="2111375"/>
          <a:ext cx="10515600" cy="37449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3035799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E5FEE2D-79E5-4C1D-8BF7-EE619CA7039A}"/>
              </a:ext>
            </a:extLst>
          </p:cNvPr>
          <p:cNvSpPr>
            <a:spLocks noGrp="1"/>
          </p:cNvSpPr>
          <p:nvPr>
            <p:ph type="title"/>
          </p:nvPr>
        </p:nvSpPr>
        <p:spPr>
          <a:xfrm>
            <a:off x="838200" y="365125"/>
            <a:ext cx="10515600" cy="1325563"/>
          </a:xfrm>
        </p:spPr>
        <p:txBody>
          <a:bodyPr/>
          <a:lstStyle/>
          <a:p>
            <a:r>
              <a:rPr lang="en-US" dirty="0"/>
              <a:t>AREAS OF GROWTH</a:t>
            </a:r>
          </a:p>
        </p:txBody>
      </p:sp>
      <p:graphicFrame>
        <p:nvGraphicFramePr>
          <p:cNvPr id="4" name="Table 4">
            <a:extLst>
              <a:ext uri="{FF2B5EF4-FFF2-40B4-BE49-F238E27FC236}">
                <a16:creationId xmlns:a16="http://schemas.microsoft.com/office/drawing/2014/main" id="{390E7E75-E57A-4FF0-A0E4-A4DBCF6EA89A}"/>
              </a:ext>
            </a:extLst>
          </p:cNvPr>
          <p:cNvGraphicFramePr>
            <a:graphicFrameLocks noGrp="1"/>
          </p:cNvGraphicFramePr>
          <p:nvPr>
            <p:ph type="tbl" sz="quarter" idx="14"/>
            <p:extLst>
              <p:ext uri="{D42A27DB-BD31-4B8C-83A1-F6EECF244321}">
                <p14:modId xmlns:p14="http://schemas.microsoft.com/office/powerpoint/2010/main" val="3855681044"/>
              </p:ext>
            </p:extLst>
          </p:nvPr>
        </p:nvGraphicFramePr>
        <p:xfrm>
          <a:off x="838200" y="2111375"/>
          <a:ext cx="10515600" cy="3570970"/>
        </p:xfrm>
        <a:graphic>
          <a:graphicData uri="http://schemas.openxmlformats.org/drawingml/2006/table">
            <a:tbl>
              <a:tblPr firstRow="1" bandRow="1">
                <a:tableStyleId>{7E9639D4-E3E2-4D34-9284-5A2195B3D0D7}</a:tableStyleId>
              </a:tblPr>
              <a:tblGrid>
                <a:gridCol w="2103120">
                  <a:extLst>
                    <a:ext uri="{9D8B030D-6E8A-4147-A177-3AD203B41FA5}">
                      <a16:colId xmlns:a16="http://schemas.microsoft.com/office/drawing/2014/main" val="3261104555"/>
                    </a:ext>
                  </a:extLst>
                </a:gridCol>
                <a:gridCol w="2103120">
                  <a:extLst>
                    <a:ext uri="{9D8B030D-6E8A-4147-A177-3AD203B41FA5}">
                      <a16:colId xmlns:a16="http://schemas.microsoft.com/office/drawing/2014/main" val="2547279344"/>
                    </a:ext>
                  </a:extLst>
                </a:gridCol>
                <a:gridCol w="2103120">
                  <a:extLst>
                    <a:ext uri="{9D8B030D-6E8A-4147-A177-3AD203B41FA5}">
                      <a16:colId xmlns:a16="http://schemas.microsoft.com/office/drawing/2014/main" val="2366228292"/>
                    </a:ext>
                  </a:extLst>
                </a:gridCol>
                <a:gridCol w="2103120">
                  <a:extLst>
                    <a:ext uri="{9D8B030D-6E8A-4147-A177-3AD203B41FA5}">
                      <a16:colId xmlns:a16="http://schemas.microsoft.com/office/drawing/2014/main" val="934788178"/>
                    </a:ext>
                  </a:extLst>
                </a:gridCol>
                <a:gridCol w="2103120">
                  <a:extLst>
                    <a:ext uri="{9D8B030D-6E8A-4147-A177-3AD203B41FA5}">
                      <a16:colId xmlns:a16="http://schemas.microsoft.com/office/drawing/2014/main" val="2596635212"/>
                    </a:ext>
                  </a:extLst>
                </a:gridCol>
              </a:tblGrid>
              <a:tr h="714194">
                <a:tc>
                  <a:txBody>
                    <a:bodyPr/>
                    <a:lstStyle/>
                    <a:p>
                      <a:pPr algn="ctr" rtl="0" fontAlgn="auto"/>
                      <a:r>
                        <a:rPr lang="en-US" sz="1600" b="1" i="0" dirty="0">
                          <a:solidFill>
                            <a:srgbClr val="FFFFFF"/>
                          </a:solidFill>
                          <a:effectLst/>
                          <a:latin typeface="+mn-lt"/>
                        </a:rPr>
                        <a:t>​</a:t>
                      </a:r>
                    </a:p>
                  </a:txBody>
                  <a:tcPr anchor="ctr"/>
                </a:tc>
                <a:tc>
                  <a:txBody>
                    <a:bodyPr/>
                    <a:lstStyle/>
                    <a:p>
                      <a:pPr algn="ctr" rtl="0" fontAlgn="base"/>
                      <a:r>
                        <a:rPr lang="en-US" sz="1600" b="0" i="0" dirty="0">
                          <a:solidFill>
                            <a:schemeClr val="accent1"/>
                          </a:solidFill>
                          <a:effectLst/>
                          <a:latin typeface="+mn-lt"/>
                        </a:rPr>
                        <a:t>CATEGORY 1</a:t>
                      </a:r>
                      <a:endParaRPr lang="en-US" sz="1600" b="1" i="0" dirty="0">
                        <a:solidFill>
                          <a:schemeClr val="accent1"/>
                        </a:solidFill>
                        <a:effectLst/>
                        <a:latin typeface="+mn-lt"/>
                      </a:endParaRPr>
                    </a:p>
                  </a:txBody>
                  <a:tcPr anchor="ctr"/>
                </a:tc>
                <a:tc>
                  <a:txBody>
                    <a:bodyPr/>
                    <a:lstStyle/>
                    <a:p>
                      <a:pPr algn="ctr" rtl="0" fontAlgn="base"/>
                      <a:r>
                        <a:rPr lang="en-US" sz="1600" b="0" i="0" dirty="0">
                          <a:solidFill>
                            <a:schemeClr val="accent1"/>
                          </a:solidFill>
                          <a:effectLst/>
                          <a:latin typeface="+mn-lt"/>
                        </a:rPr>
                        <a:t>CATEGORY 2</a:t>
                      </a:r>
                      <a:endParaRPr lang="en-US" sz="1600" b="1" i="0" dirty="0">
                        <a:solidFill>
                          <a:schemeClr val="accent1"/>
                        </a:solidFill>
                        <a:effectLst/>
                        <a:latin typeface="+mn-lt"/>
                      </a:endParaRPr>
                    </a:p>
                  </a:txBody>
                  <a:tcPr anchor="ctr"/>
                </a:tc>
                <a:tc>
                  <a:txBody>
                    <a:bodyPr/>
                    <a:lstStyle/>
                    <a:p>
                      <a:pPr algn="ctr" rtl="0" fontAlgn="base"/>
                      <a:r>
                        <a:rPr lang="en-US" sz="1600" b="0" i="0" kern="1200" dirty="0">
                          <a:solidFill>
                            <a:schemeClr val="accent1"/>
                          </a:solidFill>
                          <a:effectLst/>
                          <a:latin typeface="+mn-lt"/>
                          <a:ea typeface="+mn-ea"/>
                          <a:cs typeface="+mn-cs"/>
                        </a:rPr>
                        <a:t>CATEGORY 3</a:t>
                      </a:r>
                      <a:r>
                        <a:rPr lang="en-US" sz="1600" b="1" i="0" dirty="0">
                          <a:solidFill>
                            <a:srgbClr val="FFFFFF"/>
                          </a:solidFill>
                          <a:effectLst/>
                          <a:latin typeface="+mn-lt"/>
                        </a:rPr>
                        <a:t>​</a:t>
                      </a:r>
                    </a:p>
                  </a:txBody>
                  <a:tcPr anchor="ctr"/>
                </a:tc>
                <a:tc>
                  <a:txBody>
                    <a:bodyPr/>
                    <a:lstStyle/>
                    <a:p>
                      <a:pPr algn="ctr" rtl="0" fontAlgn="base"/>
                      <a:r>
                        <a:rPr lang="en-US" sz="1600" b="0" i="0" kern="1200" dirty="0">
                          <a:solidFill>
                            <a:schemeClr val="accent1"/>
                          </a:solidFill>
                          <a:effectLst/>
                          <a:latin typeface="+mn-lt"/>
                          <a:ea typeface="+mn-ea"/>
                          <a:cs typeface="+mn-cs"/>
                        </a:rPr>
                        <a:t>CATEGORY 4​</a:t>
                      </a:r>
                    </a:p>
                  </a:txBody>
                  <a:tcPr anchor="ctr"/>
                </a:tc>
                <a:extLst>
                  <a:ext uri="{0D108BD9-81ED-4DB2-BD59-A6C34878D82A}">
                    <a16:rowId xmlns:a16="http://schemas.microsoft.com/office/drawing/2014/main" val="3441328149"/>
                  </a:ext>
                </a:extLst>
              </a:tr>
              <a:tr h="714194">
                <a:tc>
                  <a:txBody>
                    <a:bodyPr/>
                    <a:lstStyle/>
                    <a:p>
                      <a:pPr algn="ctr" rtl="0" fontAlgn="base"/>
                      <a:r>
                        <a:rPr lang="en-US" sz="1400" b="0" i="0" dirty="0">
                          <a:solidFill>
                            <a:srgbClr val="333F50"/>
                          </a:solidFill>
                          <a:effectLst/>
                          <a:latin typeface="+mn-lt"/>
                        </a:rPr>
                        <a:t>Q1</a:t>
                      </a:r>
                      <a:endParaRPr lang="en-US" sz="1400" b="0" i="0" dirty="0">
                        <a:solidFill>
                          <a:srgbClr val="000000"/>
                        </a:solidFill>
                        <a:effectLst/>
                        <a:latin typeface="+mn-lt"/>
                      </a:endParaRPr>
                    </a:p>
                  </a:txBody>
                  <a:tcPr anchor="ctr">
                    <a:lnL w="12700" cap="flat" cmpd="sng" algn="ctr">
                      <a:noFill/>
                      <a:prstDash val="solid"/>
                      <a:round/>
                      <a:headEnd type="none" w="med" len="med"/>
                      <a:tailEnd type="none" w="med" len="med"/>
                    </a:lnL>
                  </a:tcPr>
                </a:tc>
                <a:tc>
                  <a:txBody>
                    <a:bodyPr/>
                    <a:lstStyle/>
                    <a:p>
                      <a:pPr algn="ctr" rtl="0" fontAlgn="base"/>
                      <a:r>
                        <a:rPr lang="en-US" sz="1400" b="0" i="0" dirty="0">
                          <a:solidFill>
                            <a:srgbClr val="333F50"/>
                          </a:solidFill>
                          <a:effectLst/>
                          <a:latin typeface="+mn-lt"/>
                        </a:rPr>
                        <a:t>4.5</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2.3</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1.7</a:t>
                      </a:r>
                      <a:r>
                        <a:rPr lang="en-US" sz="1400" b="0" i="0" dirty="0">
                          <a:solidFill>
                            <a:srgbClr val="000000"/>
                          </a:solidFill>
                          <a:effectLst/>
                          <a:latin typeface="+mn-lt"/>
                        </a:rPr>
                        <a:t>​</a:t>
                      </a:r>
                    </a:p>
                  </a:txBody>
                  <a:tcPr anchor="ctr">
                    <a:lnR w="12700" cap="flat" cmpd="sng" algn="ctr">
                      <a:noFill/>
                      <a:prstDash val="solid"/>
                      <a:round/>
                      <a:headEnd type="none" w="med" len="med"/>
                      <a:tailEnd type="none" w="med" len="med"/>
                    </a:lnR>
                  </a:tcPr>
                </a:tc>
                <a:tc>
                  <a:txBody>
                    <a:bodyPr/>
                    <a:lstStyle/>
                    <a:p>
                      <a:pPr algn="ctr" rtl="0" fontAlgn="base"/>
                      <a:r>
                        <a:rPr lang="en-US" sz="1400" b="0" i="0" dirty="0">
                          <a:solidFill>
                            <a:srgbClr val="333F50"/>
                          </a:solidFill>
                          <a:effectLst/>
                          <a:latin typeface="+mn-lt"/>
                        </a:rPr>
                        <a:t>5</a:t>
                      </a:r>
                      <a:r>
                        <a:rPr lang="en-US" sz="1400" b="0" i="0" dirty="0">
                          <a:solidFill>
                            <a:srgbClr val="000000"/>
                          </a:solidFill>
                          <a:effectLst/>
                          <a:latin typeface="+mn-lt"/>
                        </a:rPr>
                        <a:t>​.0</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tcPr>
                </a:tc>
                <a:extLst>
                  <a:ext uri="{0D108BD9-81ED-4DB2-BD59-A6C34878D82A}">
                    <a16:rowId xmlns:a16="http://schemas.microsoft.com/office/drawing/2014/main" val="3134841754"/>
                  </a:ext>
                </a:extLst>
              </a:tr>
              <a:tr h="714194">
                <a:tc>
                  <a:txBody>
                    <a:bodyPr/>
                    <a:lstStyle/>
                    <a:p>
                      <a:pPr algn="ctr" rtl="0" fontAlgn="base"/>
                      <a:r>
                        <a:rPr lang="en-US" sz="1400" b="0" i="0" dirty="0">
                          <a:solidFill>
                            <a:srgbClr val="333F50"/>
                          </a:solidFill>
                          <a:effectLst/>
                          <a:latin typeface="+mn-lt"/>
                        </a:rPr>
                        <a:t>Q2</a:t>
                      </a:r>
                      <a:endParaRPr lang="en-US" sz="1400" b="0" i="0" dirty="0">
                        <a:solidFill>
                          <a:srgbClr val="000000"/>
                        </a:solidFill>
                        <a:effectLst/>
                        <a:latin typeface="+mn-lt"/>
                      </a:endParaRPr>
                    </a:p>
                  </a:txBody>
                  <a:tcPr anchor="ctr">
                    <a:lnL w="12700" cap="flat" cmpd="sng" algn="ctr">
                      <a:noFill/>
                      <a:prstDash val="solid"/>
                      <a:round/>
                      <a:headEnd type="none" w="med" len="med"/>
                      <a:tailEnd type="none" w="med" len="med"/>
                    </a:lnL>
                  </a:tcPr>
                </a:tc>
                <a:tc>
                  <a:txBody>
                    <a:bodyPr/>
                    <a:lstStyle/>
                    <a:p>
                      <a:pPr algn="ctr" rtl="0" fontAlgn="base"/>
                      <a:r>
                        <a:rPr lang="en-US" sz="1400" b="0" i="0" dirty="0">
                          <a:solidFill>
                            <a:srgbClr val="333F50"/>
                          </a:solidFill>
                          <a:effectLst/>
                          <a:latin typeface="+mn-lt"/>
                        </a:rPr>
                        <a:t>3.2</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5.1</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4.4</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3</a:t>
                      </a:r>
                      <a:r>
                        <a:rPr lang="en-US" sz="1400" b="0" i="0" dirty="0">
                          <a:solidFill>
                            <a:srgbClr val="000000"/>
                          </a:solidFill>
                          <a:effectLst/>
                          <a:latin typeface="+mn-lt"/>
                        </a:rPr>
                        <a:t>​.0</a:t>
                      </a:r>
                    </a:p>
                  </a:txBody>
                  <a:tcPr anchor="ctr">
                    <a:lnR w="12700" cap="flat" cmpd="sng" algn="ctr">
                      <a:noFill/>
                      <a:prstDash val="solid"/>
                      <a:round/>
                      <a:headEnd type="none" w="med" len="med"/>
                      <a:tailEnd type="none" w="med" len="med"/>
                    </a:lnR>
                  </a:tcPr>
                </a:tc>
                <a:extLst>
                  <a:ext uri="{0D108BD9-81ED-4DB2-BD59-A6C34878D82A}">
                    <a16:rowId xmlns:a16="http://schemas.microsoft.com/office/drawing/2014/main" val="4129140390"/>
                  </a:ext>
                </a:extLst>
              </a:tr>
              <a:tr h="714194">
                <a:tc>
                  <a:txBody>
                    <a:bodyPr/>
                    <a:lstStyle/>
                    <a:p>
                      <a:pPr algn="ctr" rtl="0" fontAlgn="base"/>
                      <a:r>
                        <a:rPr lang="en-US" sz="1400" b="0" i="0" dirty="0">
                          <a:solidFill>
                            <a:srgbClr val="333F50"/>
                          </a:solidFill>
                          <a:effectLst/>
                          <a:latin typeface="+mn-lt"/>
                        </a:rPr>
                        <a:t>Q3</a:t>
                      </a:r>
                      <a:endParaRPr lang="en-US" sz="1400" b="0" i="0" dirty="0">
                        <a:solidFill>
                          <a:srgbClr val="000000"/>
                        </a:solidFill>
                        <a:effectLst/>
                        <a:latin typeface="+mn-lt"/>
                      </a:endParaRPr>
                    </a:p>
                  </a:txBody>
                  <a:tcPr anchor="ctr">
                    <a:lnL w="12700" cap="flat" cmpd="sng" algn="ctr">
                      <a:noFill/>
                      <a:prstDash val="solid"/>
                      <a:round/>
                      <a:headEnd type="none" w="med" len="med"/>
                      <a:tailEnd type="none" w="med" len="med"/>
                    </a:lnL>
                  </a:tcPr>
                </a:tc>
                <a:tc>
                  <a:txBody>
                    <a:bodyPr/>
                    <a:lstStyle/>
                    <a:p>
                      <a:pPr algn="ctr" rtl="0" fontAlgn="base"/>
                      <a:r>
                        <a:rPr lang="en-US" sz="1400" b="0" i="0" dirty="0">
                          <a:solidFill>
                            <a:srgbClr val="333F50"/>
                          </a:solidFill>
                          <a:effectLst/>
                          <a:latin typeface="+mn-lt"/>
                        </a:rPr>
                        <a:t>2.1</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1.7</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2.5</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2.8</a:t>
                      </a:r>
                      <a:r>
                        <a:rPr lang="en-US" sz="1400" b="0" i="0" dirty="0">
                          <a:solidFill>
                            <a:srgbClr val="000000"/>
                          </a:solidFill>
                          <a:effectLst/>
                          <a:latin typeface="+mn-lt"/>
                        </a:rPr>
                        <a:t>​</a:t>
                      </a:r>
                    </a:p>
                  </a:txBody>
                  <a:tcPr anchor="ctr">
                    <a:lnR w="12700" cap="flat" cmpd="sng" algn="ctr">
                      <a:noFill/>
                      <a:prstDash val="solid"/>
                      <a:round/>
                      <a:headEnd type="none" w="med" len="med"/>
                      <a:tailEnd type="none" w="med" len="med"/>
                    </a:lnR>
                  </a:tcPr>
                </a:tc>
                <a:extLst>
                  <a:ext uri="{0D108BD9-81ED-4DB2-BD59-A6C34878D82A}">
                    <a16:rowId xmlns:a16="http://schemas.microsoft.com/office/drawing/2014/main" val="1699990805"/>
                  </a:ext>
                </a:extLst>
              </a:tr>
              <a:tr h="714194">
                <a:tc>
                  <a:txBody>
                    <a:bodyPr/>
                    <a:lstStyle/>
                    <a:p>
                      <a:pPr algn="ctr" rtl="0" fontAlgn="base"/>
                      <a:r>
                        <a:rPr lang="en-US" sz="1400" b="0" i="0" dirty="0">
                          <a:solidFill>
                            <a:srgbClr val="333F50"/>
                          </a:solidFill>
                          <a:effectLst/>
                          <a:latin typeface="+mn-lt"/>
                        </a:rPr>
                        <a:t>Q4</a:t>
                      </a:r>
                      <a:endParaRPr lang="en-US" sz="1400" b="0" i="0" dirty="0">
                        <a:solidFill>
                          <a:srgbClr val="000000"/>
                        </a:solidFill>
                        <a:effectLst/>
                        <a:latin typeface="+mn-lt"/>
                      </a:endParaRPr>
                    </a:p>
                  </a:txBody>
                  <a:tcPr anchor="ctr">
                    <a:lnL w="12700" cap="flat" cmpd="sng" algn="ctr">
                      <a:noFill/>
                      <a:prstDash val="solid"/>
                      <a:round/>
                      <a:headEnd type="none" w="med" len="med"/>
                      <a:tailEnd type="none" w="med" len="med"/>
                    </a:lnL>
                  </a:tcPr>
                </a:tc>
                <a:tc>
                  <a:txBody>
                    <a:bodyPr/>
                    <a:lstStyle/>
                    <a:p>
                      <a:pPr algn="ctr" rtl="0" fontAlgn="base"/>
                      <a:r>
                        <a:rPr lang="en-US" sz="1400" b="0" i="0" dirty="0">
                          <a:solidFill>
                            <a:srgbClr val="333F50"/>
                          </a:solidFill>
                          <a:effectLst/>
                          <a:latin typeface="+mn-lt"/>
                        </a:rPr>
                        <a:t>4.5</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2.2</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1.7</a:t>
                      </a:r>
                      <a:r>
                        <a:rPr lang="en-US" sz="1400" b="0" i="0" dirty="0">
                          <a:solidFill>
                            <a:srgbClr val="000000"/>
                          </a:solidFill>
                          <a:effectLst/>
                          <a:latin typeface="+mn-lt"/>
                        </a:rPr>
                        <a:t>​</a:t>
                      </a:r>
                    </a:p>
                  </a:txBody>
                  <a:tcPr anchor="ctr"/>
                </a:tc>
                <a:tc>
                  <a:txBody>
                    <a:bodyPr/>
                    <a:lstStyle/>
                    <a:p>
                      <a:pPr algn="ctr" rtl="0" fontAlgn="base"/>
                      <a:r>
                        <a:rPr lang="en-US" sz="1400" b="0" i="0" dirty="0">
                          <a:solidFill>
                            <a:srgbClr val="333F50"/>
                          </a:solidFill>
                          <a:effectLst/>
                          <a:latin typeface="+mn-lt"/>
                        </a:rPr>
                        <a:t>7.0</a:t>
                      </a:r>
                      <a:endParaRPr lang="en-US" sz="1400" b="0" i="0" dirty="0">
                        <a:solidFill>
                          <a:srgbClr val="000000"/>
                        </a:solidFill>
                        <a:effectLst/>
                        <a:latin typeface="+mn-lt"/>
                      </a:endParaRPr>
                    </a:p>
                  </a:txBody>
                  <a:tcPr anchor="ctr">
                    <a:lnR w="12700" cap="flat" cmpd="sng" algn="ctr">
                      <a:noFill/>
                      <a:prstDash val="solid"/>
                      <a:round/>
                      <a:headEnd type="none" w="med" len="med"/>
                      <a:tailEnd type="none" w="med" len="med"/>
                    </a:lnR>
                  </a:tcPr>
                </a:tc>
                <a:extLst>
                  <a:ext uri="{0D108BD9-81ED-4DB2-BD59-A6C34878D82A}">
                    <a16:rowId xmlns:a16="http://schemas.microsoft.com/office/drawing/2014/main" val="3388671141"/>
                  </a:ext>
                </a:extLst>
              </a:tr>
            </a:tbl>
          </a:graphicData>
        </a:graphic>
      </p:graphicFrame>
      <p:sp>
        <p:nvSpPr>
          <p:cNvPr id="7" name="Date Placeholder 6">
            <a:extLst>
              <a:ext uri="{FF2B5EF4-FFF2-40B4-BE49-F238E27FC236}">
                <a16:creationId xmlns:a16="http://schemas.microsoft.com/office/drawing/2014/main" id="{E7F1AE66-47AA-4110-86B9-0626D4953989}"/>
              </a:ext>
            </a:extLst>
          </p:cNvPr>
          <p:cNvSpPr>
            <a:spLocks noGrp="1"/>
          </p:cNvSpPr>
          <p:nvPr>
            <p:ph type="dt" sz="half" idx="10"/>
          </p:nvPr>
        </p:nvSpPr>
        <p:spPr>
          <a:xfrm>
            <a:off x="838200" y="6356350"/>
            <a:ext cx="2743200" cy="365125"/>
          </a:xfrm>
        </p:spPr>
        <p:txBody>
          <a:bodyPr/>
          <a:lstStyle/>
          <a:p>
            <a:r>
              <a:rPr lang="en-US" dirty="0"/>
              <a:t>20XX</a:t>
            </a:r>
          </a:p>
        </p:txBody>
      </p:sp>
      <p:sp>
        <p:nvSpPr>
          <p:cNvPr id="8" name="Footer Placeholder 7">
            <a:extLst>
              <a:ext uri="{FF2B5EF4-FFF2-40B4-BE49-F238E27FC236}">
                <a16:creationId xmlns:a16="http://schemas.microsoft.com/office/drawing/2014/main" id="{8BA5A93F-DCAE-40B8-8E94-3239A1A6A21A}"/>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9" name="Slide Number Placeholder 8">
            <a:extLst>
              <a:ext uri="{FF2B5EF4-FFF2-40B4-BE49-F238E27FC236}">
                <a16:creationId xmlns:a16="http://schemas.microsoft.com/office/drawing/2014/main" id="{03091613-153A-4005-9F4D-2F185AE5F7BF}"/>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21</a:t>
            </a:fld>
            <a:endParaRPr lang="en-US" dirty="0"/>
          </a:p>
        </p:txBody>
      </p:sp>
    </p:spTree>
    <p:extLst>
      <p:ext uri="{BB962C8B-B14F-4D97-AF65-F5344CB8AC3E}">
        <p14:creationId xmlns:p14="http://schemas.microsoft.com/office/powerpoint/2010/main" val="24996826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A2CD4-732A-43E4-BCB9-CBA2055E0AC6}"/>
              </a:ext>
            </a:extLst>
          </p:cNvPr>
          <p:cNvSpPr>
            <a:spLocks noGrp="1"/>
          </p:cNvSpPr>
          <p:nvPr>
            <p:ph type="title"/>
          </p:nvPr>
        </p:nvSpPr>
        <p:spPr>
          <a:xfrm>
            <a:off x="4657724" y="2809875"/>
            <a:ext cx="6696075" cy="1909763"/>
          </a:xfrm>
        </p:spPr>
        <p:txBody>
          <a:bodyPr/>
          <a:lstStyle/>
          <a:p>
            <a:r>
              <a:rPr lang="en-US" dirty="0"/>
              <a:t>BUSINESS OPPORTUNITIES ARE LIKE BUSES. THERE'S ALWAYS ANOTHER ONE COMING.​</a:t>
            </a:r>
          </a:p>
        </p:txBody>
      </p:sp>
      <p:sp>
        <p:nvSpPr>
          <p:cNvPr id="3" name="Subtitle 2">
            <a:extLst>
              <a:ext uri="{FF2B5EF4-FFF2-40B4-BE49-F238E27FC236}">
                <a16:creationId xmlns:a16="http://schemas.microsoft.com/office/drawing/2014/main" id="{45FD0450-A909-4CD9-8912-96A19ACEB7CB}"/>
              </a:ext>
            </a:extLst>
          </p:cNvPr>
          <p:cNvSpPr>
            <a:spLocks noGrp="1"/>
          </p:cNvSpPr>
          <p:nvPr>
            <p:ph type="subTitle" idx="1"/>
          </p:nvPr>
        </p:nvSpPr>
        <p:spPr>
          <a:xfrm>
            <a:off x="4657725" y="5028803"/>
            <a:ext cx="6696074" cy="365125"/>
          </a:xfrm>
        </p:spPr>
        <p:txBody>
          <a:bodyPr/>
          <a:lstStyle/>
          <a:p>
            <a:r>
              <a:rPr lang="en-US" dirty="0"/>
              <a:t>Richard Branson</a:t>
            </a:r>
          </a:p>
        </p:txBody>
      </p:sp>
      <p:sp>
        <p:nvSpPr>
          <p:cNvPr id="4" name="Date Placeholder 3">
            <a:extLst>
              <a:ext uri="{FF2B5EF4-FFF2-40B4-BE49-F238E27FC236}">
                <a16:creationId xmlns:a16="http://schemas.microsoft.com/office/drawing/2014/main" id="{DA53D834-F1E2-4848-8093-D412A7B081AF}"/>
              </a:ext>
            </a:extLst>
          </p:cNvPr>
          <p:cNvSpPr>
            <a:spLocks noGrp="1"/>
          </p:cNvSpPr>
          <p:nvPr>
            <p:ph type="dt" sz="half" idx="10"/>
          </p:nvPr>
        </p:nvSpPr>
        <p:spPr>
          <a:xfrm>
            <a:off x="4676774" y="6356350"/>
            <a:ext cx="1695450" cy="365125"/>
          </a:xfrm>
        </p:spPr>
        <p:txBody>
          <a:bodyPr/>
          <a:lstStyle/>
          <a:p>
            <a:r>
              <a:rPr lang="en-US" dirty="0"/>
              <a:t>20XX</a:t>
            </a:r>
          </a:p>
        </p:txBody>
      </p:sp>
      <p:sp>
        <p:nvSpPr>
          <p:cNvPr id="5" name="Footer Placeholder 4">
            <a:extLst>
              <a:ext uri="{FF2B5EF4-FFF2-40B4-BE49-F238E27FC236}">
                <a16:creationId xmlns:a16="http://schemas.microsoft.com/office/drawing/2014/main" id="{3555A49C-96F4-440D-B89E-A0AE94F70108}"/>
              </a:ext>
            </a:extLst>
          </p:cNvPr>
          <p:cNvSpPr>
            <a:spLocks noGrp="1"/>
          </p:cNvSpPr>
          <p:nvPr>
            <p:ph type="ftr" sz="quarter" idx="11"/>
          </p:nvPr>
        </p:nvSpPr>
        <p:spPr>
          <a:xfrm>
            <a:off x="6743699" y="6356350"/>
            <a:ext cx="2543175" cy="365125"/>
          </a:xfrm>
        </p:spPr>
        <p:txBody>
          <a:bodyPr/>
          <a:lstStyle/>
          <a:p>
            <a:r>
              <a:rPr lang="en-US" dirty="0"/>
              <a:t>PRESENTATION TITLE</a:t>
            </a:r>
          </a:p>
        </p:txBody>
      </p:sp>
      <p:sp>
        <p:nvSpPr>
          <p:cNvPr id="6" name="Slide Number Placeholder 5">
            <a:extLst>
              <a:ext uri="{FF2B5EF4-FFF2-40B4-BE49-F238E27FC236}">
                <a16:creationId xmlns:a16="http://schemas.microsoft.com/office/drawing/2014/main" id="{F2A39FA3-9AE3-4689-A469-B7D2DFCCC2D9}"/>
              </a:ext>
            </a:extLst>
          </p:cNvPr>
          <p:cNvSpPr>
            <a:spLocks noGrp="1"/>
          </p:cNvSpPr>
          <p:nvPr>
            <p:ph type="sldNum" sz="quarter" idx="12"/>
          </p:nvPr>
        </p:nvSpPr>
        <p:spPr>
          <a:xfrm>
            <a:off x="9658350" y="6356350"/>
            <a:ext cx="1695450" cy="365125"/>
          </a:xfrm>
        </p:spPr>
        <p:txBody>
          <a:bodyPr/>
          <a:lstStyle/>
          <a:p>
            <a:fld id="{A49DFD55-3C28-40EF-9E31-A92D2E4017FF}" type="slidenum">
              <a:rPr lang="en-US" smtClean="0"/>
              <a:pPr/>
              <a:t>22</a:t>
            </a:fld>
            <a:endParaRPr lang="en-US" dirty="0"/>
          </a:p>
        </p:txBody>
      </p:sp>
    </p:spTree>
    <p:extLst>
      <p:ext uri="{BB962C8B-B14F-4D97-AF65-F5344CB8AC3E}">
        <p14:creationId xmlns:p14="http://schemas.microsoft.com/office/powerpoint/2010/main" val="7443797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A2D15-4D68-4BF7-9421-032AE6C8852C}"/>
              </a:ext>
            </a:extLst>
          </p:cNvPr>
          <p:cNvSpPr>
            <a:spLocks noGrp="1"/>
          </p:cNvSpPr>
          <p:nvPr>
            <p:ph type="title"/>
          </p:nvPr>
        </p:nvSpPr>
        <p:spPr>
          <a:xfrm>
            <a:off x="1885156" y="892177"/>
            <a:ext cx="8421688" cy="1325563"/>
          </a:xfrm>
        </p:spPr>
        <p:txBody>
          <a:bodyPr/>
          <a:lstStyle/>
          <a:p>
            <a:r>
              <a:rPr lang="en-US" dirty="0"/>
              <a:t>MEET OUR TEAM</a:t>
            </a:r>
          </a:p>
        </p:txBody>
      </p:sp>
      <p:pic>
        <p:nvPicPr>
          <p:cNvPr id="16" name="Picture Placeholder 15" descr="Headshot for team slides ">
            <a:extLst>
              <a:ext uri="{FF2B5EF4-FFF2-40B4-BE49-F238E27FC236}">
                <a16:creationId xmlns:a16="http://schemas.microsoft.com/office/drawing/2014/main" id="{788ADF35-7762-4E85-BE67-27FDB5522B9D}"/>
              </a:ext>
            </a:extLst>
          </p:cNvPr>
          <p:cNvPicPr>
            <a:picLocks noGrp="1" noChangeAspect="1"/>
          </p:cNvPicPr>
          <p:nvPr>
            <p:ph type="pic" sz="quarter" idx="14"/>
          </p:nvPr>
        </p:nvPicPr>
        <p:blipFill rotWithShape="1">
          <a:blip r:embed="rId2" cstate="screen">
            <a:extLst>
              <a:ext uri="{28A0092B-C50C-407E-A947-70E740481C1C}">
                <a14:useLocalDpi xmlns:a14="http://schemas.microsoft.com/office/drawing/2010/main" val="0"/>
              </a:ext>
            </a:extLst>
          </a:blip>
          <a:srcRect/>
          <a:stretch/>
        </p:blipFill>
        <p:spPr>
          <a:xfrm>
            <a:off x="1487181" y="2886074"/>
            <a:ext cx="1845511" cy="1845511"/>
          </a:xfrm>
        </p:spPr>
      </p:pic>
      <p:sp>
        <p:nvSpPr>
          <p:cNvPr id="3" name="Text Placeholder 2">
            <a:extLst>
              <a:ext uri="{FF2B5EF4-FFF2-40B4-BE49-F238E27FC236}">
                <a16:creationId xmlns:a16="http://schemas.microsoft.com/office/drawing/2014/main" id="{78BCC184-1096-457B-AB72-BD49E6E54117}"/>
              </a:ext>
            </a:extLst>
          </p:cNvPr>
          <p:cNvSpPr>
            <a:spLocks noGrp="1"/>
          </p:cNvSpPr>
          <p:nvPr>
            <p:ph type="body" idx="1"/>
          </p:nvPr>
        </p:nvSpPr>
        <p:spPr>
          <a:xfrm>
            <a:off x="1228568" y="5084524"/>
            <a:ext cx="2317707" cy="343061"/>
          </a:xfrm>
        </p:spPr>
        <p:txBody>
          <a:bodyPr/>
          <a:lstStyle/>
          <a:p>
            <a:r>
              <a:rPr lang="en-US" dirty="0"/>
              <a:t>TAKUMA HAYASHI</a:t>
            </a:r>
          </a:p>
        </p:txBody>
      </p:sp>
      <p:sp>
        <p:nvSpPr>
          <p:cNvPr id="11" name="Text Placeholder 10">
            <a:extLst>
              <a:ext uri="{FF2B5EF4-FFF2-40B4-BE49-F238E27FC236}">
                <a16:creationId xmlns:a16="http://schemas.microsoft.com/office/drawing/2014/main" id="{DB420882-1CC0-49B4-8DDE-24EC26687506}"/>
              </a:ext>
            </a:extLst>
          </p:cNvPr>
          <p:cNvSpPr>
            <a:spLocks noGrp="1"/>
          </p:cNvSpPr>
          <p:nvPr>
            <p:ph type="body" idx="21"/>
          </p:nvPr>
        </p:nvSpPr>
        <p:spPr>
          <a:xfrm>
            <a:off x="1487181" y="5464114"/>
            <a:ext cx="1845511" cy="343061"/>
          </a:xfrm>
        </p:spPr>
        <p:txBody>
          <a:bodyPr/>
          <a:lstStyle/>
          <a:p>
            <a:r>
              <a:rPr lang="en-US" dirty="0"/>
              <a:t>President</a:t>
            </a:r>
          </a:p>
        </p:txBody>
      </p:sp>
      <p:pic>
        <p:nvPicPr>
          <p:cNvPr id="18" name="Picture Placeholder 17" descr="Headshot for team slides ">
            <a:extLst>
              <a:ext uri="{FF2B5EF4-FFF2-40B4-BE49-F238E27FC236}">
                <a16:creationId xmlns:a16="http://schemas.microsoft.com/office/drawing/2014/main" id="{F2557ABA-5037-481D-8C54-94B63E80E2EC}"/>
              </a:ext>
            </a:extLst>
          </p:cNvPr>
          <p:cNvPicPr>
            <a:picLocks noGrp="1" noChangeAspect="1"/>
          </p:cNvPicPr>
          <p:nvPr>
            <p:ph type="pic" sz="quarter" idx="15"/>
          </p:nvPr>
        </p:nvPicPr>
        <p:blipFill rotWithShape="1">
          <a:blip r:embed="rId3" cstate="screen">
            <a:extLst>
              <a:ext uri="{28A0092B-C50C-407E-A947-70E740481C1C}">
                <a14:useLocalDpi xmlns:a14="http://schemas.microsoft.com/office/drawing/2010/main" val="0"/>
              </a:ext>
            </a:extLst>
          </a:blip>
          <a:srcRect/>
          <a:stretch/>
        </p:blipFill>
        <p:spPr>
          <a:xfrm>
            <a:off x="3836914" y="2886074"/>
            <a:ext cx="1845511" cy="1845511"/>
          </a:xfrm>
        </p:spPr>
      </p:pic>
      <p:sp>
        <p:nvSpPr>
          <p:cNvPr id="8" name="Text Placeholder 7">
            <a:extLst>
              <a:ext uri="{FF2B5EF4-FFF2-40B4-BE49-F238E27FC236}">
                <a16:creationId xmlns:a16="http://schemas.microsoft.com/office/drawing/2014/main" id="{8F0714D4-1A7C-4D7F-A5C0-4F766382B6A9}"/>
              </a:ext>
            </a:extLst>
          </p:cNvPr>
          <p:cNvSpPr>
            <a:spLocks noGrp="1"/>
          </p:cNvSpPr>
          <p:nvPr>
            <p:ph type="body" idx="18"/>
          </p:nvPr>
        </p:nvSpPr>
        <p:spPr>
          <a:xfrm>
            <a:off x="3578300" y="5084524"/>
            <a:ext cx="2330816" cy="343061"/>
          </a:xfrm>
        </p:spPr>
        <p:txBody>
          <a:bodyPr/>
          <a:lstStyle/>
          <a:p>
            <a:r>
              <a:rPr lang="en-US" dirty="0"/>
              <a:t>MIRJAM NILSSON</a:t>
            </a:r>
          </a:p>
        </p:txBody>
      </p:sp>
      <p:sp>
        <p:nvSpPr>
          <p:cNvPr id="12" name="Text Placeholder 11">
            <a:extLst>
              <a:ext uri="{FF2B5EF4-FFF2-40B4-BE49-F238E27FC236}">
                <a16:creationId xmlns:a16="http://schemas.microsoft.com/office/drawing/2014/main" id="{E017101B-2009-4267-8513-19000E37B1F0}"/>
              </a:ext>
            </a:extLst>
          </p:cNvPr>
          <p:cNvSpPr>
            <a:spLocks noGrp="1"/>
          </p:cNvSpPr>
          <p:nvPr>
            <p:ph type="body" idx="22"/>
          </p:nvPr>
        </p:nvSpPr>
        <p:spPr>
          <a:xfrm>
            <a:off x="3836913" y="5478796"/>
            <a:ext cx="1855949" cy="343061"/>
          </a:xfrm>
        </p:spPr>
        <p:txBody>
          <a:bodyPr/>
          <a:lstStyle/>
          <a:p>
            <a:r>
              <a:rPr lang="en-US" dirty="0"/>
              <a:t>Chief Executive Officer</a:t>
            </a:r>
          </a:p>
        </p:txBody>
      </p:sp>
      <p:pic>
        <p:nvPicPr>
          <p:cNvPr id="20" name="Picture Placeholder 19" descr="Headshot for team slides ">
            <a:extLst>
              <a:ext uri="{FF2B5EF4-FFF2-40B4-BE49-F238E27FC236}">
                <a16:creationId xmlns:a16="http://schemas.microsoft.com/office/drawing/2014/main" id="{618E88B2-D607-4D3C-9519-A591A729DCC9}"/>
              </a:ext>
            </a:extLst>
          </p:cNvPr>
          <p:cNvPicPr>
            <a:picLocks noGrp="1" noChangeAspect="1"/>
          </p:cNvPicPr>
          <p:nvPr>
            <p:ph type="pic" sz="quarter" idx="16"/>
          </p:nvPr>
        </p:nvPicPr>
        <p:blipFill rotWithShape="1">
          <a:blip r:embed="rId4" cstate="screen">
            <a:extLst>
              <a:ext uri="{28A0092B-C50C-407E-A947-70E740481C1C}">
                <a14:useLocalDpi xmlns:a14="http://schemas.microsoft.com/office/drawing/2010/main" val="0"/>
              </a:ext>
            </a:extLst>
          </a:blip>
          <a:srcRect/>
          <a:stretch/>
        </p:blipFill>
        <p:spPr>
          <a:xfrm>
            <a:off x="6327578" y="2886074"/>
            <a:ext cx="1845511" cy="1845511"/>
          </a:xfrm>
        </p:spPr>
      </p:pic>
      <p:sp>
        <p:nvSpPr>
          <p:cNvPr id="9" name="Text Placeholder 8">
            <a:extLst>
              <a:ext uri="{FF2B5EF4-FFF2-40B4-BE49-F238E27FC236}">
                <a16:creationId xmlns:a16="http://schemas.microsoft.com/office/drawing/2014/main" id="{36AEE506-9967-4592-BC98-D3FD3028A8E5}"/>
              </a:ext>
            </a:extLst>
          </p:cNvPr>
          <p:cNvSpPr>
            <a:spLocks noGrp="1"/>
          </p:cNvSpPr>
          <p:nvPr>
            <p:ph type="body" idx="19"/>
          </p:nvPr>
        </p:nvSpPr>
        <p:spPr>
          <a:xfrm>
            <a:off x="6068964" y="5084524"/>
            <a:ext cx="2317707" cy="343061"/>
          </a:xfrm>
        </p:spPr>
        <p:txBody>
          <a:bodyPr/>
          <a:lstStyle/>
          <a:p>
            <a:r>
              <a:rPr lang="en-US" dirty="0"/>
              <a:t>FLORA BERGGREN</a:t>
            </a:r>
          </a:p>
        </p:txBody>
      </p:sp>
      <p:sp>
        <p:nvSpPr>
          <p:cNvPr id="13" name="Text Placeholder 12">
            <a:extLst>
              <a:ext uri="{FF2B5EF4-FFF2-40B4-BE49-F238E27FC236}">
                <a16:creationId xmlns:a16="http://schemas.microsoft.com/office/drawing/2014/main" id="{D40B843D-6615-46EB-A813-BEBD624EC685}"/>
              </a:ext>
            </a:extLst>
          </p:cNvPr>
          <p:cNvSpPr>
            <a:spLocks noGrp="1"/>
          </p:cNvSpPr>
          <p:nvPr>
            <p:ph type="body" idx="23"/>
          </p:nvPr>
        </p:nvSpPr>
        <p:spPr>
          <a:xfrm>
            <a:off x="6327577" y="5478796"/>
            <a:ext cx="1845511" cy="343061"/>
          </a:xfrm>
        </p:spPr>
        <p:txBody>
          <a:bodyPr/>
          <a:lstStyle/>
          <a:p>
            <a:r>
              <a:rPr lang="en-US" dirty="0"/>
              <a:t>Chief Operations Officer</a:t>
            </a:r>
          </a:p>
        </p:txBody>
      </p:sp>
      <p:pic>
        <p:nvPicPr>
          <p:cNvPr id="22" name="Picture Placeholder 21" descr="Headshot for team slides ">
            <a:extLst>
              <a:ext uri="{FF2B5EF4-FFF2-40B4-BE49-F238E27FC236}">
                <a16:creationId xmlns:a16="http://schemas.microsoft.com/office/drawing/2014/main" id="{82AF3253-9767-4EC7-B0DB-3A850BEFB035}"/>
              </a:ext>
            </a:extLst>
          </p:cNvPr>
          <p:cNvPicPr>
            <a:picLocks noGrp="1" noChangeAspect="1"/>
          </p:cNvPicPr>
          <p:nvPr>
            <p:ph type="pic" sz="quarter" idx="17"/>
          </p:nvPr>
        </p:nvPicPr>
        <p:blipFill rotWithShape="1">
          <a:blip r:embed="rId5" cstate="screen">
            <a:extLst>
              <a:ext uri="{28A0092B-C50C-407E-A947-70E740481C1C}">
                <a14:useLocalDpi xmlns:a14="http://schemas.microsoft.com/office/drawing/2010/main" val="0"/>
              </a:ext>
            </a:extLst>
          </a:blip>
          <a:srcRect/>
          <a:stretch/>
        </p:blipFill>
        <p:spPr>
          <a:xfrm>
            <a:off x="8747458" y="2886074"/>
            <a:ext cx="1845511" cy="1845511"/>
          </a:xfrm>
        </p:spPr>
      </p:pic>
      <p:sp>
        <p:nvSpPr>
          <p:cNvPr id="10" name="Text Placeholder 9">
            <a:extLst>
              <a:ext uri="{FF2B5EF4-FFF2-40B4-BE49-F238E27FC236}">
                <a16:creationId xmlns:a16="http://schemas.microsoft.com/office/drawing/2014/main" id="{F5F1AEEC-D56B-4D10-B1F5-63AA91152B53}"/>
              </a:ext>
            </a:extLst>
          </p:cNvPr>
          <p:cNvSpPr>
            <a:spLocks noGrp="1"/>
          </p:cNvSpPr>
          <p:nvPr>
            <p:ph type="body" idx="20"/>
          </p:nvPr>
        </p:nvSpPr>
        <p:spPr>
          <a:xfrm>
            <a:off x="8488845" y="5084524"/>
            <a:ext cx="2317706" cy="343061"/>
          </a:xfrm>
        </p:spPr>
        <p:txBody>
          <a:bodyPr/>
          <a:lstStyle/>
          <a:p>
            <a:r>
              <a:rPr lang="en-US" dirty="0"/>
              <a:t>RAJESH SANTOSHI</a:t>
            </a:r>
          </a:p>
        </p:txBody>
      </p:sp>
      <p:sp>
        <p:nvSpPr>
          <p:cNvPr id="14" name="Text Placeholder 13">
            <a:extLst>
              <a:ext uri="{FF2B5EF4-FFF2-40B4-BE49-F238E27FC236}">
                <a16:creationId xmlns:a16="http://schemas.microsoft.com/office/drawing/2014/main" id="{3099A0B0-BDD0-48DA-AA3E-13153E65129F}"/>
              </a:ext>
            </a:extLst>
          </p:cNvPr>
          <p:cNvSpPr>
            <a:spLocks noGrp="1"/>
          </p:cNvSpPr>
          <p:nvPr>
            <p:ph type="body" idx="24"/>
          </p:nvPr>
        </p:nvSpPr>
        <p:spPr>
          <a:xfrm>
            <a:off x="8747458" y="5464114"/>
            <a:ext cx="1845510" cy="343061"/>
          </a:xfrm>
        </p:spPr>
        <p:txBody>
          <a:bodyPr/>
          <a:lstStyle/>
          <a:p>
            <a:r>
              <a:rPr lang="en-US" dirty="0"/>
              <a:t>VP Marketing</a:t>
            </a:r>
          </a:p>
        </p:txBody>
      </p:sp>
      <p:sp>
        <p:nvSpPr>
          <p:cNvPr id="23" name="Date Placeholder 22">
            <a:extLst>
              <a:ext uri="{FF2B5EF4-FFF2-40B4-BE49-F238E27FC236}">
                <a16:creationId xmlns:a16="http://schemas.microsoft.com/office/drawing/2014/main" id="{637DEDF5-3FCD-4BC2-86A5-7BE2BF01EA38}"/>
              </a:ext>
            </a:extLst>
          </p:cNvPr>
          <p:cNvSpPr>
            <a:spLocks noGrp="1"/>
          </p:cNvSpPr>
          <p:nvPr>
            <p:ph type="dt" sz="half" idx="10"/>
          </p:nvPr>
        </p:nvSpPr>
        <p:spPr>
          <a:xfrm>
            <a:off x="838200" y="6356350"/>
            <a:ext cx="2743200" cy="365125"/>
          </a:xfrm>
        </p:spPr>
        <p:txBody>
          <a:bodyPr/>
          <a:lstStyle/>
          <a:p>
            <a:r>
              <a:rPr lang="en-US" dirty="0"/>
              <a:t>20XX</a:t>
            </a:r>
          </a:p>
        </p:txBody>
      </p:sp>
      <p:sp>
        <p:nvSpPr>
          <p:cNvPr id="24" name="Footer Placeholder 23">
            <a:extLst>
              <a:ext uri="{FF2B5EF4-FFF2-40B4-BE49-F238E27FC236}">
                <a16:creationId xmlns:a16="http://schemas.microsoft.com/office/drawing/2014/main" id="{918C3C97-444D-4600-8553-B9C4C1F8483B}"/>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25" name="Slide Number Placeholder 24">
            <a:extLst>
              <a:ext uri="{FF2B5EF4-FFF2-40B4-BE49-F238E27FC236}">
                <a16:creationId xmlns:a16="http://schemas.microsoft.com/office/drawing/2014/main" id="{148E9129-4CC6-47BA-ACD8-2C632A8660EC}"/>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23</a:t>
            </a:fld>
            <a:endParaRPr lang="en-US" dirty="0"/>
          </a:p>
        </p:txBody>
      </p:sp>
    </p:spTree>
    <p:extLst>
      <p:ext uri="{BB962C8B-B14F-4D97-AF65-F5344CB8AC3E}">
        <p14:creationId xmlns:p14="http://schemas.microsoft.com/office/powerpoint/2010/main" val="26193012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D0E59-4C68-4F87-9821-23C69713D980}"/>
              </a:ext>
            </a:extLst>
          </p:cNvPr>
          <p:cNvSpPr>
            <a:spLocks noGrp="1"/>
          </p:cNvSpPr>
          <p:nvPr>
            <p:ph type="title"/>
          </p:nvPr>
        </p:nvSpPr>
        <p:spPr>
          <a:xfrm>
            <a:off x="1885156" y="892177"/>
            <a:ext cx="8421688" cy="1325563"/>
          </a:xfrm>
        </p:spPr>
        <p:txBody>
          <a:bodyPr/>
          <a:lstStyle/>
          <a:p>
            <a:r>
              <a:rPr lang="en-US" dirty="0"/>
              <a:t>MEET OUR TEAM  </a:t>
            </a:r>
          </a:p>
        </p:txBody>
      </p:sp>
      <p:pic>
        <p:nvPicPr>
          <p:cNvPr id="357" name="Picture Placeholder 356" descr="Headshot for team slides ">
            <a:extLst>
              <a:ext uri="{FF2B5EF4-FFF2-40B4-BE49-F238E27FC236}">
                <a16:creationId xmlns:a16="http://schemas.microsoft.com/office/drawing/2014/main" id="{1AA9DB68-9DD0-4157-9F94-F215A6B134C1}"/>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877176" y="2428875"/>
            <a:ext cx="1066800" cy="1066800"/>
          </a:xfrm>
        </p:spPr>
      </p:pic>
      <p:sp>
        <p:nvSpPr>
          <p:cNvPr id="3" name="Text Placeholder 2">
            <a:extLst>
              <a:ext uri="{FF2B5EF4-FFF2-40B4-BE49-F238E27FC236}">
                <a16:creationId xmlns:a16="http://schemas.microsoft.com/office/drawing/2014/main" id="{25A49E2A-E51F-4DB7-B643-0BACFA4CDF33}"/>
              </a:ext>
            </a:extLst>
          </p:cNvPr>
          <p:cNvSpPr>
            <a:spLocks noGrp="1"/>
          </p:cNvSpPr>
          <p:nvPr>
            <p:ph type="body" idx="1"/>
          </p:nvPr>
        </p:nvSpPr>
        <p:spPr>
          <a:xfrm>
            <a:off x="1500168" y="3654378"/>
            <a:ext cx="1828800" cy="343061"/>
          </a:xfrm>
        </p:spPr>
        <p:txBody>
          <a:bodyPr/>
          <a:lstStyle/>
          <a:p>
            <a:r>
              <a:rPr lang="en-US" dirty="0"/>
              <a:t>TAKUMA HAYASHI</a:t>
            </a:r>
          </a:p>
        </p:txBody>
      </p:sp>
      <p:sp>
        <p:nvSpPr>
          <p:cNvPr id="11" name="Text Placeholder 10">
            <a:extLst>
              <a:ext uri="{FF2B5EF4-FFF2-40B4-BE49-F238E27FC236}">
                <a16:creationId xmlns:a16="http://schemas.microsoft.com/office/drawing/2014/main" id="{AA8375DF-11E9-44DF-BAA3-EACBE17AF4A7}"/>
              </a:ext>
            </a:extLst>
          </p:cNvPr>
          <p:cNvSpPr>
            <a:spLocks noGrp="1"/>
          </p:cNvSpPr>
          <p:nvPr>
            <p:ph type="body" idx="21"/>
          </p:nvPr>
        </p:nvSpPr>
        <p:spPr>
          <a:xfrm>
            <a:off x="1500168" y="3809747"/>
            <a:ext cx="1828800" cy="343061"/>
          </a:xfrm>
        </p:spPr>
        <p:txBody>
          <a:bodyPr/>
          <a:lstStyle/>
          <a:p>
            <a:r>
              <a:rPr lang="en-US" dirty="0"/>
              <a:t>President</a:t>
            </a:r>
          </a:p>
        </p:txBody>
      </p:sp>
      <p:pic>
        <p:nvPicPr>
          <p:cNvPr id="359" name="Picture Placeholder 358" descr="Headshot for team slides ">
            <a:extLst>
              <a:ext uri="{FF2B5EF4-FFF2-40B4-BE49-F238E27FC236}">
                <a16:creationId xmlns:a16="http://schemas.microsoft.com/office/drawing/2014/main" id="{32C08192-2F27-4ED3-9CEE-4C37C7DFE674}"/>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4226270" y="2428875"/>
            <a:ext cx="1066800" cy="1066800"/>
          </a:xfrm>
        </p:spPr>
      </p:pic>
      <p:sp>
        <p:nvSpPr>
          <p:cNvPr id="8" name="Text Placeholder 7">
            <a:extLst>
              <a:ext uri="{FF2B5EF4-FFF2-40B4-BE49-F238E27FC236}">
                <a16:creationId xmlns:a16="http://schemas.microsoft.com/office/drawing/2014/main" id="{9584E2DE-7061-44CB-A94B-5555484F9744}"/>
              </a:ext>
            </a:extLst>
          </p:cNvPr>
          <p:cNvSpPr>
            <a:spLocks noGrp="1"/>
          </p:cNvSpPr>
          <p:nvPr>
            <p:ph type="body" idx="18"/>
          </p:nvPr>
        </p:nvSpPr>
        <p:spPr>
          <a:xfrm>
            <a:off x="3849262" y="3654378"/>
            <a:ext cx="1828800" cy="343061"/>
          </a:xfrm>
        </p:spPr>
        <p:txBody>
          <a:bodyPr/>
          <a:lstStyle/>
          <a:p>
            <a:r>
              <a:rPr lang="en-US" dirty="0"/>
              <a:t>MIRJAM NILSSON</a:t>
            </a:r>
          </a:p>
        </p:txBody>
      </p:sp>
      <p:sp>
        <p:nvSpPr>
          <p:cNvPr id="12" name="Text Placeholder 11">
            <a:extLst>
              <a:ext uri="{FF2B5EF4-FFF2-40B4-BE49-F238E27FC236}">
                <a16:creationId xmlns:a16="http://schemas.microsoft.com/office/drawing/2014/main" id="{57F11552-18E0-4565-AE6F-DE5290DF1269}"/>
              </a:ext>
            </a:extLst>
          </p:cNvPr>
          <p:cNvSpPr>
            <a:spLocks noGrp="1"/>
          </p:cNvSpPr>
          <p:nvPr>
            <p:ph type="body" idx="22"/>
          </p:nvPr>
        </p:nvSpPr>
        <p:spPr>
          <a:xfrm>
            <a:off x="3849262" y="3809747"/>
            <a:ext cx="1828800" cy="343061"/>
          </a:xfrm>
        </p:spPr>
        <p:txBody>
          <a:bodyPr/>
          <a:lstStyle/>
          <a:p>
            <a:r>
              <a:rPr lang="en-US" dirty="0"/>
              <a:t>Chief Executive Officer</a:t>
            </a:r>
          </a:p>
        </p:txBody>
      </p:sp>
      <p:pic>
        <p:nvPicPr>
          <p:cNvPr id="361" name="Picture Placeholder 360" descr="Headshot for team slides ">
            <a:extLst>
              <a:ext uri="{FF2B5EF4-FFF2-40B4-BE49-F238E27FC236}">
                <a16:creationId xmlns:a16="http://schemas.microsoft.com/office/drawing/2014/main" id="{CA581025-9A6A-4294-8F86-E611BCEFAB15}"/>
              </a:ext>
            </a:extLst>
          </p:cNvPr>
          <p:cNvPicPr>
            <a:picLocks noGrp="1" noChangeAspect="1"/>
          </p:cNvPicPr>
          <p:nvPr>
            <p:ph type="pic" sz="quarter" idx="37"/>
          </p:nvPr>
        </p:nvPicPr>
        <p:blipFill rotWithShape="1">
          <a:blip r:embed="rId4">
            <a:extLst>
              <a:ext uri="{28A0092B-C50C-407E-A947-70E740481C1C}">
                <a14:useLocalDpi xmlns:a14="http://schemas.microsoft.com/office/drawing/2010/main" val="0"/>
              </a:ext>
            </a:extLst>
          </a:blip>
          <a:srcRect/>
          <a:stretch/>
        </p:blipFill>
        <p:spPr>
          <a:xfrm>
            <a:off x="6655584" y="2428875"/>
            <a:ext cx="1066800" cy="1066800"/>
          </a:xfrm>
        </p:spPr>
      </p:pic>
      <p:sp>
        <p:nvSpPr>
          <p:cNvPr id="9" name="Text Placeholder 8">
            <a:extLst>
              <a:ext uri="{FF2B5EF4-FFF2-40B4-BE49-F238E27FC236}">
                <a16:creationId xmlns:a16="http://schemas.microsoft.com/office/drawing/2014/main" id="{87AF403D-91FB-404C-9346-862EFEC3564F}"/>
              </a:ext>
            </a:extLst>
          </p:cNvPr>
          <p:cNvSpPr>
            <a:spLocks noGrp="1"/>
          </p:cNvSpPr>
          <p:nvPr>
            <p:ph type="body" idx="19"/>
          </p:nvPr>
        </p:nvSpPr>
        <p:spPr>
          <a:xfrm>
            <a:off x="6198355" y="3654378"/>
            <a:ext cx="2105135" cy="343061"/>
          </a:xfrm>
        </p:spPr>
        <p:txBody>
          <a:bodyPr/>
          <a:lstStyle/>
          <a:p>
            <a:r>
              <a:rPr lang="en-US" dirty="0"/>
              <a:t>RAJESH SANTOSHI</a:t>
            </a:r>
          </a:p>
        </p:txBody>
      </p:sp>
      <p:sp>
        <p:nvSpPr>
          <p:cNvPr id="13" name="Text Placeholder 12">
            <a:extLst>
              <a:ext uri="{FF2B5EF4-FFF2-40B4-BE49-F238E27FC236}">
                <a16:creationId xmlns:a16="http://schemas.microsoft.com/office/drawing/2014/main" id="{92682AD9-94FA-4E64-864B-DC8F7A320D5C}"/>
              </a:ext>
            </a:extLst>
          </p:cNvPr>
          <p:cNvSpPr>
            <a:spLocks noGrp="1"/>
          </p:cNvSpPr>
          <p:nvPr>
            <p:ph type="body" idx="23"/>
          </p:nvPr>
        </p:nvSpPr>
        <p:spPr>
          <a:xfrm>
            <a:off x="6095999" y="3809747"/>
            <a:ext cx="2299855" cy="343061"/>
          </a:xfrm>
        </p:spPr>
        <p:txBody>
          <a:bodyPr/>
          <a:lstStyle/>
          <a:p>
            <a:r>
              <a:rPr lang="en-US" dirty="0"/>
              <a:t>Chief Operations Officer</a:t>
            </a:r>
          </a:p>
        </p:txBody>
      </p:sp>
      <p:pic>
        <p:nvPicPr>
          <p:cNvPr id="363" name="Picture Placeholder 362" descr="Headshot for team slides ">
            <a:extLst>
              <a:ext uri="{FF2B5EF4-FFF2-40B4-BE49-F238E27FC236}">
                <a16:creationId xmlns:a16="http://schemas.microsoft.com/office/drawing/2014/main" id="{0AB7C4F4-0E33-47EC-A40D-D03ECD81A39B}"/>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9136814" y="2428875"/>
            <a:ext cx="1066800" cy="1066800"/>
          </a:xfrm>
        </p:spPr>
      </p:pic>
      <p:sp>
        <p:nvSpPr>
          <p:cNvPr id="10" name="Text Placeholder 9">
            <a:extLst>
              <a:ext uri="{FF2B5EF4-FFF2-40B4-BE49-F238E27FC236}">
                <a16:creationId xmlns:a16="http://schemas.microsoft.com/office/drawing/2014/main" id="{0EE34DCC-0789-4B21-A328-FF554B1B07BE}"/>
              </a:ext>
            </a:extLst>
          </p:cNvPr>
          <p:cNvSpPr>
            <a:spLocks noGrp="1"/>
          </p:cNvSpPr>
          <p:nvPr>
            <p:ph type="body" idx="20"/>
          </p:nvPr>
        </p:nvSpPr>
        <p:spPr>
          <a:xfrm>
            <a:off x="8759806" y="3654378"/>
            <a:ext cx="1828800" cy="343061"/>
          </a:xfrm>
        </p:spPr>
        <p:txBody>
          <a:bodyPr/>
          <a:lstStyle/>
          <a:p>
            <a:r>
              <a:rPr lang="en-US" dirty="0"/>
              <a:t>RAJESH SANTOSHI</a:t>
            </a:r>
          </a:p>
        </p:txBody>
      </p:sp>
      <p:sp>
        <p:nvSpPr>
          <p:cNvPr id="14" name="Text Placeholder 13">
            <a:extLst>
              <a:ext uri="{FF2B5EF4-FFF2-40B4-BE49-F238E27FC236}">
                <a16:creationId xmlns:a16="http://schemas.microsoft.com/office/drawing/2014/main" id="{AE93F4CF-DD26-41DA-BA4C-2DCAC0B2F5EB}"/>
              </a:ext>
            </a:extLst>
          </p:cNvPr>
          <p:cNvSpPr>
            <a:spLocks noGrp="1"/>
          </p:cNvSpPr>
          <p:nvPr>
            <p:ph type="body" idx="24"/>
          </p:nvPr>
        </p:nvSpPr>
        <p:spPr>
          <a:xfrm>
            <a:off x="8744480" y="3809747"/>
            <a:ext cx="1844126" cy="343061"/>
          </a:xfrm>
        </p:spPr>
        <p:txBody>
          <a:bodyPr/>
          <a:lstStyle/>
          <a:p>
            <a:r>
              <a:rPr lang="en-US" dirty="0"/>
              <a:t>VP Marketing</a:t>
            </a:r>
          </a:p>
        </p:txBody>
      </p:sp>
      <p:pic>
        <p:nvPicPr>
          <p:cNvPr id="365" name="Picture Placeholder 364" descr="Headshot for team slides ">
            <a:extLst>
              <a:ext uri="{FF2B5EF4-FFF2-40B4-BE49-F238E27FC236}">
                <a16:creationId xmlns:a16="http://schemas.microsoft.com/office/drawing/2014/main" id="{13CD5AED-E130-432E-8952-7CB3F68F3312}"/>
              </a:ext>
            </a:extLst>
          </p:cNvPr>
          <p:cNvPicPr>
            <a:picLocks noGrp="1" noChangeAspect="1"/>
          </p:cNvPicPr>
          <p:nvPr>
            <p:ph type="pic" sz="quarter" idx="26"/>
          </p:nvPr>
        </p:nvPicPr>
        <p:blipFill rotWithShape="1">
          <a:blip r:embed="rId6">
            <a:extLst>
              <a:ext uri="{28A0092B-C50C-407E-A947-70E740481C1C}">
                <a14:useLocalDpi xmlns:a14="http://schemas.microsoft.com/office/drawing/2010/main" val="0"/>
              </a:ext>
            </a:extLst>
          </a:blip>
          <a:srcRect/>
          <a:stretch/>
        </p:blipFill>
        <p:spPr>
          <a:xfrm>
            <a:off x="1877176" y="4287711"/>
            <a:ext cx="1066800" cy="1066800"/>
          </a:xfrm>
        </p:spPr>
      </p:pic>
      <p:sp>
        <p:nvSpPr>
          <p:cNvPr id="36" name="Text Placeholder 35">
            <a:extLst>
              <a:ext uri="{FF2B5EF4-FFF2-40B4-BE49-F238E27FC236}">
                <a16:creationId xmlns:a16="http://schemas.microsoft.com/office/drawing/2014/main" id="{9935192B-6592-4598-9D51-CFDF6F0A854F}"/>
              </a:ext>
            </a:extLst>
          </p:cNvPr>
          <p:cNvSpPr>
            <a:spLocks noGrp="1"/>
          </p:cNvSpPr>
          <p:nvPr>
            <p:ph type="body" idx="25"/>
          </p:nvPr>
        </p:nvSpPr>
        <p:spPr>
          <a:xfrm>
            <a:off x="1500168" y="5513214"/>
            <a:ext cx="1828800" cy="343061"/>
          </a:xfrm>
        </p:spPr>
        <p:txBody>
          <a:bodyPr/>
          <a:lstStyle/>
          <a:p>
            <a:r>
              <a:rPr lang="en-US" dirty="0"/>
              <a:t>GRAHAM BARNES</a:t>
            </a:r>
          </a:p>
        </p:txBody>
      </p:sp>
      <p:sp>
        <p:nvSpPr>
          <p:cNvPr id="44" name="Text Placeholder 43">
            <a:extLst>
              <a:ext uri="{FF2B5EF4-FFF2-40B4-BE49-F238E27FC236}">
                <a16:creationId xmlns:a16="http://schemas.microsoft.com/office/drawing/2014/main" id="{F759A1DD-45A5-4764-8966-C107C4C4832C}"/>
              </a:ext>
            </a:extLst>
          </p:cNvPr>
          <p:cNvSpPr>
            <a:spLocks noGrp="1"/>
          </p:cNvSpPr>
          <p:nvPr>
            <p:ph type="body" idx="33"/>
          </p:nvPr>
        </p:nvSpPr>
        <p:spPr>
          <a:xfrm>
            <a:off x="1500168" y="5668583"/>
            <a:ext cx="1828800" cy="343061"/>
          </a:xfrm>
        </p:spPr>
        <p:txBody>
          <a:bodyPr/>
          <a:lstStyle/>
          <a:p>
            <a:r>
              <a:rPr lang="en-US" dirty="0"/>
              <a:t>VP Product</a:t>
            </a:r>
          </a:p>
        </p:txBody>
      </p:sp>
      <p:pic>
        <p:nvPicPr>
          <p:cNvPr id="367" name="Picture Placeholder 366" descr="Headshot for team slides ">
            <a:extLst>
              <a:ext uri="{FF2B5EF4-FFF2-40B4-BE49-F238E27FC236}">
                <a16:creationId xmlns:a16="http://schemas.microsoft.com/office/drawing/2014/main" id="{73D462EE-3D1E-4964-B729-2B963BD87288}"/>
              </a:ext>
            </a:extLst>
          </p:cNvPr>
          <p:cNvPicPr>
            <a:picLocks noGrp="1" noChangeAspect="1"/>
          </p:cNvPicPr>
          <p:nvPr>
            <p:ph type="pic" sz="quarter" idx="27"/>
          </p:nvPr>
        </p:nvPicPr>
        <p:blipFill rotWithShape="1">
          <a:blip r:embed="rId7">
            <a:extLst>
              <a:ext uri="{28A0092B-C50C-407E-A947-70E740481C1C}">
                <a14:useLocalDpi xmlns:a14="http://schemas.microsoft.com/office/drawing/2010/main" val="0"/>
              </a:ext>
            </a:extLst>
          </a:blip>
          <a:srcRect/>
          <a:stretch/>
        </p:blipFill>
        <p:spPr>
          <a:xfrm>
            <a:off x="4226270" y="4287711"/>
            <a:ext cx="1066800" cy="1066800"/>
          </a:xfrm>
        </p:spPr>
      </p:pic>
      <p:sp>
        <p:nvSpPr>
          <p:cNvPr id="41" name="Text Placeholder 40">
            <a:extLst>
              <a:ext uri="{FF2B5EF4-FFF2-40B4-BE49-F238E27FC236}">
                <a16:creationId xmlns:a16="http://schemas.microsoft.com/office/drawing/2014/main" id="{6B09ED3A-8EC7-42CA-B68B-1377E5460E75}"/>
              </a:ext>
            </a:extLst>
          </p:cNvPr>
          <p:cNvSpPr>
            <a:spLocks noGrp="1"/>
          </p:cNvSpPr>
          <p:nvPr>
            <p:ph type="body" idx="30"/>
          </p:nvPr>
        </p:nvSpPr>
        <p:spPr>
          <a:xfrm>
            <a:off x="3849262" y="5513214"/>
            <a:ext cx="1828800" cy="343061"/>
          </a:xfrm>
        </p:spPr>
        <p:txBody>
          <a:bodyPr/>
          <a:lstStyle/>
          <a:p>
            <a:r>
              <a:rPr lang="en-US" dirty="0"/>
              <a:t>ROWAN MURPHY</a:t>
            </a:r>
          </a:p>
        </p:txBody>
      </p:sp>
      <p:sp>
        <p:nvSpPr>
          <p:cNvPr id="45" name="Text Placeholder 44">
            <a:extLst>
              <a:ext uri="{FF2B5EF4-FFF2-40B4-BE49-F238E27FC236}">
                <a16:creationId xmlns:a16="http://schemas.microsoft.com/office/drawing/2014/main" id="{021B5FEC-BECF-4604-A9AB-1C9E810794F6}"/>
              </a:ext>
            </a:extLst>
          </p:cNvPr>
          <p:cNvSpPr>
            <a:spLocks noGrp="1"/>
          </p:cNvSpPr>
          <p:nvPr>
            <p:ph type="body" idx="34"/>
          </p:nvPr>
        </p:nvSpPr>
        <p:spPr>
          <a:xfrm>
            <a:off x="3849262" y="5668583"/>
            <a:ext cx="1828800" cy="343061"/>
          </a:xfrm>
        </p:spPr>
        <p:txBody>
          <a:bodyPr/>
          <a:lstStyle/>
          <a:p>
            <a:r>
              <a:rPr lang="en-US" dirty="0"/>
              <a:t>SEO Strategist</a:t>
            </a:r>
          </a:p>
        </p:txBody>
      </p:sp>
      <p:pic>
        <p:nvPicPr>
          <p:cNvPr id="369" name="Picture Placeholder 368" descr="Headshot for team slides ">
            <a:extLst>
              <a:ext uri="{FF2B5EF4-FFF2-40B4-BE49-F238E27FC236}">
                <a16:creationId xmlns:a16="http://schemas.microsoft.com/office/drawing/2014/main" id="{3DD82FDB-1001-45E1-AA54-7904FCC108DE}"/>
              </a:ext>
            </a:extLst>
          </p:cNvPr>
          <p:cNvPicPr>
            <a:picLocks noGrp="1" noChangeAspect="1"/>
          </p:cNvPicPr>
          <p:nvPr>
            <p:ph type="pic" sz="quarter" idx="38"/>
          </p:nvPr>
        </p:nvPicPr>
        <p:blipFill rotWithShape="1">
          <a:blip r:embed="rId8">
            <a:extLst>
              <a:ext uri="{28A0092B-C50C-407E-A947-70E740481C1C}">
                <a14:useLocalDpi xmlns:a14="http://schemas.microsoft.com/office/drawing/2010/main" val="0"/>
              </a:ext>
            </a:extLst>
          </a:blip>
          <a:srcRect/>
          <a:stretch/>
        </p:blipFill>
        <p:spPr>
          <a:xfrm>
            <a:off x="6655584" y="4287711"/>
            <a:ext cx="1066800" cy="1066800"/>
          </a:xfrm>
        </p:spPr>
      </p:pic>
      <p:sp>
        <p:nvSpPr>
          <p:cNvPr id="42" name="Text Placeholder 41">
            <a:extLst>
              <a:ext uri="{FF2B5EF4-FFF2-40B4-BE49-F238E27FC236}">
                <a16:creationId xmlns:a16="http://schemas.microsoft.com/office/drawing/2014/main" id="{3E07A9F3-763B-41EA-AC65-8EDB2CA31B8A}"/>
              </a:ext>
            </a:extLst>
          </p:cNvPr>
          <p:cNvSpPr>
            <a:spLocks noGrp="1"/>
          </p:cNvSpPr>
          <p:nvPr>
            <p:ph type="body" idx="31"/>
          </p:nvPr>
        </p:nvSpPr>
        <p:spPr>
          <a:xfrm>
            <a:off x="6339926" y="5513214"/>
            <a:ext cx="1828800" cy="343061"/>
          </a:xfrm>
        </p:spPr>
        <p:txBody>
          <a:bodyPr/>
          <a:lstStyle/>
          <a:p>
            <a:r>
              <a:rPr lang="en-US" dirty="0"/>
              <a:t>ELIZABETH MOORE</a:t>
            </a:r>
          </a:p>
        </p:txBody>
      </p:sp>
      <p:sp>
        <p:nvSpPr>
          <p:cNvPr id="46" name="Text Placeholder 45">
            <a:extLst>
              <a:ext uri="{FF2B5EF4-FFF2-40B4-BE49-F238E27FC236}">
                <a16:creationId xmlns:a16="http://schemas.microsoft.com/office/drawing/2014/main" id="{53A42804-1F4C-424E-9CB4-D1CD97B11CDE}"/>
              </a:ext>
            </a:extLst>
          </p:cNvPr>
          <p:cNvSpPr>
            <a:spLocks noGrp="1"/>
          </p:cNvSpPr>
          <p:nvPr>
            <p:ph type="body" idx="35"/>
          </p:nvPr>
        </p:nvSpPr>
        <p:spPr>
          <a:xfrm>
            <a:off x="6339926" y="5668583"/>
            <a:ext cx="1813474" cy="343061"/>
          </a:xfrm>
        </p:spPr>
        <p:txBody>
          <a:bodyPr/>
          <a:lstStyle/>
          <a:p>
            <a:r>
              <a:rPr lang="en-US" dirty="0"/>
              <a:t>Product Designer</a:t>
            </a:r>
          </a:p>
        </p:txBody>
      </p:sp>
      <p:pic>
        <p:nvPicPr>
          <p:cNvPr id="371" name="Picture Placeholder 370" descr="Headshot for team slides ">
            <a:extLst>
              <a:ext uri="{FF2B5EF4-FFF2-40B4-BE49-F238E27FC236}">
                <a16:creationId xmlns:a16="http://schemas.microsoft.com/office/drawing/2014/main" id="{5DC64598-F871-46A7-9338-8EB7BF26BEB6}"/>
              </a:ext>
            </a:extLst>
          </p:cNvPr>
          <p:cNvPicPr>
            <a:picLocks noGrp="1" noChangeAspect="1"/>
          </p:cNvPicPr>
          <p:nvPr>
            <p:ph type="pic" sz="quarter" idx="29"/>
          </p:nvPr>
        </p:nvPicPr>
        <p:blipFill rotWithShape="1">
          <a:blip r:embed="rId9">
            <a:extLst>
              <a:ext uri="{28A0092B-C50C-407E-A947-70E740481C1C}">
                <a14:useLocalDpi xmlns:a14="http://schemas.microsoft.com/office/drawing/2010/main" val="0"/>
              </a:ext>
            </a:extLst>
          </a:blip>
          <a:srcRect/>
          <a:stretch/>
        </p:blipFill>
        <p:spPr>
          <a:xfrm>
            <a:off x="9136814" y="4287711"/>
            <a:ext cx="1066800" cy="1066800"/>
          </a:xfrm>
        </p:spPr>
      </p:pic>
      <p:sp>
        <p:nvSpPr>
          <p:cNvPr id="43" name="Text Placeholder 42">
            <a:extLst>
              <a:ext uri="{FF2B5EF4-FFF2-40B4-BE49-F238E27FC236}">
                <a16:creationId xmlns:a16="http://schemas.microsoft.com/office/drawing/2014/main" id="{7E484450-BE48-4C65-AEE1-5650AAC06067}"/>
              </a:ext>
            </a:extLst>
          </p:cNvPr>
          <p:cNvSpPr>
            <a:spLocks noGrp="1"/>
          </p:cNvSpPr>
          <p:nvPr>
            <p:ph type="body" idx="32"/>
          </p:nvPr>
        </p:nvSpPr>
        <p:spPr>
          <a:xfrm>
            <a:off x="8759806" y="5513214"/>
            <a:ext cx="1828800" cy="343061"/>
          </a:xfrm>
        </p:spPr>
        <p:txBody>
          <a:bodyPr/>
          <a:lstStyle/>
          <a:p>
            <a:r>
              <a:rPr lang="en-US" dirty="0"/>
              <a:t>ROBIN KLINE</a:t>
            </a:r>
          </a:p>
        </p:txBody>
      </p:sp>
      <p:sp>
        <p:nvSpPr>
          <p:cNvPr id="47" name="Text Placeholder 46">
            <a:extLst>
              <a:ext uri="{FF2B5EF4-FFF2-40B4-BE49-F238E27FC236}">
                <a16:creationId xmlns:a16="http://schemas.microsoft.com/office/drawing/2014/main" id="{8D8B5AD3-AE51-4D7A-AE7B-E9C350D0879B}"/>
              </a:ext>
            </a:extLst>
          </p:cNvPr>
          <p:cNvSpPr>
            <a:spLocks noGrp="1"/>
          </p:cNvSpPr>
          <p:nvPr>
            <p:ph type="body" idx="36"/>
          </p:nvPr>
        </p:nvSpPr>
        <p:spPr>
          <a:xfrm>
            <a:off x="8744480" y="5668583"/>
            <a:ext cx="1844126" cy="343061"/>
          </a:xfrm>
        </p:spPr>
        <p:txBody>
          <a:bodyPr/>
          <a:lstStyle/>
          <a:p>
            <a:r>
              <a:rPr lang="en-US" dirty="0"/>
              <a:t>Content Developer</a:t>
            </a:r>
          </a:p>
        </p:txBody>
      </p:sp>
      <p:sp>
        <p:nvSpPr>
          <p:cNvPr id="56" name="Date Placeholder 55">
            <a:extLst>
              <a:ext uri="{FF2B5EF4-FFF2-40B4-BE49-F238E27FC236}">
                <a16:creationId xmlns:a16="http://schemas.microsoft.com/office/drawing/2014/main" id="{B289356A-BDA0-4234-84F2-9F2F25D0D7BD}"/>
              </a:ext>
            </a:extLst>
          </p:cNvPr>
          <p:cNvSpPr>
            <a:spLocks noGrp="1"/>
          </p:cNvSpPr>
          <p:nvPr>
            <p:ph type="dt" sz="half" idx="10"/>
          </p:nvPr>
        </p:nvSpPr>
        <p:spPr>
          <a:xfrm>
            <a:off x="838200" y="6356350"/>
            <a:ext cx="2743200" cy="365125"/>
          </a:xfrm>
        </p:spPr>
        <p:txBody>
          <a:bodyPr/>
          <a:lstStyle/>
          <a:p>
            <a:r>
              <a:rPr lang="en-US" dirty="0"/>
              <a:t>20XX</a:t>
            </a:r>
          </a:p>
        </p:txBody>
      </p:sp>
      <p:sp>
        <p:nvSpPr>
          <p:cNvPr id="57" name="Footer Placeholder 56">
            <a:extLst>
              <a:ext uri="{FF2B5EF4-FFF2-40B4-BE49-F238E27FC236}">
                <a16:creationId xmlns:a16="http://schemas.microsoft.com/office/drawing/2014/main" id="{3A38BE84-957B-46B9-A315-4B5064DFF1A1}"/>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58" name="Slide Number Placeholder 57">
            <a:extLst>
              <a:ext uri="{FF2B5EF4-FFF2-40B4-BE49-F238E27FC236}">
                <a16:creationId xmlns:a16="http://schemas.microsoft.com/office/drawing/2014/main" id="{E1900601-8B04-4FF3-B06F-6BEFAC6556D3}"/>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24</a:t>
            </a:fld>
            <a:endParaRPr lang="en-US" dirty="0"/>
          </a:p>
        </p:txBody>
      </p:sp>
    </p:spTree>
    <p:extLst>
      <p:ext uri="{BB962C8B-B14F-4D97-AF65-F5344CB8AC3E}">
        <p14:creationId xmlns:p14="http://schemas.microsoft.com/office/powerpoint/2010/main" val="40550799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7762301-F83A-4BEA-9D11-E6C99FB574A8}"/>
              </a:ext>
            </a:extLst>
          </p:cNvPr>
          <p:cNvSpPr>
            <a:spLocks noGrp="1"/>
          </p:cNvSpPr>
          <p:nvPr>
            <p:ph type="title"/>
          </p:nvPr>
        </p:nvSpPr>
        <p:spPr>
          <a:xfrm>
            <a:off x="838200" y="365125"/>
            <a:ext cx="10515600" cy="1325563"/>
          </a:xfrm>
        </p:spPr>
        <p:txBody>
          <a:bodyPr/>
          <a:lstStyle/>
          <a:p>
            <a:r>
              <a:rPr lang="en-US" dirty="0"/>
              <a:t>PLAN FOR PRODUCT LAUNCH</a:t>
            </a:r>
          </a:p>
        </p:txBody>
      </p:sp>
      <p:graphicFrame>
        <p:nvGraphicFramePr>
          <p:cNvPr id="33" name="Content Placeholder 3" descr="Timeline Placeholder ">
            <a:extLst>
              <a:ext uri="{FF2B5EF4-FFF2-40B4-BE49-F238E27FC236}">
                <a16:creationId xmlns:a16="http://schemas.microsoft.com/office/drawing/2014/main" id="{7BC1F95D-CCD2-421B-B06B-706699FAAD5D}"/>
              </a:ext>
            </a:extLst>
          </p:cNvPr>
          <p:cNvGraphicFramePr>
            <a:graphicFrameLocks noGrp="1"/>
          </p:cNvGraphicFramePr>
          <p:nvPr>
            <p:ph type="dgm" sz="quarter" idx="15"/>
            <p:extLst>
              <p:ext uri="{D42A27DB-BD31-4B8C-83A1-F6EECF244321}">
                <p14:modId xmlns:p14="http://schemas.microsoft.com/office/powerpoint/2010/main" val="1178117526"/>
              </p:ext>
            </p:extLst>
          </p:nvPr>
        </p:nvGraphicFramePr>
        <p:xfrm>
          <a:off x="838200" y="2111375"/>
          <a:ext cx="10515600" cy="37449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Date Placeholder 5">
            <a:extLst>
              <a:ext uri="{FF2B5EF4-FFF2-40B4-BE49-F238E27FC236}">
                <a16:creationId xmlns:a16="http://schemas.microsoft.com/office/drawing/2014/main" id="{3627CC26-34EF-4BB9-B289-9EC56B07D1E6}"/>
              </a:ext>
            </a:extLst>
          </p:cNvPr>
          <p:cNvSpPr>
            <a:spLocks noGrp="1"/>
          </p:cNvSpPr>
          <p:nvPr>
            <p:ph type="dt" sz="half" idx="10"/>
          </p:nvPr>
        </p:nvSpPr>
        <p:spPr>
          <a:xfrm>
            <a:off x="838200" y="6356350"/>
            <a:ext cx="2743200" cy="365125"/>
          </a:xfrm>
        </p:spPr>
        <p:txBody>
          <a:bodyPr/>
          <a:lstStyle/>
          <a:p>
            <a:r>
              <a:rPr lang="en-US" dirty="0"/>
              <a:t>20XX</a:t>
            </a:r>
          </a:p>
        </p:txBody>
      </p:sp>
      <p:sp>
        <p:nvSpPr>
          <p:cNvPr id="7" name="Footer Placeholder 6">
            <a:extLst>
              <a:ext uri="{FF2B5EF4-FFF2-40B4-BE49-F238E27FC236}">
                <a16:creationId xmlns:a16="http://schemas.microsoft.com/office/drawing/2014/main" id="{4E98E6AD-9D37-499C-898E-ED12AC36D31D}"/>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8" name="Slide Number Placeholder 7">
            <a:extLst>
              <a:ext uri="{FF2B5EF4-FFF2-40B4-BE49-F238E27FC236}">
                <a16:creationId xmlns:a16="http://schemas.microsoft.com/office/drawing/2014/main" id="{92908AF9-2A07-4B50-BC13-471792106EC8}"/>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25</a:t>
            </a:fld>
            <a:endParaRPr lang="en-US" dirty="0"/>
          </a:p>
        </p:txBody>
      </p:sp>
    </p:spTree>
    <p:extLst>
      <p:ext uri="{BB962C8B-B14F-4D97-AF65-F5344CB8AC3E}">
        <p14:creationId xmlns:p14="http://schemas.microsoft.com/office/powerpoint/2010/main" val="2896385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3DB88-62DD-4C41-977F-D59BEF14EE76}"/>
              </a:ext>
            </a:extLst>
          </p:cNvPr>
          <p:cNvSpPr>
            <a:spLocks noGrp="1"/>
          </p:cNvSpPr>
          <p:nvPr>
            <p:ph type="title"/>
          </p:nvPr>
        </p:nvSpPr>
        <p:spPr>
          <a:xfrm>
            <a:off x="838200" y="5509419"/>
            <a:ext cx="4082142" cy="585788"/>
          </a:xfrm>
        </p:spPr>
        <p:txBody>
          <a:bodyPr/>
          <a:lstStyle/>
          <a:p>
            <a:r>
              <a:rPr lang="en-US" dirty="0"/>
              <a:t>TIMELINE</a:t>
            </a:r>
          </a:p>
        </p:txBody>
      </p:sp>
      <p:sp>
        <p:nvSpPr>
          <p:cNvPr id="3" name="Text Placeholder 2">
            <a:extLst>
              <a:ext uri="{FF2B5EF4-FFF2-40B4-BE49-F238E27FC236}">
                <a16:creationId xmlns:a16="http://schemas.microsoft.com/office/drawing/2014/main" id="{AEF37E83-2D8B-42EF-A2C4-5D2BBDB1F05B}"/>
              </a:ext>
            </a:extLst>
          </p:cNvPr>
          <p:cNvSpPr>
            <a:spLocks noGrp="1"/>
          </p:cNvSpPr>
          <p:nvPr>
            <p:ph type="body" sz="quarter" idx="13"/>
          </p:nvPr>
        </p:nvSpPr>
        <p:spPr>
          <a:xfrm>
            <a:off x="166074" y="1507772"/>
            <a:ext cx="2141764" cy="514350"/>
          </a:xfrm>
        </p:spPr>
        <p:txBody>
          <a:bodyPr/>
          <a:lstStyle/>
          <a:p>
            <a:r>
              <a:rPr lang="en-US" dirty="0"/>
              <a:t>Q1</a:t>
            </a:r>
          </a:p>
        </p:txBody>
      </p:sp>
      <p:sp>
        <p:nvSpPr>
          <p:cNvPr id="4" name="Text Placeholder 3">
            <a:extLst>
              <a:ext uri="{FF2B5EF4-FFF2-40B4-BE49-F238E27FC236}">
                <a16:creationId xmlns:a16="http://schemas.microsoft.com/office/drawing/2014/main" id="{B0D77839-2CFD-4BC8-85DA-9EE69CCE1B20}"/>
              </a:ext>
            </a:extLst>
          </p:cNvPr>
          <p:cNvSpPr>
            <a:spLocks noGrp="1"/>
          </p:cNvSpPr>
          <p:nvPr>
            <p:ph type="body" sz="quarter" idx="14"/>
          </p:nvPr>
        </p:nvSpPr>
        <p:spPr>
          <a:xfrm>
            <a:off x="732131" y="2584097"/>
            <a:ext cx="2141764" cy="514350"/>
          </a:xfrm>
        </p:spPr>
        <p:txBody>
          <a:bodyPr/>
          <a:lstStyle/>
          <a:p>
            <a:r>
              <a:rPr lang="en-US" dirty="0"/>
              <a:t>Q2</a:t>
            </a:r>
          </a:p>
        </p:txBody>
      </p:sp>
      <p:sp>
        <p:nvSpPr>
          <p:cNvPr id="5" name="Text Placeholder 4">
            <a:extLst>
              <a:ext uri="{FF2B5EF4-FFF2-40B4-BE49-F238E27FC236}">
                <a16:creationId xmlns:a16="http://schemas.microsoft.com/office/drawing/2014/main" id="{57E386FF-C90F-4484-A843-D4BA75FFF002}"/>
              </a:ext>
            </a:extLst>
          </p:cNvPr>
          <p:cNvSpPr>
            <a:spLocks noGrp="1"/>
          </p:cNvSpPr>
          <p:nvPr>
            <p:ph type="body" sz="quarter" idx="15"/>
          </p:nvPr>
        </p:nvSpPr>
        <p:spPr>
          <a:xfrm>
            <a:off x="1338556" y="3660422"/>
            <a:ext cx="2141764" cy="514350"/>
          </a:xfrm>
        </p:spPr>
        <p:txBody>
          <a:bodyPr/>
          <a:lstStyle/>
          <a:p>
            <a:r>
              <a:rPr lang="en-US" dirty="0"/>
              <a:t>Q3</a:t>
            </a:r>
          </a:p>
        </p:txBody>
      </p:sp>
      <p:sp>
        <p:nvSpPr>
          <p:cNvPr id="6" name="Text Placeholder 5">
            <a:extLst>
              <a:ext uri="{FF2B5EF4-FFF2-40B4-BE49-F238E27FC236}">
                <a16:creationId xmlns:a16="http://schemas.microsoft.com/office/drawing/2014/main" id="{F30780D1-5C1B-411C-81ED-7B9970FCBF8A}"/>
              </a:ext>
            </a:extLst>
          </p:cNvPr>
          <p:cNvSpPr>
            <a:spLocks noGrp="1"/>
          </p:cNvSpPr>
          <p:nvPr>
            <p:ph type="body" sz="quarter" idx="16"/>
          </p:nvPr>
        </p:nvSpPr>
        <p:spPr>
          <a:xfrm>
            <a:off x="1922756" y="4736748"/>
            <a:ext cx="2141764" cy="514350"/>
          </a:xfrm>
        </p:spPr>
        <p:txBody>
          <a:bodyPr/>
          <a:lstStyle/>
          <a:p>
            <a:r>
              <a:rPr lang="en-US" dirty="0"/>
              <a:t>Q4</a:t>
            </a:r>
          </a:p>
        </p:txBody>
      </p:sp>
      <p:sp>
        <p:nvSpPr>
          <p:cNvPr id="12" name="Text Placeholder 11">
            <a:extLst>
              <a:ext uri="{FF2B5EF4-FFF2-40B4-BE49-F238E27FC236}">
                <a16:creationId xmlns:a16="http://schemas.microsoft.com/office/drawing/2014/main" id="{FABE7D8B-D1CD-44C0-AD2D-2ABA67684E97}"/>
              </a:ext>
            </a:extLst>
          </p:cNvPr>
          <p:cNvSpPr>
            <a:spLocks noGrp="1"/>
          </p:cNvSpPr>
          <p:nvPr>
            <p:ph type="body" sz="quarter" idx="17"/>
          </p:nvPr>
        </p:nvSpPr>
        <p:spPr>
          <a:xfrm>
            <a:off x="4401536" y="1613528"/>
            <a:ext cx="5102680" cy="1010842"/>
          </a:xfrm>
        </p:spPr>
        <p:txBody>
          <a:bodyPr>
            <a:normAutofit/>
          </a:bodyPr>
          <a:lstStyle/>
          <a:p>
            <a:r>
              <a:rPr lang="en-US" dirty="0"/>
              <a:t>Synergize scalable e-commerce</a:t>
            </a:r>
          </a:p>
        </p:txBody>
      </p:sp>
      <p:sp>
        <p:nvSpPr>
          <p:cNvPr id="13" name="Text Placeholder 12">
            <a:extLst>
              <a:ext uri="{FF2B5EF4-FFF2-40B4-BE49-F238E27FC236}">
                <a16:creationId xmlns:a16="http://schemas.microsoft.com/office/drawing/2014/main" id="{8C2F0B15-120C-423F-8EE5-F303B19D5CC5}"/>
              </a:ext>
            </a:extLst>
          </p:cNvPr>
          <p:cNvSpPr>
            <a:spLocks noGrp="1"/>
          </p:cNvSpPr>
          <p:nvPr>
            <p:ph type="body" sz="quarter" idx="18"/>
          </p:nvPr>
        </p:nvSpPr>
        <p:spPr>
          <a:xfrm>
            <a:off x="4986029" y="2682564"/>
            <a:ext cx="5102680" cy="1010842"/>
          </a:xfrm>
        </p:spPr>
        <p:txBody>
          <a:bodyPr>
            <a:normAutofit/>
          </a:bodyPr>
          <a:lstStyle/>
          <a:p>
            <a:r>
              <a:rPr lang="en-US" dirty="0"/>
              <a:t>Coordinate e-business applications</a:t>
            </a:r>
          </a:p>
        </p:txBody>
      </p:sp>
      <p:sp>
        <p:nvSpPr>
          <p:cNvPr id="14" name="Text Placeholder 13">
            <a:extLst>
              <a:ext uri="{FF2B5EF4-FFF2-40B4-BE49-F238E27FC236}">
                <a16:creationId xmlns:a16="http://schemas.microsoft.com/office/drawing/2014/main" id="{300D2644-F516-41F1-A88D-93673EA209A4}"/>
              </a:ext>
            </a:extLst>
          </p:cNvPr>
          <p:cNvSpPr>
            <a:spLocks noGrp="1"/>
          </p:cNvSpPr>
          <p:nvPr>
            <p:ph type="body" sz="quarter" idx="19"/>
          </p:nvPr>
        </p:nvSpPr>
        <p:spPr>
          <a:xfrm>
            <a:off x="5576938" y="3755394"/>
            <a:ext cx="5102680" cy="1010842"/>
          </a:xfrm>
        </p:spPr>
        <p:txBody>
          <a:bodyPr>
            <a:normAutofit/>
          </a:bodyPr>
          <a:lstStyle/>
          <a:p>
            <a:r>
              <a:rPr lang="en-US" dirty="0"/>
              <a:t>Deploy strategic networks with compelling e-business needs</a:t>
            </a:r>
          </a:p>
        </p:txBody>
      </p:sp>
      <p:sp>
        <p:nvSpPr>
          <p:cNvPr id="15" name="Text Placeholder 14">
            <a:extLst>
              <a:ext uri="{FF2B5EF4-FFF2-40B4-BE49-F238E27FC236}">
                <a16:creationId xmlns:a16="http://schemas.microsoft.com/office/drawing/2014/main" id="{9405A1F0-98C1-4B11-8D9A-3C009ADC44D0}"/>
              </a:ext>
            </a:extLst>
          </p:cNvPr>
          <p:cNvSpPr>
            <a:spLocks noGrp="1"/>
          </p:cNvSpPr>
          <p:nvPr>
            <p:ph type="body" sz="quarter" idx="20"/>
          </p:nvPr>
        </p:nvSpPr>
        <p:spPr>
          <a:xfrm>
            <a:off x="6175280" y="4824430"/>
            <a:ext cx="5102680" cy="1010842"/>
          </a:xfrm>
        </p:spPr>
        <p:txBody>
          <a:bodyPr>
            <a:normAutofit/>
          </a:bodyPr>
          <a:lstStyle/>
          <a:p>
            <a:r>
              <a:rPr lang="en-US" dirty="0"/>
              <a:t>Disseminate standardized metrics</a:t>
            </a:r>
          </a:p>
        </p:txBody>
      </p:sp>
      <p:sp>
        <p:nvSpPr>
          <p:cNvPr id="16" name="Date Placeholder 15">
            <a:extLst>
              <a:ext uri="{FF2B5EF4-FFF2-40B4-BE49-F238E27FC236}">
                <a16:creationId xmlns:a16="http://schemas.microsoft.com/office/drawing/2014/main" id="{24238BD7-9B10-4E64-B1B4-FDE6DD70AA60}"/>
              </a:ext>
            </a:extLst>
          </p:cNvPr>
          <p:cNvSpPr>
            <a:spLocks noGrp="1"/>
          </p:cNvSpPr>
          <p:nvPr>
            <p:ph type="dt" sz="half" idx="10"/>
          </p:nvPr>
        </p:nvSpPr>
        <p:spPr>
          <a:xfrm>
            <a:off x="838200" y="6356350"/>
            <a:ext cx="2743200" cy="365125"/>
          </a:xfrm>
        </p:spPr>
        <p:txBody>
          <a:bodyPr/>
          <a:lstStyle/>
          <a:p>
            <a:r>
              <a:rPr lang="en-US" dirty="0"/>
              <a:t>20XX</a:t>
            </a:r>
          </a:p>
        </p:txBody>
      </p:sp>
      <p:sp>
        <p:nvSpPr>
          <p:cNvPr id="17" name="Footer Placeholder 16">
            <a:extLst>
              <a:ext uri="{FF2B5EF4-FFF2-40B4-BE49-F238E27FC236}">
                <a16:creationId xmlns:a16="http://schemas.microsoft.com/office/drawing/2014/main" id="{CD3D67B7-A821-49FC-94BE-19EDE9D319A5}"/>
              </a:ext>
            </a:extLst>
          </p:cNvPr>
          <p:cNvSpPr>
            <a:spLocks noGrp="1"/>
          </p:cNvSpPr>
          <p:nvPr>
            <p:ph type="ftr" sz="quarter" idx="11"/>
          </p:nvPr>
        </p:nvSpPr>
        <p:spPr>
          <a:xfrm>
            <a:off x="6749143" y="6356350"/>
            <a:ext cx="3775981" cy="365125"/>
          </a:xfrm>
        </p:spPr>
        <p:txBody>
          <a:bodyPr/>
          <a:lstStyle/>
          <a:p>
            <a:r>
              <a:rPr lang="en-US" dirty="0"/>
              <a:t>PRESENTATION TITLE</a:t>
            </a:r>
          </a:p>
        </p:txBody>
      </p:sp>
      <p:sp>
        <p:nvSpPr>
          <p:cNvPr id="18" name="Slide Number Placeholder 17">
            <a:extLst>
              <a:ext uri="{FF2B5EF4-FFF2-40B4-BE49-F238E27FC236}">
                <a16:creationId xmlns:a16="http://schemas.microsoft.com/office/drawing/2014/main" id="{C8D6D0E8-3983-4B7D-ADB2-077E17AD3BD0}"/>
              </a:ext>
            </a:extLst>
          </p:cNvPr>
          <p:cNvSpPr>
            <a:spLocks noGrp="1"/>
          </p:cNvSpPr>
          <p:nvPr>
            <p:ph type="sldNum" sz="quarter" idx="12"/>
          </p:nvPr>
        </p:nvSpPr>
        <p:spPr>
          <a:xfrm>
            <a:off x="10810874" y="6356350"/>
            <a:ext cx="542925" cy="365125"/>
          </a:xfrm>
        </p:spPr>
        <p:txBody>
          <a:bodyPr/>
          <a:lstStyle/>
          <a:p>
            <a:fld id="{A49DFD55-3C28-40EF-9E31-A92D2E4017FF}" type="slidenum">
              <a:rPr lang="en-US" smtClean="0"/>
              <a:pPr/>
              <a:t>26</a:t>
            </a:fld>
            <a:endParaRPr lang="en-US" dirty="0"/>
          </a:p>
        </p:txBody>
      </p:sp>
    </p:spTree>
    <p:extLst>
      <p:ext uri="{BB962C8B-B14F-4D97-AF65-F5344CB8AC3E}">
        <p14:creationId xmlns:p14="http://schemas.microsoft.com/office/powerpoint/2010/main" val="3321043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40014-73D5-419B-8867-972BB18D52D4}"/>
              </a:ext>
            </a:extLst>
          </p:cNvPr>
          <p:cNvSpPr>
            <a:spLocks noGrp="1"/>
          </p:cNvSpPr>
          <p:nvPr>
            <p:ph type="title"/>
          </p:nvPr>
        </p:nvSpPr>
        <p:spPr>
          <a:xfrm>
            <a:off x="2933700" y="892177"/>
            <a:ext cx="8421688" cy="1325563"/>
          </a:xfrm>
        </p:spPr>
        <p:txBody>
          <a:bodyPr/>
          <a:lstStyle/>
          <a:p>
            <a:r>
              <a:rPr lang="en-US" dirty="0"/>
              <a:t>AREAS OF FOCUS</a:t>
            </a:r>
          </a:p>
        </p:txBody>
      </p:sp>
      <p:sp>
        <p:nvSpPr>
          <p:cNvPr id="3" name="Text Placeholder 2">
            <a:extLst>
              <a:ext uri="{FF2B5EF4-FFF2-40B4-BE49-F238E27FC236}">
                <a16:creationId xmlns:a16="http://schemas.microsoft.com/office/drawing/2014/main" id="{A45AD8B9-3719-4696-A80F-16A618C5D134}"/>
              </a:ext>
            </a:extLst>
          </p:cNvPr>
          <p:cNvSpPr>
            <a:spLocks noGrp="1"/>
          </p:cNvSpPr>
          <p:nvPr>
            <p:ph type="body" idx="1"/>
          </p:nvPr>
        </p:nvSpPr>
        <p:spPr>
          <a:xfrm>
            <a:off x="2933700" y="2776936"/>
            <a:ext cx="3924300" cy="823912"/>
          </a:xfrm>
        </p:spPr>
        <p:txBody>
          <a:bodyPr/>
          <a:lstStyle/>
          <a:p>
            <a:r>
              <a:rPr lang="en-US" dirty="0"/>
              <a:t>B2B MARKET SCENARIOS</a:t>
            </a:r>
          </a:p>
        </p:txBody>
      </p:sp>
      <p:sp>
        <p:nvSpPr>
          <p:cNvPr id="4" name="Content Placeholder 3">
            <a:extLst>
              <a:ext uri="{FF2B5EF4-FFF2-40B4-BE49-F238E27FC236}">
                <a16:creationId xmlns:a16="http://schemas.microsoft.com/office/drawing/2014/main" id="{33D8731E-4977-402E-8BFD-895B4D0544CC}"/>
              </a:ext>
            </a:extLst>
          </p:cNvPr>
          <p:cNvSpPr>
            <a:spLocks noGrp="1"/>
          </p:cNvSpPr>
          <p:nvPr>
            <p:ph sz="half" idx="2"/>
          </p:nvPr>
        </p:nvSpPr>
        <p:spPr>
          <a:xfrm>
            <a:off x="2933700" y="3834606"/>
            <a:ext cx="3924300" cy="1997867"/>
          </a:xfrm>
        </p:spPr>
        <p:txBody>
          <a:bodyPr>
            <a:normAutofit/>
          </a:bodyPr>
          <a:lstStyle/>
          <a:p>
            <a:r>
              <a:rPr lang="en-US" dirty="0"/>
              <a:t>Develop winning strategies to keep ahead of the competition</a:t>
            </a:r>
          </a:p>
          <a:p>
            <a:r>
              <a:rPr lang="en-US" dirty="0"/>
              <a:t>​Capitalize on low hanging fruit to identify a ballpark value</a:t>
            </a:r>
          </a:p>
          <a:p>
            <a:r>
              <a:rPr lang="en-US" dirty="0"/>
              <a:t>​Visualize customer directed convergence​</a:t>
            </a:r>
          </a:p>
        </p:txBody>
      </p:sp>
      <p:sp>
        <p:nvSpPr>
          <p:cNvPr id="5" name="Text Placeholder 4">
            <a:extLst>
              <a:ext uri="{FF2B5EF4-FFF2-40B4-BE49-F238E27FC236}">
                <a16:creationId xmlns:a16="http://schemas.microsoft.com/office/drawing/2014/main" id="{91CDEC5F-B8EE-4BC1-843F-13135E6E7AB2}"/>
              </a:ext>
            </a:extLst>
          </p:cNvPr>
          <p:cNvSpPr>
            <a:spLocks noGrp="1"/>
          </p:cNvSpPr>
          <p:nvPr>
            <p:ph type="body" sz="quarter" idx="3"/>
          </p:nvPr>
        </p:nvSpPr>
        <p:spPr>
          <a:xfrm>
            <a:off x="7410173" y="2776936"/>
            <a:ext cx="3943627" cy="823912"/>
          </a:xfrm>
        </p:spPr>
        <p:txBody>
          <a:bodyPr/>
          <a:lstStyle/>
          <a:p>
            <a:r>
              <a:rPr lang="en-US" dirty="0"/>
              <a:t>CLOUD-BASED OPPORTUNITIES</a:t>
            </a:r>
          </a:p>
        </p:txBody>
      </p:sp>
      <p:sp>
        <p:nvSpPr>
          <p:cNvPr id="6" name="Content Placeholder 5">
            <a:extLst>
              <a:ext uri="{FF2B5EF4-FFF2-40B4-BE49-F238E27FC236}">
                <a16:creationId xmlns:a16="http://schemas.microsoft.com/office/drawing/2014/main" id="{50B65871-FA95-449A-B8BC-90486DE532EF}"/>
              </a:ext>
            </a:extLst>
          </p:cNvPr>
          <p:cNvSpPr>
            <a:spLocks noGrp="1"/>
          </p:cNvSpPr>
          <p:nvPr>
            <p:ph sz="quarter" idx="4"/>
          </p:nvPr>
        </p:nvSpPr>
        <p:spPr>
          <a:xfrm>
            <a:off x="7410173" y="3834606"/>
            <a:ext cx="3943627" cy="1997867"/>
          </a:xfrm>
        </p:spPr>
        <p:txBody>
          <a:bodyPr>
            <a:normAutofit/>
          </a:bodyPr>
          <a:lstStyle/>
          <a:p>
            <a:r>
              <a:rPr lang="en-US" dirty="0"/>
              <a:t>Iterative approaches to corporate strategy</a:t>
            </a:r>
          </a:p>
          <a:p>
            <a:r>
              <a:rPr lang="en-US" dirty="0"/>
              <a:t>​Establish a management framework from the inside​</a:t>
            </a:r>
          </a:p>
        </p:txBody>
      </p:sp>
      <p:sp>
        <p:nvSpPr>
          <p:cNvPr id="7" name="Date Placeholder 6">
            <a:extLst>
              <a:ext uri="{FF2B5EF4-FFF2-40B4-BE49-F238E27FC236}">
                <a16:creationId xmlns:a16="http://schemas.microsoft.com/office/drawing/2014/main" id="{B2A46C4A-D036-4440-BB64-6754F4FF27C1}"/>
              </a:ext>
            </a:extLst>
          </p:cNvPr>
          <p:cNvSpPr>
            <a:spLocks noGrp="1"/>
          </p:cNvSpPr>
          <p:nvPr>
            <p:ph type="dt" sz="half" idx="10"/>
          </p:nvPr>
        </p:nvSpPr>
        <p:spPr>
          <a:xfrm>
            <a:off x="838200" y="6356350"/>
            <a:ext cx="2743200" cy="365125"/>
          </a:xfrm>
        </p:spPr>
        <p:txBody>
          <a:bodyPr/>
          <a:lstStyle/>
          <a:p>
            <a:r>
              <a:rPr lang="en-US" dirty="0"/>
              <a:t>20XX</a:t>
            </a:r>
          </a:p>
        </p:txBody>
      </p:sp>
      <p:sp>
        <p:nvSpPr>
          <p:cNvPr id="8" name="Footer Placeholder 7">
            <a:extLst>
              <a:ext uri="{FF2B5EF4-FFF2-40B4-BE49-F238E27FC236}">
                <a16:creationId xmlns:a16="http://schemas.microsoft.com/office/drawing/2014/main" id="{905F172A-5D5D-43CD-A187-DA0D303F4144}"/>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9" name="Slide Number Placeholder 8">
            <a:extLst>
              <a:ext uri="{FF2B5EF4-FFF2-40B4-BE49-F238E27FC236}">
                <a16:creationId xmlns:a16="http://schemas.microsoft.com/office/drawing/2014/main" id="{C396FFDC-ADE8-4009-A466-A81787258E88}"/>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27</a:t>
            </a:fld>
            <a:endParaRPr lang="en-US" dirty="0"/>
          </a:p>
        </p:txBody>
      </p:sp>
    </p:spTree>
    <p:extLst>
      <p:ext uri="{BB962C8B-B14F-4D97-AF65-F5344CB8AC3E}">
        <p14:creationId xmlns:p14="http://schemas.microsoft.com/office/powerpoint/2010/main" val="16637801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CA0637-CCAA-425E-A57A-6205AFDC8B8C}"/>
              </a:ext>
            </a:extLst>
          </p:cNvPr>
          <p:cNvSpPr>
            <a:spLocks noGrp="1"/>
          </p:cNvSpPr>
          <p:nvPr>
            <p:ph type="title"/>
          </p:nvPr>
        </p:nvSpPr>
        <p:spPr>
          <a:xfrm>
            <a:off x="1885156" y="892177"/>
            <a:ext cx="8421688" cy="1325563"/>
          </a:xfrm>
        </p:spPr>
        <p:txBody>
          <a:bodyPr/>
          <a:lstStyle/>
          <a:p>
            <a:r>
              <a:rPr lang="en-US" dirty="0"/>
              <a:t>HOW WE GET THERE</a:t>
            </a:r>
          </a:p>
        </p:txBody>
      </p:sp>
      <p:sp>
        <p:nvSpPr>
          <p:cNvPr id="3" name="Text Placeholder 2">
            <a:extLst>
              <a:ext uri="{FF2B5EF4-FFF2-40B4-BE49-F238E27FC236}">
                <a16:creationId xmlns:a16="http://schemas.microsoft.com/office/drawing/2014/main" id="{D851C395-6BC4-4F00-B40B-069DBBB7C08B}"/>
              </a:ext>
            </a:extLst>
          </p:cNvPr>
          <p:cNvSpPr>
            <a:spLocks noGrp="1"/>
          </p:cNvSpPr>
          <p:nvPr>
            <p:ph type="body" idx="1"/>
          </p:nvPr>
        </p:nvSpPr>
        <p:spPr>
          <a:xfrm>
            <a:off x="1243104" y="2776936"/>
            <a:ext cx="2882475" cy="823912"/>
          </a:xfrm>
        </p:spPr>
        <p:txBody>
          <a:bodyPr/>
          <a:lstStyle/>
          <a:p>
            <a:r>
              <a:rPr lang="en-US" dirty="0"/>
              <a:t>ROI</a:t>
            </a:r>
          </a:p>
        </p:txBody>
      </p:sp>
      <p:sp>
        <p:nvSpPr>
          <p:cNvPr id="4" name="Content Placeholder 3">
            <a:extLst>
              <a:ext uri="{FF2B5EF4-FFF2-40B4-BE49-F238E27FC236}">
                <a16:creationId xmlns:a16="http://schemas.microsoft.com/office/drawing/2014/main" id="{A1D16151-9486-4A03-AE3A-F1CC562E0564}"/>
              </a:ext>
            </a:extLst>
          </p:cNvPr>
          <p:cNvSpPr>
            <a:spLocks noGrp="1"/>
          </p:cNvSpPr>
          <p:nvPr>
            <p:ph sz="half" idx="2"/>
          </p:nvPr>
        </p:nvSpPr>
        <p:spPr>
          <a:xfrm>
            <a:off x="1243104" y="3834606"/>
            <a:ext cx="2882475" cy="1997867"/>
          </a:xfrm>
        </p:spPr>
        <p:txBody>
          <a:bodyPr>
            <a:normAutofit/>
          </a:bodyPr>
          <a:lstStyle/>
          <a:p>
            <a:r>
              <a:rPr lang="en-US" dirty="0"/>
              <a:t>Envision multimedia-based expertise and cross-media growth strategies​</a:t>
            </a:r>
          </a:p>
          <a:p>
            <a:r>
              <a:rPr lang="en-US" dirty="0"/>
              <a:t>​Engage worldwide methodologies with web-enabled technologies​</a:t>
            </a:r>
          </a:p>
        </p:txBody>
      </p:sp>
      <p:sp>
        <p:nvSpPr>
          <p:cNvPr id="5" name="Text Placeholder 4">
            <a:extLst>
              <a:ext uri="{FF2B5EF4-FFF2-40B4-BE49-F238E27FC236}">
                <a16:creationId xmlns:a16="http://schemas.microsoft.com/office/drawing/2014/main" id="{DDE59236-37DD-4582-A2A0-3F9A13A3B55D}"/>
              </a:ext>
            </a:extLst>
          </p:cNvPr>
          <p:cNvSpPr>
            <a:spLocks noGrp="1"/>
          </p:cNvSpPr>
          <p:nvPr>
            <p:ph type="body" sz="quarter" idx="3"/>
          </p:nvPr>
        </p:nvSpPr>
        <p:spPr>
          <a:xfrm>
            <a:off x="4647665" y="2776936"/>
            <a:ext cx="2896671" cy="823912"/>
          </a:xfrm>
        </p:spPr>
        <p:txBody>
          <a:bodyPr/>
          <a:lstStyle/>
          <a:p>
            <a:r>
              <a:rPr lang="en-US" dirty="0"/>
              <a:t>NICHE MARKETS </a:t>
            </a:r>
          </a:p>
        </p:txBody>
      </p:sp>
      <p:sp>
        <p:nvSpPr>
          <p:cNvPr id="6" name="Content Placeholder 5">
            <a:extLst>
              <a:ext uri="{FF2B5EF4-FFF2-40B4-BE49-F238E27FC236}">
                <a16:creationId xmlns:a16="http://schemas.microsoft.com/office/drawing/2014/main" id="{DE1CCF0F-F0BB-42D7-B3C2-C29336739F32}"/>
              </a:ext>
            </a:extLst>
          </p:cNvPr>
          <p:cNvSpPr>
            <a:spLocks noGrp="1"/>
          </p:cNvSpPr>
          <p:nvPr>
            <p:ph sz="quarter" idx="4"/>
          </p:nvPr>
        </p:nvSpPr>
        <p:spPr>
          <a:xfrm>
            <a:off x="4647665" y="3834606"/>
            <a:ext cx="2896671" cy="1997867"/>
          </a:xfrm>
        </p:spPr>
        <p:txBody>
          <a:bodyPr>
            <a:normAutofit/>
          </a:bodyPr>
          <a:lstStyle/>
          <a:p>
            <a:r>
              <a:rPr lang="en-US" dirty="0"/>
              <a:t>Pursue scalable customer service through sustainable strategies​</a:t>
            </a:r>
          </a:p>
          <a:p>
            <a:r>
              <a:rPr lang="en-US" dirty="0"/>
              <a:t>Engage top-line web services with cutting-edge deliverables​​​</a:t>
            </a:r>
          </a:p>
        </p:txBody>
      </p:sp>
      <p:sp>
        <p:nvSpPr>
          <p:cNvPr id="7" name="Text Placeholder 6">
            <a:extLst>
              <a:ext uri="{FF2B5EF4-FFF2-40B4-BE49-F238E27FC236}">
                <a16:creationId xmlns:a16="http://schemas.microsoft.com/office/drawing/2014/main" id="{1F939793-2181-4A3D-9C5A-CE676CC83EC0}"/>
              </a:ext>
            </a:extLst>
          </p:cNvPr>
          <p:cNvSpPr>
            <a:spLocks noGrp="1"/>
          </p:cNvSpPr>
          <p:nvPr>
            <p:ph type="body" idx="13"/>
          </p:nvPr>
        </p:nvSpPr>
        <p:spPr>
          <a:xfrm>
            <a:off x="8066421" y="2776936"/>
            <a:ext cx="2882475" cy="823912"/>
          </a:xfrm>
        </p:spPr>
        <p:txBody>
          <a:bodyPr/>
          <a:lstStyle/>
          <a:p>
            <a:r>
              <a:rPr lang="en-US" dirty="0"/>
              <a:t>SUPPLY CHAINS</a:t>
            </a:r>
          </a:p>
        </p:txBody>
      </p:sp>
      <p:sp>
        <p:nvSpPr>
          <p:cNvPr id="8" name="Content Placeholder 7">
            <a:extLst>
              <a:ext uri="{FF2B5EF4-FFF2-40B4-BE49-F238E27FC236}">
                <a16:creationId xmlns:a16="http://schemas.microsoft.com/office/drawing/2014/main" id="{C9FA0B0D-7B36-4D63-86BD-20E6E1B6A0D8}"/>
              </a:ext>
            </a:extLst>
          </p:cNvPr>
          <p:cNvSpPr>
            <a:spLocks noGrp="1"/>
          </p:cNvSpPr>
          <p:nvPr>
            <p:ph sz="half" idx="14"/>
          </p:nvPr>
        </p:nvSpPr>
        <p:spPr>
          <a:xfrm>
            <a:off x="8066421" y="3834606"/>
            <a:ext cx="2882475" cy="1997867"/>
          </a:xfrm>
        </p:spPr>
        <p:txBody>
          <a:bodyPr>
            <a:normAutofit/>
          </a:bodyPr>
          <a:lstStyle/>
          <a:p>
            <a:r>
              <a:rPr lang="en-US" dirty="0"/>
              <a:t>Cultivate one-to-one customer service with robust ideas​</a:t>
            </a:r>
          </a:p>
          <a:p>
            <a:r>
              <a:rPr lang="en-US" dirty="0"/>
              <a:t>Maximize timely deliverables for real-time schemas​</a:t>
            </a:r>
          </a:p>
        </p:txBody>
      </p:sp>
      <p:sp>
        <p:nvSpPr>
          <p:cNvPr id="9" name="Date Placeholder 8">
            <a:extLst>
              <a:ext uri="{FF2B5EF4-FFF2-40B4-BE49-F238E27FC236}">
                <a16:creationId xmlns:a16="http://schemas.microsoft.com/office/drawing/2014/main" id="{B86AD343-7149-4E7C-BD28-3080F25980CF}"/>
              </a:ext>
            </a:extLst>
          </p:cNvPr>
          <p:cNvSpPr>
            <a:spLocks noGrp="1"/>
          </p:cNvSpPr>
          <p:nvPr>
            <p:ph type="dt" sz="half" idx="10"/>
          </p:nvPr>
        </p:nvSpPr>
        <p:spPr>
          <a:xfrm>
            <a:off x="838200" y="6356350"/>
            <a:ext cx="2743200" cy="365125"/>
          </a:xfrm>
        </p:spPr>
        <p:txBody>
          <a:bodyPr/>
          <a:lstStyle/>
          <a:p>
            <a:r>
              <a:rPr lang="en-US" dirty="0"/>
              <a:t>20XX</a:t>
            </a:r>
          </a:p>
        </p:txBody>
      </p:sp>
      <p:sp>
        <p:nvSpPr>
          <p:cNvPr id="10" name="Footer Placeholder 9">
            <a:extLst>
              <a:ext uri="{FF2B5EF4-FFF2-40B4-BE49-F238E27FC236}">
                <a16:creationId xmlns:a16="http://schemas.microsoft.com/office/drawing/2014/main" id="{A865CC01-A53B-495A-820C-BEC2680EDC42}"/>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11" name="Slide Number Placeholder 10">
            <a:extLst>
              <a:ext uri="{FF2B5EF4-FFF2-40B4-BE49-F238E27FC236}">
                <a16:creationId xmlns:a16="http://schemas.microsoft.com/office/drawing/2014/main" id="{7AE81C1E-A7C3-40CD-9C11-0C03A2221292}"/>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28</a:t>
            </a:fld>
            <a:endParaRPr lang="en-US" dirty="0"/>
          </a:p>
        </p:txBody>
      </p:sp>
    </p:spTree>
    <p:extLst>
      <p:ext uri="{BB962C8B-B14F-4D97-AF65-F5344CB8AC3E}">
        <p14:creationId xmlns:p14="http://schemas.microsoft.com/office/powerpoint/2010/main" val="14294294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8FC28-E0BD-4387-B8BE-9965D1A57FF1}"/>
              </a:ext>
            </a:extLst>
          </p:cNvPr>
          <p:cNvSpPr>
            <a:spLocks noGrp="1"/>
          </p:cNvSpPr>
          <p:nvPr>
            <p:ph type="title"/>
          </p:nvPr>
        </p:nvSpPr>
        <p:spPr>
          <a:xfrm>
            <a:off x="5476875" y="1671639"/>
            <a:ext cx="5111750" cy="1204912"/>
          </a:xfrm>
        </p:spPr>
        <p:txBody>
          <a:bodyPr/>
          <a:lstStyle/>
          <a:p>
            <a:r>
              <a:rPr lang="en-US" dirty="0"/>
              <a:t>SUMMARY</a:t>
            </a:r>
          </a:p>
        </p:txBody>
      </p:sp>
      <p:sp>
        <p:nvSpPr>
          <p:cNvPr id="3" name="Text Placeholder 2">
            <a:extLst>
              <a:ext uri="{FF2B5EF4-FFF2-40B4-BE49-F238E27FC236}">
                <a16:creationId xmlns:a16="http://schemas.microsoft.com/office/drawing/2014/main" id="{FED19BCA-B61F-4EA6-A1FB-CCA3BD8506FB}"/>
              </a:ext>
            </a:extLst>
          </p:cNvPr>
          <p:cNvSpPr>
            <a:spLocks noGrp="1"/>
          </p:cNvSpPr>
          <p:nvPr>
            <p:ph type="body" idx="1"/>
          </p:nvPr>
        </p:nvSpPr>
        <p:spPr>
          <a:xfrm>
            <a:off x="5476875" y="3660774"/>
            <a:ext cx="5111750" cy="1525588"/>
          </a:xfrm>
        </p:spPr>
        <p:txBody>
          <a:bodyPr>
            <a:normAutofit/>
          </a:bodyPr>
          <a:lstStyle/>
          <a:p>
            <a:r>
              <a:rPr lang="en-US" dirty="0"/>
              <a:t>At Contoso, we believe in giving 110%. By using our next-generation data architecture, we help organizations virtually manage agile workflows. We thrive because of our market knowledge and great team behind our product. As our CEO says, "Efficiencies will come from proactively transforming how we do business."​</a:t>
            </a:r>
          </a:p>
        </p:txBody>
      </p:sp>
      <p:sp>
        <p:nvSpPr>
          <p:cNvPr id="4" name="Date Placeholder 3">
            <a:extLst>
              <a:ext uri="{FF2B5EF4-FFF2-40B4-BE49-F238E27FC236}">
                <a16:creationId xmlns:a16="http://schemas.microsoft.com/office/drawing/2014/main" id="{00560550-EE65-43CE-B899-F421E74287A1}"/>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4135E32A-1A8C-43D2-9C6E-12887B4DEDFB}"/>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6" name="Slide Number Placeholder 5">
            <a:extLst>
              <a:ext uri="{FF2B5EF4-FFF2-40B4-BE49-F238E27FC236}">
                <a16:creationId xmlns:a16="http://schemas.microsoft.com/office/drawing/2014/main" id="{7C4B8313-9270-4128-8674-3A3E42B806BC}"/>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29</a:t>
            </a:fld>
            <a:endParaRPr lang="en-US" dirty="0"/>
          </a:p>
        </p:txBody>
      </p:sp>
    </p:spTree>
    <p:extLst>
      <p:ext uri="{BB962C8B-B14F-4D97-AF65-F5344CB8AC3E}">
        <p14:creationId xmlns:p14="http://schemas.microsoft.com/office/powerpoint/2010/main" val="17428616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F1EDE-5423-435C-B149-87AB1BC22B83}"/>
              </a:ext>
            </a:extLst>
          </p:cNvPr>
          <p:cNvSpPr>
            <a:spLocks noGrp="1"/>
          </p:cNvSpPr>
          <p:nvPr>
            <p:ph type="ctrTitle"/>
          </p:nvPr>
        </p:nvSpPr>
        <p:spPr>
          <a:xfrm>
            <a:off x="4267200" y="1615736"/>
            <a:ext cx="4179570" cy="1524735"/>
          </a:xfrm>
        </p:spPr>
        <p:txBody>
          <a:bodyPr/>
          <a:lstStyle/>
          <a:p>
            <a:r>
              <a:rPr lang="en-US" dirty="0"/>
              <a:t>THANK YOU</a:t>
            </a:r>
          </a:p>
        </p:txBody>
      </p:sp>
      <p:sp>
        <p:nvSpPr>
          <p:cNvPr id="3" name="Subtitle 2">
            <a:extLst>
              <a:ext uri="{FF2B5EF4-FFF2-40B4-BE49-F238E27FC236}">
                <a16:creationId xmlns:a16="http://schemas.microsoft.com/office/drawing/2014/main" id="{AF64C29E-DF30-4DC6-AB95-2016F9A703B6}"/>
              </a:ext>
            </a:extLst>
          </p:cNvPr>
          <p:cNvSpPr>
            <a:spLocks noGrp="1"/>
          </p:cNvSpPr>
          <p:nvPr>
            <p:ph type="subTitle" idx="1"/>
          </p:nvPr>
        </p:nvSpPr>
        <p:spPr>
          <a:xfrm>
            <a:off x="4267200" y="3238103"/>
            <a:ext cx="4179570" cy="1371997"/>
          </a:xfrm>
        </p:spPr>
        <p:txBody>
          <a:bodyPr>
            <a:normAutofit/>
          </a:bodyPr>
          <a:lstStyle/>
          <a:p>
            <a:r>
              <a:rPr lang="en-US" dirty="0"/>
              <a:t>Mirjam Nilsson</a:t>
            </a:r>
          </a:p>
          <a:p>
            <a:r>
              <a:rPr lang="en-US" dirty="0"/>
              <a:t>mirjam@contoso.com</a:t>
            </a:r>
          </a:p>
          <a:p>
            <a:r>
              <a:rPr lang="en-US" dirty="0"/>
              <a:t>www.contoso.com</a:t>
            </a:r>
          </a:p>
        </p:txBody>
      </p:sp>
      <p:sp>
        <p:nvSpPr>
          <p:cNvPr id="4" name="Date Placeholder 3">
            <a:extLst>
              <a:ext uri="{FF2B5EF4-FFF2-40B4-BE49-F238E27FC236}">
                <a16:creationId xmlns:a16="http://schemas.microsoft.com/office/drawing/2014/main" id="{A47C7382-18E7-4821-8C61-461D6BBE08FC}"/>
              </a:ext>
            </a:extLst>
          </p:cNvPr>
          <p:cNvSpPr>
            <a:spLocks noGrp="1"/>
          </p:cNvSpPr>
          <p:nvPr>
            <p:ph type="dt" sz="half" idx="10"/>
          </p:nvPr>
        </p:nvSpPr>
        <p:spPr>
          <a:xfrm>
            <a:off x="4267200" y="6356350"/>
            <a:ext cx="1774371" cy="365125"/>
          </a:xfrm>
        </p:spPr>
        <p:txBody>
          <a:bodyPr/>
          <a:lstStyle/>
          <a:p>
            <a:r>
              <a:rPr lang="en-US" dirty="0"/>
              <a:t>20XX</a:t>
            </a:r>
          </a:p>
        </p:txBody>
      </p:sp>
      <p:sp>
        <p:nvSpPr>
          <p:cNvPr id="5" name="Footer Placeholder 4">
            <a:extLst>
              <a:ext uri="{FF2B5EF4-FFF2-40B4-BE49-F238E27FC236}">
                <a16:creationId xmlns:a16="http://schemas.microsoft.com/office/drawing/2014/main" id="{3990FA1B-5022-47AB-A0AE-8F5C5797997C}"/>
              </a:ext>
            </a:extLst>
          </p:cNvPr>
          <p:cNvSpPr>
            <a:spLocks noGrp="1"/>
          </p:cNvSpPr>
          <p:nvPr>
            <p:ph type="ftr" sz="quarter" idx="11"/>
          </p:nvPr>
        </p:nvSpPr>
        <p:spPr>
          <a:xfrm>
            <a:off x="6479721" y="6356350"/>
            <a:ext cx="2661557" cy="365125"/>
          </a:xfrm>
        </p:spPr>
        <p:txBody>
          <a:bodyPr/>
          <a:lstStyle/>
          <a:p>
            <a:r>
              <a:rPr lang="en-US" dirty="0"/>
              <a:t>PRESENTATION TITLE</a:t>
            </a:r>
          </a:p>
        </p:txBody>
      </p:sp>
      <p:sp>
        <p:nvSpPr>
          <p:cNvPr id="6" name="Slide Number Placeholder 5">
            <a:extLst>
              <a:ext uri="{FF2B5EF4-FFF2-40B4-BE49-F238E27FC236}">
                <a16:creationId xmlns:a16="http://schemas.microsoft.com/office/drawing/2014/main" id="{4C127D99-645F-4FCF-9573-FDFE2A344FA9}"/>
              </a:ext>
            </a:extLst>
          </p:cNvPr>
          <p:cNvSpPr>
            <a:spLocks noGrp="1"/>
          </p:cNvSpPr>
          <p:nvPr>
            <p:ph type="sldNum" sz="quarter" idx="12"/>
          </p:nvPr>
        </p:nvSpPr>
        <p:spPr>
          <a:xfrm>
            <a:off x="9579428" y="6356350"/>
            <a:ext cx="1774371" cy="365125"/>
          </a:xfrm>
        </p:spPr>
        <p:txBody>
          <a:bodyPr/>
          <a:lstStyle/>
          <a:p>
            <a:fld id="{A49DFD55-3C28-40EF-9E31-A92D2E4017FF}" type="slidenum">
              <a:rPr lang="en-US" smtClean="0"/>
              <a:pPr/>
              <a:t>30</a:t>
            </a:fld>
            <a:endParaRPr lang="en-US" dirty="0"/>
          </a:p>
        </p:txBody>
      </p:sp>
    </p:spTree>
    <p:extLst>
      <p:ext uri="{BB962C8B-B14F-4D97-AF65-F5344CB8AC3E}">
        <p14:creationId xmlns:p14="http://schemas.microsoft.com/office/powerpoint/2010/main" val="1969787568"/>
      </p:ext>
    </p:extLst>
  </p:cSld>
  <p:clrMapOvr>
    <a:masterClrMapping/>
  </p:clrMapOvr>
</p:sld>
</file>

<file path=ppt/theme/theme1.xml><?xml version="1.0" encoding="utf-8"?>
<a:theme xmlns:a="http://schemas.openxmlformats.org/drawingml/2006/main" name="Office Theme">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inimalist Presentation_tm67328976_Win32_LW_SL_v3" id="{B5A5B451-F186-4F05-917D-430247B33515}" vid="{C0610F80-F57F-4E6B-A096-3AEBDD5FC54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0FD6FE22-81A0-4500-AFD0-342D21BB9A2C}">
  <ds:schemaRefs>
    <ds:schemaRef ds:uri="http://schemas.microsoft.com/sharepoint/v3/contenttype/forms"/>
  </ds:schemaRefs>
</ds:datastoreItem>
</file>

<file path=customXml/itemProps2.xml><?xml version="1.0" encoding="utf-8"?>
<ds:datastoreItem xmlns:ds="http://schemas.openxmlformats.org/officeDocument/2006/customXml" ds:itemID="{CC96B61E-1B64-430F-934F-7D1B9002802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9C43685-694E-4579-B109-3C418D49DA65}">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Minimalist presentation</Template>
  <TotalTime>410</TotalTime>
  <Words>1227</Words>
  <Application>Microsoft Office PowerPoint</Application>
  <PresentationFormat>Widescreen</PresentationFormat>
  <Paragraphs>289</Paragraphs>
  <Slides>30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Tenorite</vt:lpstr>
      <vt:lpstr>Office Theme</vt:lpstr>
      <vt:lpstr>Penerapan Multitask Learning dan BERT untuk Prediksi Splice Sites pada DNA Eukariot</vt:lpstr>
      <vt:lpstr>AGENDA</vt:lpstr>
      <vt:lpstr>Latar Belakang Penelitian</vt:lpstr>
      <vt:lpstr>Latar Belakang</vt:lpstr>
      <vt:lpstr>Latar Belakang</vt:lpstr>
      <vt:lpstr>Latar Belakang</vt:lpstr>
      <vt:lpstr>RUMUSAN MAsalah</vt:lpstr>
      <vt:lpstr>Tujuan Penelitian</vt:lpstr>
      <vt:lpstr>Tujuan Penelitian</vt:lpstr>
      <vt:lpstr>Premis dan Hipotesis</vt:lpstr>
      <vt:lpstr>STUDI LITERATUR</vt:lpstr>
      <vt:lpstr>Anotasi Gen</vt:lpstr>
      <vt:lpstr>Anotasi GEN</vt:lpstr>
      <vt:lpstr>Struktur GEN</vt:lpstr>
      <vt:lpstr>ANOTASI GEN</vt:lpstr>
      <vt:lpstr>MULTITASK LEARNING</vt:lpstr>
      <vt:lpstr>PowerPoint Presentation</vt:lpstr>
      <vt:lpstr>BERT &amp; DNABERT</vt:lpstr>
      <vt:lpstr>Anotasi Gen</vt:lpstr>
      <vt:lpstr>QUARTERLY PERFORMANCE</vt:lpstr>
      <vt:lpstr>AREAS OF GROWTH</vt:lpstr>
      <vt:lpstr>BUSINESS OPPORTUNITIES ARE LIKE BUSES. THERE'S ALWAYS ANOTHER ONE COMING.​</vt:lpstr>
      <vt:lpstr>MEET OUR TEAM</vt:lpstr>
      <vt:lpstr>MEET OUR TEAM  </vt:lpstr>
      <vt:lpstr>PLAN FOR PRODUCT LAUNCH</vt:lpstr>
      <vt:lpstr>TIMELINE</vt:lpstr>
      <vt:lpstr>AREAS OF FOCUS</vt:lpstr>
      <vt:lpstr>HOW WE GET THERE</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Penerapan Multitask Learning dan BERT untuk Prediksi Splice Sites pada DNA Eukariot</dc:title>
  <dc:creator>Muhammad Anwari Leksono</dc:creator>
  <cp:lastModifiedBy>Muhammad Anwari Leksono</cp:lastModifiedBy>
  <cp:revision>15</cp:revision>
  <dcterms:created xsi:type="dcterms:W3CDTF">2021-12-08T03:20:25Z</dcterms:created>
  <dcterms:modified xsi:type="dcterms:W3CDTF">2021-12-08T10:10:35Z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