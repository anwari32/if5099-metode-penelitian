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46" d="100"/>
          <a:sy n="46" d="100"/>
        </p:scale>
        <p:origin x="54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1F1D5-879A-433B-96A5-C73C74E495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1DE904-A784-4D93-AE86-1C35A6B85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E3B6D-7CB6-44F9-8B81-8ECC7BFE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D893E-C3E4-4BE9-96D4-ED7078C21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8A49D0-2D9E-4A13-9765-8D8FF5544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033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8661F-FED4-4B25-A0FD-B8FE82E6C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49DAA-4D9B-4D53-8EEF-F4459385A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DAA833-4567-41B6-84F0-71EC6A866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11282A-5E9B-47A7-BE81-8DA2DE170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71FEA-65D1-4FA6-9FC4-1D8E34194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38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7F98A-412D-4423-A4E0-EC4608DC1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EF540-9649-4FBC-9605-10EE8DB1D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FF4F4C-D6CC-48A6-8349-6A0445AE4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2ECE4-DC08-439C-86D0-9838B9654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86E74-9521-41E0-9F8F-D9002D7FC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421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26CDA-69C9-4247-90F1-1E569E74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75583-D1C5-4514-9087-9D03EC9854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BD37D-5E48-47D8-A240-3B0DF6F8C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19C9AA-4E9D-4893-A8CA-F7E7CE35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26E8A-7752-4E4A-AD92-06D87CE7B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D8B758-F35B-474A-91C6-75A10C36D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17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1BF7D-4BD7-413A-B238-5B5680C27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EB2C7-8B7B-4117-9BA2-DA82B919A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3E633-3824-4301-AB89-303126010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706C6E-5FA5-403E-A717-00FE1177FA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D123AB-1B88-435A-BC81-3817A194C3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283114-EEE5-446C-A0BA-058227910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9D6BC1-F79D-4E3C-BBAE-ED0EB149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50F853-5085-4394-BF7F-EDAFBF867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949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7A897-B7DE-42D9-AA68-151E608B0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0A7BFE-C719-49D1-8FEB-E985E720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E546EA-2EB3-4BC2-81F6-E2BCF555E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4A8315-6FC0-4F73-9C6E-135970FDF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673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C4DB6D-A33B-4852-B23C-6ADC9E125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A12982-F721-4B89-BF42-A1F03F18F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01224-5224-4E29-BEE5-816B65F6D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07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ECDA-069C-430C-BC67-C5CE52319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70077-58A5-4BF7-B391-55E5A06FB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1558C1-546C-4E9E-9480-F12E9C325F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947D3D-D1CC-4A56-ABAC-3F1CEC7BC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53492C-11DC-46D1-8A9D-E2ECBB52E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049E9A-B909-4627-A65F-D9E5F2022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501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9EF7E-D594-49EA-A281-15D76B9F4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8396CC-E606-4A0B-ACA6-3725641D19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F8257-E44F-4DBA-9E52-278D2D3CC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03B325-C2AD-400D-9D1A-EC9AD92BF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8781E-0F78-42B4-BDC2-B5AD3814C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EFB61-1AEE-4156-B301-986DEA0E3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888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3874F-B2BD-4067-AC08-602B8E5A5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4C24B6-0537-467D-8F88-152563DC30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5DC52-BFDB-4B55-B858-059C9E08B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CDCE4-8047-4909-8E5A-6F0E3BE9F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3BD56A-9ED3-426C-9566-67E9358E2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665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D5C1C3-DBD7-4F84-BF68-F6662F8FF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C35A6-75AD-4926-AB41-6AA82C9CC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BE940-2B0C-4233-B953-6F93F9CDA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20F01-2A92-4CB7-88AC-76EDB7295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40CCD-B6E4-42BF-93BA-522A1AB1A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109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106401-EF09-45D2-9DFA-29FA10A87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82E1B2-EFED-46AE-BF5A-782FEA9BF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4D39C-E35B-4F26-86B8-8475E89A72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13C1F8-BC2C-4248-8B2A-4F2A5B2AA3D8}" type="datetimeFigureOut">
              <a:rPr lang="en-US" smtClean="0"/>
              <a:t>11/29/2021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459A7-BE0A-47F7-B8BF-C9CF265F0A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CDBDA-25A7-4CC1-9A99-A8790EB0D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67E348-7C3C-4FF4-BB5B-6A5A7189CE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21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ADC35-99BF-40D0-9F4F-F582101002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7C5271-5F1C-4289-8F2A-B8DE8E86FA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0684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F315A49D-F2C5-42FB-80E2-45A40B6425EE}"/>
              </a:ext>
            </a:extLst>
          </p:cNvPr>
          <p:cNvGrpSpPr/>
          <p:nvPr/>
        </p:nvGrpSpPr>
        <p:grpSpPr>
          <a:xfrm>
            <a:off x="1049311" y="1364105"/>
            <a:ext cx="8244588" cy="4481421"/>
            <a:chOff x="1049311" y="1364105"/>
            <a:chExt cx="8244588" cy="448142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ECA1B98-8E01-4D32-ACD5-CACDCF8950D5}"/>
                </a:ext>
              </a:extLst>
            </p:cNvPr>
            <p:cNvSpPr/>
            <p:nvPr/>
          </p:nvSpPr>
          <p:spPr>
            <a:xfrm>
              <a:off x="2278504" y="1364105"/>
              <a:ext cx="2338465" cy="91440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Preprocessing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00D8A14-FD4B-4D2B-9C9B-8E73A8732187}"/>
                </a:ext>
              </a:extLst>
            </p:cNvPr>
            <p:cNvSpPr/>
            <p:nvPr/>
          </p:nvSpPr>
          <p:spPr>
            <a:xfrm>
              <a:off x="4616969" y="2548328"/>
              <a:ext cx="2338465" cy="91440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Feature Extraction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A5A0074-43F7-41A4-8951-C5D389166809}"/>
                </a:ext>
              </a:extLst>
            </p:cNvPr>
            <p:cNvSpPr/>
            <p:nvPr/>
          </p:nvSpPr>
          <p:spPr>
            <a:xfrm>
              <a:off x="6955434" y="3832060"/>
              <a:ext cx="2338465" cy="91440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Classification</a:t>
              </a:r>
              <a:endParaRPr lang="en-US" dirty="0"/>
            </a:p>
          </p:txBody>
        </p: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01B3AF5F-7108-412A-83BE-074EC1651108}"/>
                </a:ext>
              </a:extLst>
            </p:cNvPr>
            <p:cNvCxnSpPr>
              <a:stCxn id="4" idx="3"/>
              <a:endCxn id="5" idx="0"/>
            </p:cNvCxnSpPr>
            <p:nvPr/>
          </p:nvCxnSpPr>
          <p:spPr>
            <a:xfrm>
              <a:off x="4616969" y="1821305"/>
              <a:ext cx="1169233" cy="727023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Elbow 8">
              <a:extLst>
                <a:ext uri="{FF2B5EF4-FFF2-40B4-BE49-F238E27FC236}">
                  <a16:creationId xmlns:a16="http://schemas.microsoft.com/office/drawing/2014/main" id="{09AA68E5-C05C-4C51-8063-472A7CFAB0C5}"/>
                </a:ext>
              </a:extLst>
            </p:cNvPr>
            <p:cNvCxnSpPr>
              <a:cxnSpLocks/>
              <a:stCxn id="5" idx="3"/>
              <a:endCxn id="6" idx="0"/>
            </p:cNvCxnSpPr>
            <p:nvPr/>
          </p:nvCxnSpPr>
          <p:spPr>
            <a:xfrm>
              <a:off x="6955434" y="3005528"/>
              <a:ext cx="1169233" cy="826532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43E5A7-2700-436B-A122-0B602B9080D5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1049311" y="1821305"/>
              <a:ext cx="1229193" cy="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9BE0699-76E8-4770-B931-BC3957F02B14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8124666" y="4746460"/>
              <a:ext cx="1" cy="65956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FE440D5-82E0-4BA8-B3CE-81EC0A2921E4}"/>
                </a:ext>
              </a:extLst>
            </p:cNvPr>
            <p:cNvSpPr txBox="1"/>
            <p:nvPr/>
          </p:nvSpPr>
          <p:spPr>
            <a:xfrm>
              <a:off x="1214202" y="1425740"/>
              <a:ext cx="8994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32CE56-E978-436B-88D7-CEFD57F46DF7}"/>
                </a:ext>
              </a:extLst>
            </p:cNvPr>
            <p:cNvSpPr txBox="1"/>
            <p:nvPr/>
          </p:nvSpPr>
          <p:spPr>
            <a:xfrm>
              <a:off x="4891332" y="1425740"/>
              <a:ext cx="2799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Token List </a:t>
              </a:r>
              <a:r>
                <a:rPr lang="en-GB" dirty="0" err="1"/>
                <a:t>atau</a:t>
              </a:r>
              <a:r>
                <a:rPr lang="en-GB" dirty="0"/>
                <a:t> K-</a:t>
              </a:r>
              <a:r>
                <a:rPr lang="en-GB" dirty="0" err="1"/>
                <a:t>mer</a:t>
              </a:r>
              <a:r>
                <a:rPr lang="en-GB" dirty="0"/>
                <a:t> list</a:t>
              </a:r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6DAA6D-FE73-4880-8E81-8766C36D2B58}"/>
                </a:ext>
              </a:extLst>
            </p:cNvPr>
            <p:cNvSpPr txBox="1"/>
            <p:nvPr/>
          </p:nvSpPr>
          <p:spPr>
            <a:xfrm>
              <a:off x="6955434" y="2627026"/>
              <a:ext cx="13491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 err="1"/>
                <a:t>Vektor</a:t>
              </a:r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759CB4C-CB5C-444D-8FF0-F66967A2806F}"/>
                </a:ext>
              </a:extLst>
            </p:cNvPr>
            <p:cNvSpPr txBox="1"/>
            <p:nvPr/>
          </p:nvSpPr>
          <p:spPr>
            <a:xfrm>
              <a:off x="7450108" y="5476194"/>
              <a:ext cx="13491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Label</a:t>
              </a:r>
              <a:endParaRPr lang="en-US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429240E-3489-4411-84E9-AEEF23B422A1}"/>
                </a:ext>
              </a:extLst>
            </p:cNvPr>
            <p:cNvSpPr/>
            <p:nvPr/>
          </p:nvSpPr>
          <p:spPr>
            <a:xfrm>
              <a:off x="3607632" y="3852473"/>
              <a:ext cx="2018673" cy="914400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Classification Model</a:t>
              </a:r>
              <a:endParaRPr lang="en-US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DD42716-9696-491E-AE61-9D2C8151F274}"/>
                </a:ext>
              </a:extLst>
            </p:cNvPr>
            <p:cNvCxnSpPr>
              <a:stCxn id="25" idx="6"/>
              <a:endCxn id="6" idx="1"/>
            </p:cNvCxnSpPr>
            <p:nvPr/>
          </p:nvCxnSpPr>
          <p:spPr>
            <a:xfrm flipV="1">
              <a:off x="5626305" y="4289260"/>
              <a:ext cx="1329129" cy="2041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8443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2138</TotalTime>
  <Words>14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Muhammad Anwari Leksono</dc:creator>
  <cp:lastModifiedBy>Muhammad Anwari Leksono</cp:lastModifiedBy>
  <cp:revision>1</cp:revision>
  <dcterms:created xsi:type="dcterms:W3CDTF">2021-11-29T04:02:49Z</dcterms:created>
  <dcterms:modified xsi:type="dcterms:W3CDTF">2021-11-30T15:41:14Z</dcterms:modified>
</cp:coreProperties>
</file>