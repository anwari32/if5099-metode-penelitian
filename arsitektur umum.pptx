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44" autoAdjust="0"/>
    <p:restoredTop sz="94660"/>
  </p:normalViewPr>
  <p:slideViewPr>
    <p:cSldViewPr snapToGrid="0">
      <p:cViewPr varScale="1">
        <p:scale>
          <a:sx n="68" d="100"/>
          <a:sy n="68" d="100"/>
        </p:scale>
        <p:origin x="90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11ADA60-C33D-4CF4-9CF6-C32C6485E7F0}" type="doc">
      <dgm:prSet loTypeId="urn:microsoft.com/office/officeart/2005/8/layout/l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8B3F51A-2A63-48A2-80D6-74011361D996}">
      <dgm:prSet phldrT="[Text]" custT="1"/>
      <dgm:spPr/>
      <dgm:t>
        <a:bodyPr/>
        <a:lstStyle/>
        <a:p>
          <a:r>
            <a:rPr lang="en-GB" sz="2000" dirty="0"/>
            <a:t>[CLS]</a:t>
          </a:r>
          <a:endParaRPr lang="en-US" sz="2000" dirty="0"/>
        </a:p>
      </dgm:t>
    </dgm:pt>
    <dgm:pt modelId="{8301A7C2-2E50-48CD-89F0-03E87137B698}" type="parTrans" cxnId="{77F18314-6F94-417C-B599-06315DFECBB6}">
      <dgm:prSet/>
      <dgm:spPr/>
      <dgm:t>
        <a:bodyPr/>
        <a:lstStyle/>
        <a:p>
          <a:endParaRPr lang="en-US" sz="4400"/>
        </a:p>
      </dgm:t>
    </dgm:pt>
    <dgm:pt modelId="{C69860BB-5FE3-4ED4-BF47-8A6E3F428DD8}" type="sibTrans" cxnId="{77F18314-6F94-417C-B599-06315DFECBB6}">
      <dgm:prSet/>
      <dgm:spPr/>
      <dgm:t>
        <a:bodyPr/>
        <a:lstStyle/>
        <a:p>
          <a:endParaRPr lang="en-US" sz="4400"/>
        </a:p>
      </dgm:t>
    </dgm:pt>
    <dgm:pt modelId="{932A399C-670C-46A1-A838-DDF28B1DBBDB}">
      <dgm:prSet phldrT="[Text]" custT="1"/>
      <dgm:spPr/>
      <dgm:t>
        <a:bodyPr/>
        <a:lstStyle/>
        <a:p>
          <a:r>
            <a:rPr lang="en-GB" sz="2000" dirty="0"/>
            <a:t>Pagi</a:t>
          </a:r>
          <a:endParaRPr lang="en-US" sz="2000" dirty="0"/>
        </a:p>
      </dgm:t>
    </dgm:pt>
    <dgm:pt modelId="{2524047D-3F41-40AE-A470-C42C373680E1}" type="parTrans" cxnId="{039CC68D-428C-42BB-BD7B-D2804B81A631}">
      <dgm:prSet/>
      <dgm:spPr/>
      <dgm:t>
        <a:bodyPr/>
        <a:lstStyle/>
        <a:p>
          <a:endParaRPr lang="en-US" sz="4400"/>
        </a:p>
      </dgm:t>
    </dgm:pt>
    <dgm:pt modelId="{252F1682-1605-4EB0-A151-177F018F8CF8}" type="sibTrans" cxnId="{039CC68D-428C-42BB-BD7B-D2804B81A631}">
      <dgm:prSet/>
      <dgm:spPr/>
      <dgm:t>
        <a:bodyPr/>
        <a:lstStyle/>
        <a:p>
          <a:endParaRPr lang="en-US" sz="4400"/>
        </a:p>
      </dgm:t>
    </dgm:pt>
    <dgm:pt modelId="{D91F71F5-25C8-4E3F-83BA-D609ADD757AC}">
      <dgm:prSet phldrT="[Text]" custT="1"/>
      <dgm:spPr/>
      <dgm:t>
        <a:bodyPr/>
        <a:lstStyle/>
        <a:p>
          <a:r>
            <a:rPr lang="en-GB" sz="2000" dirty="0" err="1"/>
            <a:t>Ini</a:t>
          </a:r>
          <a:endParaRPr lang="en-US" sz="2000" dirty="0"/>
        </a:p>
      </dgm:t>
    </dgm:pt>
    <dgm:pt modelId="{6940449B-AF18-43F3-BAF5-20D37CA2A58B}" type="parTrans" cxnId="{5708C663-7A98-4EFE-B3D3-118227A095AF}">
      <dgm:prSet/>
      <dgm:spPr/>
      <dgm:t>
        <a:bodyPr/>
        <a:lstStyle/>
        <a:p>
          <a:endParaRPr lang="en-US" sz="4400"/>
        </a:p>
      </dgm:t>
    </dgm:pt>
    <dgm:pt modelId="{9FB14DDE-842D-4583-8F7C-9056A23DDD38}" type="sibTrans" cxnId="{5708C663-7A98-4EFE-B3D3-118227A095AF}">
      <dgm:prSet/>
      <dgm:spPr/>
      <dgm:t>
        <a:bodyPr/>
        <a:lstStyle/>
        <a:p>
          <a:endParaRPr lang="en-US" sz="4400"/>
        </a:p>
      </dgm:t>
    </dgm:pt>
    <dgm:pt modelId="{8EEBC39E-C25B-4C62-BB92-567FC54BE38A}">
      <dgm:prSet phldrT="[Text]" custT="1"/>
      <dgm:spPr/>
      <dgm:t>
        <a:bodyPr/>
        <a:lstStyle/>
        <a:p>
          <a:r>
            <a:rPr lang="en-GB" sz="2000" dirty="0"/>
            <a:t>[SEP]</a:t>
          </a:r>
          <a:endParaRPr lang="en-US" sz="2000" dirty="0"/>
        </a:p>
      </dgm:t>
    </dgm:pt>
    <dgm:pt modelId="{C1F61013-0973-4DBE-9960-33B95368C470}" type="sibTrans" cxnId="{5376AB59-8A2D-4BFC-837A-7E7BBDC35881}">
      <dgm:prSet/>
      <dgm:spPr/>
      <dgm:t>
        <a:bodyPr/>
        <a:lstStyle/>
        <a:p>
          <a:endParaRPr lang="en-US" sz="4400"/>
        </a:p>
      </dgm:t>
    </dgm:pt>
    <dgm:pt modelId="{0DC4E01C-4D43-49A6-83B7-BA00640053A1}" type="parTrans" cxnId="{5376AB59-8A2D-4BFC-837A-7E7BBDC35881}">
      <dgm:prSet/>
      <dgm:spPr/>
      <dgm:t>
        <a:bodyPr/>
        <a:lstStyle/>
        <a:p>
          <a:endParaRPr lang="en-US" sz="4400"/>
        </a:p>
      </dgm:t>
    </dgm:pt>
    <dgm:pt modelId="{4BE7B6BD-A2C0-47A1-BD34-E18E32E2CB77}">
      <dgm:prSet phldrT="[Text]" custT="1"/>
      <dgm:spPr/>
      <dgm:t>
        <a:bodyPr/>
        <a:lstStyle/>
        <a:p>
          <a:r>
            <a:rPr lang="en-GB" sz="2000" dirty="0" err="1"/>
            <a:t>Matahari</a:t>
          </a:r>
          <a:endParaRPr lang="en-US" sz="2000" dirty="0"/>
        </a:p>
      </dgm:t>
    </dgm:pt>
    <dgm:pt modelId="{1FDEA409-5675-4BE4-8EA5-4DD7EF276D6B}" type="sibTrans" cxnId="{693F3A4C-38CC-4BCF-B6E4-E082DA63A718}">
      <dgm:prSet/>
      <dgm:spPr/>
      <dgm:t>
        <a:bodyPr/>
        <a:lstStyle/>
        <a:p>
          <a:endParaRPr lang="en-US" sz="4400"/>
        </a:p>
      </dgm:t>
    </dgm:pt>
    <dgm:pt modelId="{FC732524-13B2-4104-8590-15C091B15E65}" type="parTrans" cxnId="{693F3A4C-38CC-4BCF-B6E4-E082DA63A718}">
      <dgm:prSet/>
      <dgm:spPr/>
      <dgm:t>
        <a:bodyPr/>
        <a:lstStyle/>
        <a:p>
          <a:endParaRPr lang="en-US" sz="4400"/>
        </a:p>
      </dgm:t>
    </dgm:pt>
    <dgm:pt modelId="{9D10625E-DC12-49E1-8FDE-DCEA50C4DDB0}">
      <dgm:prSet phldrT="[Text]" custT="1"/>
      <dgm:spPr/>
      <dgm:t>
        <a:bodyPr/>
        <a:lstStyle/>
        <a:p>
          <a:r>
            <a:rPr lang="en-GB" sz="2000" dirty="0" err="1"/>
            <a:t>Cerah</a:t>
          </a:r>
          <a:endParaRPr lang="en-US" sz="2000" dirty="0"/>
        </a:p>
      </dgm:t>
    </dgm:pt>
    <dgm:pt modelId="{48B7B254-64AF-45C9-8A73-DD35B846C78D}" type="sibTrans" cxnId="{E4026021-A56D-4226-B115-AFDE83A70036}">
      <dgm:prSet/>
      <dgm:spPr/>
      <dgm:t>
        <a:bodyPr/>
        <a:lstStyle/>
        <a:p>
          <a:endParaRPr lang="en-US" sz="4400"/>
        </a:p>
      </dgm:t>
    </dgm:pt>
    <dgm:pt modelId="{52AA336A-BC90-45F8-9639-05D57142310A}" type="parTrans" cxnId="{E4026021-A56D-4226-B115-AFDE83A70036}">
      <dgm:prSet/>
      <dgm:spPr/>
      <dgm:t>
        <a:bodyPr/>
        <a:lstStyle/>
        <a:p>
          <a:endParaRPr lang="en-US" sz="4400"/>
        </a:p>
      </dgm:t>
    </dgm:pt>
    <dgm:pt modelId="{173FFFD8-3B4C-4149-8735-F87D740941F7}">
      <dgm:prSet phldrT="[Text]" custT="1"/>
      <dgm:spPr/>
      <dgm:t>
        <a:bodyPr/>
        <a:lstStyle/>
        <a:p>
          <a:r>
            <a:rPr lang="en-GB" sz="2000" dirty="0" err="1"/>
            <a:t>bersinar</a:t>
          </a:r>
          <a:endParaRPr lang="en-US" sz="2000" dirty="0"/>
        </a:p>
      </dgm:t>
    </dgm:pt>
    <dgm:pt modelId="{E62AAC60-062C-4802-AA1A-5F110DE7A1E0}" type="parTrans" cxnId="{D8269CF5-5E43-425C-A3FA-E36C4C1A0CAD}">
      <dgm:prSet/>
      <dgm:spPr/>
      <dgm:t>
        <a:bodyPr/>
        <a:lstStyle/>
        <a:p>
          <a:endParaRPr lang="en-US" sz="4400"/>
        </a:p>
      </dgm:t>
    </dgm:pt>
    <dgm:pt modelId="{FCD45573-8E9C-47C8-B798-10DF3FA19F6E}" type="sibTrans" cxnId="{D8269CF5-5E43-425C-A3FA-E36C4C1A0CAD}">
      <dgm:prSet/>
      <dgm:spPr/>
      <dgm:t>
        <a:bodyPr/>
        <a:lstStyle/>
        <a:p>
          <a:endParaRPr lang="en-US" sz="4400"/>
        </a:p>
      </dgm:t>
    </dgm:pt>
    <dgm:pt modelId="{634F4683-6B5A-424C-A37F-F3A60E248A6D}">
      <dgm:prSet phldrT="[Text]" custT="1"/>
      <dgm:spPr/>
      <dgm:t>
        <a:bodyPr/>
        <a:lstStyle/>
        <a:p>
          <a:r>
            <a:rPr lang="en-GB" sz="2000" dirty="0" err="1"/>
            <a:t>terang</a:t>
          </a:r>
          <a:endParaRPr lang="en-US" sz="2000" dirty="0"/>
        </a:p>
      </dgm:t>
    </dgm:pt>
    <dgm:pt modelId="{E2B66A1E-AA14-4526-ACEA-BE4ADB75B38F}" type="parTrans" cxnId="{C8B97C9D-1C8D-4DB8-9FDE-A0FBBC4B3623}">
      <dgm:prSet/>
      <dgm:spPr/>
      <dgm:t>
        <a:bodyPr/>
        <a:lstStyle/>
        <a:p>
          <a:endParaRPr lang="en-US" sz="4400"/>
        </a:p>
      </dgm:t>
    </dgm:pt>
    <dgm:pt modelId="{4526A2C8-03E6-41B1-BFB5-FC27036D43A1}" type="sibTrans" cxnId="{C8B97C9D-1C8D-4DB8-9FDE-A0FBBC4B3623}">
      <dgm:prSet/>
      <dgm:spPr/>
      <dgm:t>
        <a:bodyPr/>
        <a:lstStyle/>
        <a:p>
          <a:endParaRPr lang="en-US" sz="4400"/>
        </a:p>
      </dgm:t>
    </dgm:pt>
    <dgm:pt modelId="{D01B48E1-3649-4DCE-A930-AC9F262FEBD3}">
      <dgm:prSet phldrT="[Text]" custT="1"/>
      <dgm:spPr/>
      <dgm:t>
        <a:bodyPr/>
        <a:lstStyle/>
        <a:p>
          <a:r>
            <a:rPr lang="en-GB" sz="2000" dirty="0"/>
            <a:t>[SEP]</a:t>
          </a:r>
          <a:endParaRPr lang="en-US" sz="2000" dirty="0"/>
        </a:p>
      </dgm:t>
    </dgm:pt>
    <dgm:pt modelId="{88093664-8B01-42C8-BC3D-072A2C594FD1}" type="parTrans" cxnId="{058F00D3-9172-4F0E-AB51-E1A10D2F1404}">
      <dgm:prSet/>
      <dgm:spPr/>
      <dgm:t>
        <a:bodyPr/>
        <a:lstStyle/>
        <a:p>
          <a:endParaRPr lang="en-US" sz="4400"/>
        </a:p>
      </dgm:t>
    </dgm:pt>
    <dgm:pt modelId="{8A2B4BE3-F94A-4D31-BBDE-9B9C584A716B}" type="sibTrans" cxnId="{058F00D3-9172-4F0E-AB51-E1A10D2F1404}">
      <dgm:prSet/>
      <dgm:spPr/>
      <dgm:t>
        <a:bodyPr/>
        <a:lstStyle/>
        <a:p>
          <a:endParaRPr lang="en-US" sz="4400"/>
        </a:p>
      </dgm:t>
    </dgm:pt>
    <dgm:pt modelId="{78B33A29-2044-4E8D-8F8C-395ECC41234C}">
      <dgm:prSet phldrT="[Text]" custT="1"/>
      <dgm:spPr/>
      <dgm:t>
        <a:bodyPr/>
        <a:lstStyle/>
        <a:p>
          <a:r>
            <a:rPr lang="en-GB" sz="1800" dirty="0"/>
            <a:t>E</a:t>
          </a:r>
          <a:r>
            <a:rPr lang="en-GB" sz="1800" baseline="-25000" dirty="0"/>
            <a:t>[CLS]</a:t>
          </a:r>
          <a:endParaRPr lang="en-US" sz="1800" baseline="-25000" dirty="0"/>
        </a:p>
      </dgm:t>
    </dgm:pt>
    <dgm:pt modelId="{E83776A8-A3C3-432C-A255-38419175262E}" type="parTrans" cxnId="{56C718E7-E463-495E-8286-BC8149C40D71}">
      <dgm:prSet/>
      <dgm:spPr/>
      <dgm:t>
        <a:bodyPr/>
        <a:lstStyle/>
        <a:p>
          <a:endParaRPr lang="en-US" sz="4400"/>
        </a:p>
      </dgm:t>
    </dgm:pt>
    <dgm:pt modelId="{E24561B7-BBF9-41BB-99B4-44C55C352A02}" type="sibTrans" cxnId="{56C718E7-E463-495E-8286-BC8149C40D71}">
      <dgm:prSet/>
      <dgm:spPr/>
      <dgm:t>
        <a:bodyPr/>
        <a:lstStyle/>
        <a:p>
          <a:endParaRPr lang="en-US" sz="4400"/>
        </a:p>
      </dgm:t>
    </dgm:pt>
    <dgm:pt modelId="{974C232C-98F1-4CCE-A7DB-8398977EB557}">
      <dgm:prSet phldrT="[Text]" custT="1"/>
      <dgm:spPr/>
      <dgm:t>
        <a:bodyPr/>
        <a:lstStyle/>
        <a:p>
          <a:r>
            <a:rPr lang="en-GB" sz="1800" dirty="0"/>
            <a:t>E</a:t>
          </a:r>
          <a:r>
            <a:rPr lang="en-GB" sz="1800" baseline="-25000" dirty="0"/>
            <a:t>A</a:t>
          </a:r>
          <a:endParaRPr lang="en-US" sz="1800" baseline="-25000" dirty="0"/>
        </a:p>
      </dgm:t>
    </dgm:pt>
    <dgm:pt modelId="{ED081E7C-19C4-4DBE-9F12-B16932BD205A}" type="parTrans" cxnId="{79F0BDE7-A508-4675-BEF4-C42636EB1EA5}">
      <dgm:prSet/>
      <dgm:spPr/>
      <dgm:t>
        <a:bodyPr/>
        <a:lstStyle/>
        <a:p>
          <a:endParaRPr lang="en-US" sz="4400"/>
        </a:p>
      </dgm:t>
    </dgm:pt>
    <dgm:pt modelId="{7A628AA7-3525-4AFD-95F8-13D9D7E2655E}" type="sibTrans" cxnId="{79F0BDE7-A508-4675-BEF4-C42636EB1EA5}">
      <dgm:prSet/>
      <dgm:spPr/>
      <dgm:t>
        <a:bodyPr/>
        <a:lstStyle/>
        <a:p>
          <a:endParaRPr lang="en-US" sz="4400"/>
        </a:p>
      </dgm:t>
    </dgm:pt>
    <dgm:pt modelId="{89F9A759-BD6D-4952-BFCB-767918A3E80D}">
      <dgm:prSet phldrT="[Text]" custT="1"/>
      <dgm:spPr/>
      <dgm:t>
        <a:bodyPr/>
        <a:lstStyle/>
        <a:p>
          <a:r>
            <a:rPr lang="en-GB" sz="1800" dirty="0" err="1"/>
            <a:t>E</a:t>
          </a:r>
          <a:r>
            <a:rPr lang="en-GB" sz="1800" baseline="-25000" dirty="0" err="1"/>
            <a:t>pagi</a:t>
          </a:r>
          <a:endParaRPr lang="en-US" sz="1800" baseline="-25000" dirty="0"/>
        </a:p>
      </dgm:t>
    </dgm:pt>
    <dgm:pt modelId="{CB2F9DB0-FB80-4D1C-A171-8916FBBE11A3}" type="parTrans" cxnId="{E8C31EA5-B68A-4BFD-B9E3-D6DDBAB7E405}">
      <dgm:prSet/>
      <dgm:spPr/>
      <dgm:t>
        <a:bodyPr/>
        <a:lstStyle/>
        <a:p>
          <a:endParaRPr lang="en-US" sz="4400"/>
        </a:p>
      </dgm:t>
    </dgm:pt>
    <dgm:pt modelId="{2017B720-6AA3-438F-B047-F1618A3E97FF}" type="sibTrans" cxnId="{E8C31EA5-B68A-4BFD-B9E3-D6DDBAB7E405}">
      <dgm:prSet/>
      <dgm:spPr/>
      <dgm:t>
        <a:bodyPr/>
        <a:lstStyle/>
        <a:p>
          <a:endParaRPr lang="en-US" sz="4400"/>
        </a:p>
      </dgm:t>
    </dgm:pt>
    <dgm:pt modelId="{09FE8144-A769-418D-91F7-3628B9C2AF1C}">
      <dgm:prSet phldrT="[Text]" custT="1"/>
      <dgm:spPr/>
      <dgm:t>
        <a:bodyPr/>
        <a:lstStyle/>
        <a:p>
          <a:r>
            <a:rPr lang="en-GB" sz="1600" baseline="0" dirty="0"/>
            <a:t>E</a:t>
          </a:r>
          <a:r>
            <a:rPr lang="en-GB" sz="1600" baseline="-25000" dirty="0"/>
            <a:t>A</a:t>
          </a:r>
          <a:endParaRPr lang="en-US" sz="1600" baseline="-25000" dirty="0"/>
        </a:p>
      </dgm:t>
    </dgm:pt>
    <dgm:pt modelId="{2E97CCD6-B675-468E-9918-3CFDC036A189}" type="parTrans" cxnId="{1585CFDC-06CF-4D0A-84D5-14D9392201E4}">
      <dgm:prSet/>
      <dgm:spPr/>
      <dgm:t>
        <a:bodyPr/>
        <a:lstStyle/>
        <a:p>
          <a:endParaRPr lang="en-US" sz="4400"/>
        </a:p>
      </dgm:t>
    </dgm:pt>
    <dgm:pt modelId="{6FCD3FC0-CEC6-43B3-90E1-18715C058F0A}" type="sibTrans" cxnId="{1585CFDC-06CF-4D0A-84D5-14D9392201E4}">
      <dgm:prSet/>
      <dgm:spPr/>
      <dgm:t>
        <a:bodyPr/>
        <a:lstStyle/>
        <a:p>
          <a:endParaRPr lang="en-US" sz="4400"/>
        </a:p>
      </dgm:t>
    </dgm:pt>
    <dgm:pt modelId="{9481177C-D67F-4C07-A890-98A950C2C665}">
      <dgm:prSet phldrT="[Text]" custT="1"/>
      <dgm:spPr/>
      <dgm:t>
        <a:bodyPr/>
        <a:lstStyle/>
        <a:p>
          <a:r>
            <a:rPr lang="en-GB" sz="1800" dirty="0" err="1"/>
            <a:t>E</a:t>
          </a:r>
          <a:r>
            <a:rPr lang="en-GB" sz="1800" baseline="-25000" dirty="0" err="1"/>
            <a:t>ini</a:t>
          </a:r>
          <a:endParaRPr lang="en-US" sz="1800" baseline="-25000" dirty="0"/>
        </a:p>
      </dgm:t>
    </dgm:pt>
    <dgm:pt modelId="{F6B0B8F7-3EFA-4893-9C2F-6BF3611F9C91}" type="parTrans" cxnId="{E253E0AC-C65F-4213-BF59-6F0E8C9B4EF8}">
      <dgm:prSet/>
      <dgm:spPr/>
      <dgm:t>
        <a:bodyPr/>
        <a:lstStyle/>
        <a:p>
          <a:endParaRPr lang="en-US" sz="4400"/>
        </a:p>
      </dgm:t>
    </dgm:pt>
    <dgm:pt modelId="{ED560E73-934D-4847-B33C-88350A578BD2}" type="sibTrans" cxnId="{E253E0AC-C65F-4213-BF59-6F0E8C9B4EF8}">
      <dgm:prSet/>
      <dgm:spPr/>
      <dgm:t>
        <a:bodyPr/>
        <a:lstStyle/>
        <a:p>
          <a:endParaRPr lang="en-US" sz="4400"/>
        </a:p>
      </dgm:t>
    </dgm:pt>
    <dgm:pt modelId="{12A8E46E-DAB0-4369-B32E-3292883778E1}">
      <dgm:prSet phldrT="[Text]" custT="1"/>
      <dgm:spPr/>
      <dgm:t>
        <a:bodyPr/>
        <a:lstStyle/>
        <a:p>
          <a:r>
            <a:rPr lang="en-GB" sz="1800" baseline="0" dirty="0"/>
            <a:t>E</a:t>
          </a:r>
          <a:r>
            <a:rPr lang="en-GB" sz="1800" baseline="-25000" dirty="0"/>
            <a:t>A</a:t>
          </a:r>
          <a:endParaRPr lang="en-US" sz="1800" baseline="-25000" dirty="0"/>
        </a:p>
      </dgm:t>
    </dgm:pt>
    <dgm:pt modelId="{4BD596CB-C431-482A-A5B9-54C3BB6694A8}" type="parTrans" cxnId="{23DDDEC6-D22B-482E-A9B2-B374DB680C66}">
      <dgm:prSet/>
      <dgm:spPr/>
      <dgm:t>
        <a:bodyPr/>
        <a:lstStyle/>
        <a:p>
          <a:endParaRPr lang="en-US" sz="4400"/>
        </a:p>
      </dgm:t>
    </dgm:pt>
    <dgm:pt modelId="{B9172917-6F40-44BA-B767-8156D4EF1608}" type="sibTrans" cxnId="{23DDDEC6-D22B-482E-A9B2-B374DB680C66}">
      <dgm:prSet/>
      <dgm:spPr/>
      <dgm:t>
        <a:bodyPr/>
        <a:lstStyle/>
        <a:p>
          <a:endParaRPr lang="en-US" sz="4400"/>
        </a:p>
      </dgm:t>
    </dgm:pt>
    <dgm:pt modelId="{257866FF-F357-49E3-B70D-4BD881368410}">
      <dgm:prSet phldrT="[Text]" custT="1"/>
      <dgm:spPr/>
      <dgm:t>
        <a:bodyPr/>
        <a:lstStyle/>
        <a:p>
          <a:r>
            <a:rPr lang="en-GB" sz="1800" dirty="0" err="1"/>
            <a:t>E</a:t>
          </a:r>
          <a:r>
            <a:rPr lang="en-GB" sz="1800" baseline="-25000" dirty="0" err="1"/>
            <a:t>cerah</a:t>
          </a:r>
          <a:endParaRPr lang="en-US" sz="1800" baseline="-25000" dirty="0"/>
        </a:p>
      </dgm:t>
    </dgm:pt>
    <dgm:pt modelId="{117CCFD6-455B-439D-8EF2-BF436C65B20B}" type="parTrans" cxnId="{FC030296-26F4-4B1C-B117-26AB96D1DA3D}">
      <dgm:prSet/>
      <dgm:spPr/>
      <dgm:t>
        <a:bodyPr/>
        <a:lstStyle/>
        <a:p>
          <a:endParaRPr lang="en-US" sz="4400"/>
        </a:p>
      </dgm:t>
    </dgm:pt>
    <dgm:pt modelId="{975F7F8C-5F54-4725-AE4B-32EB29398BCE}" type="sibTrans" cxnId="{FC030296-26F4-4B1C-B117-26AB96D1DA3D}">
      <dgm:prSet/>
      <dgm:spPr/>
      <dgm:t>
        <a:bodyPr/>
        <a:lstStyle/>
        <a:p>
          <a:endParaRPr lang="en-US" sz="4400"/>
        </a:p>
      </dgm:t>
    </dgm:pt>
    <dgm:pt modelId="{D638D907-7CD6-4A1E-AC96-65870F6CE6D7}">
      <dgm:prSet phldrT="[Text]" custT="1"/>
      <dgm:spPr/>
      <dgm:t>
        <a:bodyPr/>
        <a:lstStyle/>
        <a:p>
          <a:r>
            <a:rPr lang="en-GB" sz="1800" baseline="0" dirty="0"/>
            <a:t>E</a:t>
          </a:r>
          <a:r>
            <a:rPr lang="en-GB" sz="1800" baseline="-25000" dirty="0"/>
            <a:t>A</a:t>
          </a:r>
          <a:endParaRPr lang="en-US" sz="1800" baseline="-25000" dirty="0"/>
        </a:p>
      </dgm:t>
    </dgm:pt>
    <dgm:pt modelId="{E507F22C-7AD9-4EEB-84A9-E3037782426A}" type="parTrans" cxnId="{3F7EDDB4-DAF5-4467-81A7-F5F9C3C51B33}">
      <dgm:prSet/>
      <dgm:spPr/>
      <dgm:t>
        <a:bodyPr/>
        <a:lstStyle/>
        <a:p>
          <a:endParaRPr lang="en-US" sz="4400"/>
        </a:p>
      </dgm:t>
    </dgm:pt>
    <dgm:pt modelId="{23394E20-E10F-4D0E-9813-3A7C5DAF19E7}" type="sibTrans" cxnId="{3F7EDDB4-DAF5-4467-81A7-F5F9C3C51B33}">
      <dgm:prSet/>
      <dgm:spPr/>
      <dgm:t>
        <a:bodyPr/>
        <a:lstStyle/>
        <a:p>
          <a:endParaRPr lang="en-US" sz="4400"/>
        </a:p>
      </dgm:t>
    </dgm:pt>
    <dgm:pt modelId="{18F1AA15-183E-4509-B353-D73640D6C916}">
      <dgm:prSet phldrT="[Text]" custT="1"/>
      <dgm:spPr/>
      <dgm:t>
        <a:bodyPr/>
        <a:lstStyle/>
        <a:p>
          <a:r>
            <a:rPr lang="en-GB" sz="1800" dirty="0"/>
            <a:t>E</a:t>
          </a:r>
          <a:r>
            <a:rPr lang="en-GB" sz="1800" baseline="-25000" dirty="0"/>
            <a:t>[SEP]</a:t>
          </a:r>
          <a:endParaRPr lang="en-US" sz="1800" baseline="-25000" dirty="0"/>
        </a:p>
      </dgm:t>
    </dgm:pt>
    <dgm:pt modelId="{37868B6C-9D87-43EC-A62F-EB4B27A38481}" type="parTrans" cxnId="{ECB88F40-6873-4ADB-9AF7-EDBD0898CCB4}">
      <dgm:prSet/>
      <dgm:spPr/>
      <dgm:t>
        <a:bodyPr/>
        <a:lstStyle/>
        <a:p>
          <a:endParaRPr lang="en-US" sz="4400"/>
        </a:p>
      </dgm:t>
    </dgm:pt>
    <dgm:pt modelId="{985237E8-6A70-4915-9747-4F36174D79AF}" type="sibTrans" cxnId="{ECB88F40-6873-4ADB-9AF7-EDBD0898CCB4}">
      <dgm:prSet/>
      <dgm:spPr/>
      <dgm:t>
        <a:bodyPr/>
        <a:lstStyle/>
        <a:p>
          <a:endParaRPr lang="en-US" sz="4400"/>
        </a:p>
      </dgm:t>
    </dgm:pt>
    <dgm:pt modelId="{E8E17863-2454-4458-9CB6-0B09FCDFE9F4}">
      <dgm:prSet phldrT="[Text]" custT="1"/>
      <dgm:spPr/>
      <dgm:t>
        <a:bodyPr/>
        <a:lstStyle/>
        <a:p>
          <a:r>
            <a:rPr lang="en-GB" sz="1800" baseline="0" dirty="0"/>
            <a:t>E</a:t>
          </a:r>
          <a:r>
            <a:rPr lang="en-GB" sz="1800" baseline="-25000" dirty="0"/>
            <a:t>A</a:t>
          </a:r>
          <a:endParaRPr lang="en-US" sz="1800" baseline="-25000" dirty="0"/>
        </a:p>
      </dgm:t>
    </dgm:pt>
    <dgm:pt modelId="{BF06D21B-43DF-4D11-A61E-839D20ABFBD1}" type="parTrans" cxnId="{B27F3BDE-B841-4A07-BF95-62C1D42B544F}">
      <dgm:prSet/>
      <dgm:spPr/>
      <dgm:t>
        <a:bodyPr/>
        <a:lstStyle/>
        <a:p>
          <a:endParaRPr lang="en-US" sz="4400"/>
        </a:p>
      </dgm:t>
    </dgm:pt>
    <dgm:pt modelId="{C0003164-DB1D-4A8A-A54E-708DD45A6E1D}" type="sibTrans" cxnId="{B27F3BDE-B841-4A07-BF95-62C1D42B544F}">
      <dgm:prSet/>
      <dgm:spPr/>
      <dgm:t>
        <a:bodyPr/>
        <a:lstStyle/>
        <a:p>
          <a:endParaRPr lang="en-US" sz="4400"/>
        </a:p>
      </dgm:t>
    </dgm:pt>
    <dgm:pt modelId="{A64FB871-7F68-4369-B2B7-84F2449EB115}">
      <dgm:prSet phldrT="[Text]" custT="1"/>
      <dgm:spPr/>
      <dgm:t>
        <a:bodyPr/>
        <a:lstStyle/>
        <a:p>
          <a:r>
            <a:rPr lang="en-GB" sz="1800" dirty="0" err="1"/>
            <a:t>E</a:t>
          </a:r>
          <a:r>
            <a:rPr lang="en-GB" sz="1800" baseline="-25000" dirty="0" err="1"/>
            <a:t>matahari</a:t>
          </a:r>
          <a:endParaRPr lang="en-US" sz="1800" baseline="-25000" dirty="0"/>
        </a:p>
      </dgm:t>
    </dgm:pt>
    <dgm:pt modelId="{DFD66439-8EF2-4199-80EA-A710516AA750}" type="parTrans" cxnId="{7F7F1626-8798-4E2A-857B-5FAECE2DE70C}">
      <dgm:prSet/>
      <dgm:spPr/>
      <dgm:t>
        <a:bodyPr/>
        <a:lstStyle/>
        <a:p>
          <a:endParaRPr lang="en-US" sz="4400"/>
        </a:p>
      </dgm:t>
    </dgm:pt>
    <dgm:pt modelId="{3F71EB60-C84F-4B11-A926-3161F3D57B57}" type="sibTrans" cxnId="{7F7F1626-8798-4E2A-857B-5FAECE2DE70C}">
      <dgm:prSet/>
      <dgm:spPr/>
      <dgm:t>
        <a:bodyPr/>
        <a:lstStyle/>
        <a:p>
          <a:endParaRPr lang="en-US" sz="4400"/>
        </a:p>
      </dgm:t>
    </dgm:pt>
    <dgm:pt modelId="{CDA39906-5DFF-43BB-82DE-64CA3999BDE4}">
      <dgm:prSet phldrT="[Text]" custT="1"/>
      <dgm:spPr/>
      <dgm:t>
        <a:bodyPr/>
        <a:lstStyle/>
        <a:p>
          <a:r>
            <a:rPr lang="en-GB" sz="1800" baseline="0" dirty="0"/>
            <a:t>E</a:t>
          </a:r>
          <a:r>
            <a:rPr lang="en-GB" sz="1800" baseline="-25000" dirty="0"/>
            <a:t>B</a:t>
          </a:r>
          <a:endParaRPr lang="en-US" sz="1800" baseline="-25000" dirty="0"/>
        </a:p>
      </dgm:t>
    </dgm:pt>
    <dgm:pt modelId="{242988B9-16E4-4EAD-AE06-22B195A07A27}" type="parTrans" cxnId="{25F47262-9F37-428E-B325-79FB14E37B67}">
      <dgm:prSet/>
      <dgm:spPr/>
      <dgm:t>
        <a:bodyPr/>
        <a:lstStyle/>
        <a:p>
          <a:endParaRPr lang="en-US" sz="4400"/>
        </a:p>
      </dgm:t>
    </dgm:pt>
    <dgm:pt modelId="{FA3752A7-A25D-4D57-8156-0012160C9B87}" type="sibTrans" cxnId="{25F47262-9F37-428E-B325-79FB14E37B67}">
      <dgm:prSet/>
      <dgm:spPr/>
      <dgm:t>
        <a:bodyPr/>
        <a:lstStyle/>
        <a:p>
          <a:endParaRPr lang="en-US" sz="4400"/>
        </a:p>
      </dgm:t>
    </dgm:pt>
    <dgm:pt modelId="{D7B01184-FB4F-4516-8E0E-D207A2CBA804}">
      <dgm:prSet phldrT="[Text]" custT="1"/>
      <dgm:spPr/>
      <dgm:t>
        <a:bodyPr/>
        <a:lstStyle/>
        <a:p>
          <a:r>
            <a:rPr lang="en-GB" sz="1800" dirty="0" err="1"/>
            <a:t>E</a:t>
          </a:r>
          <a:r>
            <a:rPr lang="en-GB" sz="1800" baseline="-25000" dirty="0" err="1"/>
            <a:t>bersinar</a:t>
          </a:r>
          <a:endParaRPr lang="en-US" sz="1800" baseline="-25000" dirty="0"/>
        </a:p>
      </dgm:t>
    </dgm:pt>
    <dgm:pt modelId="{EAF72781-BE4B-49DF-A326-DF7DF5B02BF4}" type="parTrans" cxnId="{016B3485-215F-4806-9EA7-9058922EFC19}">
      <dgm:prSet/>
      <dgm:spPr/>
      <dgm:t>
        <a:bodyPr/>
        <a:lstStyle/>
        <a:p>
          <a:endParaRPr lang="en-US" sz="4400"/>
        </a:p>
      </dgm:t>
    </dgm:pt>
    <dgm:pt modelId="{1D15CDE1-DA52-4419-AA32-AEC3144F58D2}" type="sibTrans" cxnId="{016B3485-215F-4806-9EA7-9058922EFC19}">
      <dgm:prSet/>
      <dgm:spPr/>
      <dgm:t>
        <a:bodyPr/>
        <a:lstStyle/>
        <a:p>
          <a:endParaRPr lang="en-US" sz="4400"/>
        </a:p>
      </dgm:t>
    </dgm:pt>
    <dgm:pt modelId="{127FBB2D-D885-4019-9937-13272D5A343A}">
      <dgm:prSet phldrT="[Text]" custT="1"/>
      <dgm:spPr/>
      <dgm:t>
        <a:bodyPr/>
        <a:lstStyle/>
        <a:p>
          <a:r>
            <a:rPr lang="en-GB" sz="1800" baseline="0" dirty="0"/>
            <a:t>E</a:t>
          </a:r>
          <a:r>
            <a:rPr lang="en-GB" sz="1800" baseline="-25000" dirty="0"/>
            <a:t>B</a:t>
          </a:r>
          <a:endParaRPr lang="en-US" sz="1800" baseline="-25000" dirty="0"/>
        </a:p>
      </dgm:t>
    </dgm:pt>
    <dgm:pt modelId="{73131B4F-A05F-46D8-844C-6FE2D1588C6A}" type="parTrans" cxnId="{121C162F-ECEA-494B-8E79-C200B61BA4C8}">
      <dgm:prSet/>
      <dgm:spPr/>
      <dgm:t>
        <a:bodyPr/>
        <a:lstStyle/>
        <a:p>
          <a:endParaRPr lang="en-US" sz="4400"/>
        </a:p>
      </dgm:t>
    </dgm:pt>
    <dgm:pt modelId="{2B575EB9-B116-4611-9725-131A7EBD6D33}" type="sibTrans" cxnId="{121C162F-ECEA-494B-8E79-C200B61BA4C8}">
      <dgm:prSet/>
      <dgm:spPr/>
      <dgm:t>
        <a:bodyPr/>
        <a:lstStyle/>
        <a:p>
          <a:endParaRPr lang="en-US" sz="4400"/>
        </a:p>
      </dgm:t>
    </dgm:pt>
    <dgm:pt modelId="{B1B062CB-8F49-4147-BA80-9FDE37D6C25B}">
      <dgm:prSet phldrT="[Text]" custT="1"/>
      <dgm:spPr/>
      <dgm:t>
        <a:bodyPr/>
        <a:lstStyle/>
        <a:p>
          <a:r>
            <a:rPr lang="en-GB" sz="1800" dirty="0" err="1"/>
            <a:t>E</a:t>
          </a:r>
          <a:r>
            <a:rPr lang="en-GB" sz="1800" baseline="-25000" dirty="0" err="1"/>
            <a:t>terang</a:t>
          </a:r>
          <a:endParaRPr lang="en-US" sz="1800" baseline="-25000" dirty="0"/>
        </a:p>
      </dgm:t>
    </dgm:pt>
    <dgm:pt modelId="{8DE664DA-B402-4696-8499-DDA62129110D}" type="parTrans" cxnId="{CD24FFE3-0622-466F-9C15-9E0D53FB9755}">
      <dgm:prSet/>
      <dgm:spPr/>
      <dgm:t>
        <a:bodyPr/>
        <a:lstStyle/>
        <a:p>
          <a:endParaRPr lang="en-US" sz="4400"/>
        </a:p>
      </dgm:t>
    </dgm:pt>
    <dgm:pt modelId="{5D8716D9-8A96-4B25-9EA3-AEA112D69654}" type="sibTrans" cxnId="{CD24FFE3-0622-466F-9C15-9E0D53FB9755}">
      <dgm:prSet/>
      <dgm:spPr/>
      <dgm:t>
        <a:bodyPr/>
        <a:lstStyle/>
        <a:p>
          <a:endParaRPr lang="en-US" sz="4400"/>
        </a:p>
      </dgm:t>
    </dgm:pt>
    <dgm:pt modelId="{2F7FE46F-8A9E-4DF5-9A41-7BECF922682C}">
      <dgm:prSet phldrT="[Text]" custT="1"/>
      <dgm:spPr/>
      <dgm:t>
        <a:bodyPr/>
        <a:lstStyle/>
        <a:p>
          <a:r>
            <a:rPr lang="en-GB" sz="1800" baseline="0" dirty="0"/>
            <a:t>E</a:t>
          </a:r>
          <a:r>
            <a:rPr lang="en-GB" sz="1800" baseline="-25000" dirty="0"/>
            <a:t>B</a:t>
          </a:r>
          <a:endParaRPr lang="en-US" sz="1800" baseline="-25000" dirty="0"/>
        </a:p>
      </dgm:t>
    </dgm:pt>
    <dgm:pt modelId="{5895046C-44DE-4994-BE0B-C32273649FF3}" type="parTrans" cxnId="{E4017354-6D79-4D6E-99C3-93583DB44276}">
      <dgm:prSet/>
      <dgm:spPr/>
      <dgm:t>
        <a:bodyPr/>
        <a:lstStyle/>
        <a:p>
          <a:endParaRPr lang="en-US" sz="4400"/>
        </a:p>
      </dgm:t>
    </dgm:pt>
    <dgm:pt modelId="{BC55CA06-4F86-4D28-A15B-0AC1C5A4091C}" type="sibTrans" cxnId="{E4017354-6D79-4D6E-99C3-93583DB44276}">
      <dgm:prSet/>
      <dgm:spPr/>
      <dgm:t>
        <a:bodyPr/>
        <a:lstStyle/>
        <a:p>
          <a:endParaRPr lang="en-US" sz="4400"/>
        </a:p>
      </dgm:t>
    </dgm:pt>
    <dgm:pt modelId="{741B1682-D1BB-4C23-8C66-26AFB76DB7B4}">
      <dgm:prSet phldrT="[Text]" custT="1"/>
      <dgm:spPr/>
      <dgm:t>
        <a:bodyPr/>
        <a:lstStyle/>
        <a:p>
          <a:r>
            <a:rPr lang="en-GB" sz="1800" dirty="0"/>
            <a:t>E</a:t>
          </a:r>
          <a:r>
            <a:rPr lang="en-GB" sz="1800" baseline="-25000" dirty="0"/>
            <a:t>[SEP]</a:t>
          </a:r>
          <a:endParaRPr lang="en-US" sz="1800" baseline="-25000" dirty="0"/>
        </a:p>
      </dgm:t>
    </dgm:pt>
    <dgm:pt modelId="{AB657426-2957-444F-BB39-B0F393C19900}" type="parTrans" cxnId="{2766C9D9-B36B-4FCE-BAED-C9624B71F7ED}">
      <dgm:prSet/>
      <dgm:spPr/>
      <dgm:t>
        <a:bodyPr/>
        <a:lstStyle/>
        <a:p>
          <a:endParaRPr lang="en-US" sz="4400"/>
        </a:p>
      </dgm:t>
    </dgm:pt>
    <dgm:pt modelId="{FEA733C3-9C31-4EC4-AC14-E15B4FC38C99}" type="sibTrans" cxnId="{2766C9D9-B36B-4FCE-BAED-C9624B71F7ED}">
      <dgm:prSet/>
      <dgm:spPr/>
      <dgm:t>
        <a:bodyPr/>
        <a:lstStyle/>
        <a:p>
          <a:endParaRPr lang="en-US" sz="4400"/>
        </a:p>
      </dgm:t>
    </dgm:pt>
    <dgm:pt modelId="{34147441-1D7A-47E1-B515-463CB98C0A45}">
      <dgm:prSet phldrT="[Text]" custT="1"/>
      <dgm:spPr/>
      <dgm:t>
        <a:bodyPr/>
        <a:lstStyle/>
        <a:p>
          <a:r>
            <a:rPr lang="en-GB" sz="1200" baseline="0" dirty="0"/>
            <a:t>E</a:t>
          </a:r>
          <a:r>
            <a:rPr lang="en-GB" sz="1200" baseline="-25000" dirty="0"/>
            <a:t>B</a:t>
          </a:r>
          <a:endParaRPr lang="en-US" sz="1200" baseline="-25000" dirty="0"/>
        </a:p>
      </dgm:t>
    </dgm:pt>
    <dgm:pt modelId="{C08B6568-AFF2-4B0C-AB2F-86A22B05FEB9}" type="parTrans" cxnId="{388262B1-0A7C-48CE-86FE-5AA76AE832ED}">
      <dgm:prSet/>
      <dgm:spPr/>
      <dgm:t>
        <a:bodyPr/>
        <a:lstStyle/>
        <a:p>
          <a:endParaRPr lang="en-US" sz="4400"/>
        </a:p>
      </dgm:t>
    </dgm:pt>
    <dgm:pt modelId="{FDBDC587-8DC8-4475-A8D0-B0F9BA9F57D2}" type="sibTrans" cxnId="{388262B1-0A7C-48CE-86FE-5AA76AE832ED}">
      <dgm:prSet/>
      <dgm:spPr/>
      <dgm:t>
        <a:bodyPr/>
        <a:lstStyle/>
        <a:p>
          <a:endParaRPr lang="en-US" sz="4400"/>
        </a:p>
      </dgm:t>
    </dgm:pt>
    <dgm:pt modelId="{214E27F3-1D26-4BDE-9C81-7FA6088954E6}">
      <dgm:prSet phldrT="[Text]" custT="1"/>
      <dgm:spPr/>
      <dgm:t>
        <a:bodyPr/>
        <a:lstStyle/>
        <a:p>
          <a:r>
            <a:rPr lang="en-GB" sz="1800" baseline="0" dirty="0"/>
            <a:t>E</a:t>
          </a:r>
          <a:r>
            <a:rPr lang="en-GB" sz="1800" baseline="-25000" dirty="0"/>
            <a:t>1</a:t>
          </a:r>
          <a:endParaRPr lang="en-US" sz="1800" baseline="-25000" dirty="0"/>
        </a:p>
      </dgm:t>
    </dgm:pt>
    <dgm:pt modelId="{6D9F00E8-EC75-4544-8AD4-ED8B3D14F889}" type="parTrans" cxnId="{55188ACE-35AD-410F-94E0-232672B8A16D}">
      <dgm:prSet/>
      <dgm:spPr/>
      <dgm:t>
        <a:bodyPr/>
        <a:lstStyle/>
        <a:p>
          <a:endParaRPr lang="en-US" sz="4400"/>
        </a:p>
      </dgm:t>
    </dgm:pt>
    <dgm:pt modelId="{DFBB25DB-A1E6-476D-BB46-7581001BF300}" type="sibTrans" cxnId="{55188ACE-35AD-410F-94E0-232672B8A16D}">
      <dgm:prSet/>
      <dgm:spPr/>
      <dgm:t>
        <a:bodyPr/>
        <a:lstStyle/>
        <a:p>
          <a:endParaRPr lang="en-US" sz="4400"/>
        </a:p>
      </dgm:t>
    </dgm:pt>
    <dgm:pt modelId="{65ACBFA4-F4D9-4830-9569-3549200973FA}">
      <dgm:prSet phldrT="[Text]" custT="1"/>
      <dgm:spPr/>
      <dgm:t>
        <a:bodyPr/>
        <a:lstStyle/>
        <a:p>
          <a:r>
            <a:rPr lang="en-GB" sz="1600" baseline="0" dirty="0"/>
            <a:t>E</a:t>
          </a:r>
          <a:r>
            <a:rPr lang="en-GB" sz="1600" baseline="-25000" dirty="0"/>
            <a:t>2</a:t>
          </a:r>
          <a:endParaRPr lang="en-US" sz="1600" baseline="-25000" dirty="0"/>
        </a:p>
      </dgm:t>
    </dgm:pt>
    <dgm:pt modelId="{D6CB4F08-0553-454D-9EBA-045401DE823A}" type="parTrans" cxnId="{323A402F-B6BB-4D79-9EE7-2C8EB2106271}">
      <dgm:prSet/>
      <dgm:spPr/>
      <dgm:t>
        <a:bodyPr/>
        <a:lstStyle/>
        <a:p>
          <a:endParaRPr lang="en-US" sz="4400"/>
        </a:p>
      </dgm:t>
    </dgm:pt>
    <dgm:pt modelId="{AB2F255A-AB41-4DC3-8CCE-8E5BAA87B8BF}" type="sibTrans" cxnId="{323A402F-B6BB-4D79-9EE7-2C8EB2106271}">
      <dgm:prSet/>
      <dgm:spPr/>
      <dgm:t>
        <a:bodyPr/>
        <a:lstStyle/>
        <a:p>
          <a:endParaRPr lang="en-US" sz="4400"/>
        </a:p>
      </dgm:t>
    </dgm:pt>
    <dgm:pt modelId="{B6AD204E-6DA5-4889-9369-D820F1C348DB}">
      <dgm:prSet phldrT="[Text]" custT="1"/>
      <dgm:spPr/>
      <dgm:t>
        <a:bodyPr/>
        <a:lstStyle/>
        <a:p>
          <a:r>
            <a:rPr lang="en-GB" sz="1800" baseline="0" dirty="0"/>
            <a:t>E</a:t>
          </a:r>
          <a:r>
            <a:rPr lang="en-GB" sz="1800" baseline="-25000" dirty="0"/>
            <a:t>3</a:t>
          </a:r>
          <a:endParaRPr lang="en-US" sz="1800" baseline="-25000" dirty="0"/>
        </a:p>
      </dgm:t>
    </dgm:pt>
    <dgm:pt modelId="{B1A47A28-DA3C-4C33-9DEA-B579F787A2F1}" type="parTrans" cxnId="{5F01FB26-3D6B-4458-8050-9F36F489886C}">
      <dgm:prSet/>
      <dgm:spPr/>
      <dgm:t>
        <a:bodyPr/>
        <a:lstStyle/>
        <a:p>
          <a:endParaRPr lang="en-US" sz="4400"/>
        </a:p>
      </dgm:t>
    </dgm:pt>
    <dgm:pt modelId="{85655C58-DA83-4670-B46A-EC201814D74D}" type="sibTrans" cxnId="{5F01FB26-3D6B-4458-8050-9F36F489886C}">
      <dgm:prSet/>
      <dgm:spPr/>
      <dgm:t>
        <a:bodyPr/>
        <a:lstStyle/>
        <a:p>
          <a:endParaRPr lang="en-US" sz="4400"/>
        </a:p>
      </dgm:t>
    </dgm:pt>
    <dgm:pt modelId="{80D3A726-0DCC-4712-8222-43BAD6F3B96E}">
      <dgm:prSet phldrT="[Text]" custT="1"/>
      <dgm:spPr/>
      <dgm:t>
        <a:bodyPr/>
        <a:lstStyle/>
        <a:p>
          <a:r>
            <a:rPr lang="en-GB" sz="1800" baseline="0" dirty="0"/>
            <a:t>E</a:t>
          </a:r>
          <a:r>
            <a:rPr lang="en-GB" sz="1800" baseline="-25000" dirty="0"/>
            <a:t>4</a:t>
          </a:r>
          <a:endParaRPr lang="en-US" sz="1800" baseline="-25000" dirty="0"/>
        </a:p>
      </dgm:t>
    </dgm:pt>
    <dgm:pt modelId="{179AAB43-F8BC-415E-AFEC-F9F440933728}" type="parTrans" cxnId="{98507D98-EF41-4A23-B46B-B237EA0B6A5A}">
      <dgm:prSet/>
      <dgm:spPr/>
      <dgm:t>
        <a:bodyPr/>
        <a:lstStyle/>
        <a:p>
          <a:endParaRPr lang="en-US" sz="4400"/>
        </a:p>
      </dgm:t>
    </dgm:pt>
    <dgm:pt modelId="{7AB4CD02-E133-4EAF-8377-180B9B08330F}" type="sibTrans" cxnId="{98507D98-EF41-4A23-B46B-B237EA0B6A5A}">
      <dgm:prSet/>
      <dgm:spPr/>
      <dgm:t>
        <a:bodyPr/>
        <a:lstStyle/>
        <a:p>
          <a:endParaRPr lang="en-US" sz="4400"/>
        </a:p>
      </dgm:t>
    </dgm:pt>
    <dgm:pt modelId="{AF7A5F45-028E-40F1-9D0D-0964FCAD2425}">
      <dgm:prSet phldrT="[Text]" custT="1"/>
      <dgm:spPr/>
      <dgm:t>
        <a:bodyPr/>
        <a:lstStyle/>
        <a:p>
          <a:r>
            <a:rPr lang="en-GB" sz="1800" baseline="0" dirty="0"/>
            <a:t>E</a:t>
          </a:r>
          <a:r>
            <a:rPr lang="en-GB" sz="1800" baseline="-25000" dirty="0"/>
            <a:t>5</a:t>
          </a:r>
          <a:endParaRPr lang="en-US" sz="1800" baseline="-25000" dirty="0"/>
        </a:p>
      </dgm:t>
    </dgm:pt>
    <dgm:pt modelId="{94156487-E7EA-48C6-9EC6-4E794C1019DF}" type="parTrans" cxnId="{24B41BC1-3D48-45A5-AB82-DBCDD9A85C8C}">
      <dgm:prSet/>
      <dgm:spPr/>
      <dgm:t>
        <a:bodyPr/>
        <a:lstStyle/>
        <a:p>
          <a:endParaRPr lang="en-US" sz="4400"/>
        </a:p>
      </dgm:t>
    </dgm:pt>
    <dgm:pt modelId="{4BE76B3A-6659-462F-87C3-B24EE766900B}" type="sibTrans" cxnId="{24B41BC1-3D48-45A5-AB82-DBCDD9A85C8C}">
      <dgm:prSet/>
      <dgm:spPr/>
      <dgm:t>
        <a:bodyPr/>
        <a:lstStyle/>
        <a:p>
          <a:endParaRPr lang="en-US" sz="4400"/>
        </a:p>
      </dgm:t>
    </dgm:pt>
    <dgm:pt modelId="{923A587D-7600-4084-8899-65882F9D3879}">
      <dgm:prSet phldrT="[Text]" custT="1"/>
      <dgm:spPr/>
      <dgm:t>
        <a:bodyPr/>
        <a:lstStyle/>
        <a:p>
          <a:r>
            <a:rPr lang="en-GB" sz="1800" baseline="0" dirty="0"/>
            <a:t>E</a:t>
          </a:r>
          <a:r>
            <a:rPr lang="en-GB" sz="1800" baseline="-25000" dirty="0"/>
            <a:t>6</a:t>
          </a:r>
          <a:endParaRPr lang="en-US" sz="1800" baseline="-25000" dirty="0"/>
        </a:p>
      </dgm:t>
    </dgm:pt>
    <dgm:pt modelId="{BBA6969A-7E79-454B-BCB4-907DEAB73F51}" type="parTrans" cxnId="{06C1B3CE-085F-45C0-AB31-7872E0455DDC}">
      <dgm:prSet/>
      <dgm:spPr/>
      <dgm:t>
        <a:bodyPr/>
        <a:lstStyle/>
        <a:p>
          <a:endParaRPr lang="en-US" sz="4400"/>
        </a:p>
      </dgm:t>
    </dgm:pt>
    <dgm:pt modelId="{C45CC880-BA0E-43AF-AB70-9560B57EE279}" type="sibTrans" cxnId="{06C1B3CE-085F-45C0-AB31-7872E0455DDC}">
      <dgm:prSet/>
      <dgm:spPr/>
      <dgm:t>
        <a:bodyPr/>
        <a:lstStyle/>
        <a:p>
          <a:endParaRPr lang="en-US" sz="4400"/>
        </a:p>
      </dgm:t>
    </dgm:pt>
    <dgm:pt modelId="{317C8C2C-CA34-4AAE-BA73-DEA3C891E5C2}">
      <dgm:prSet phldrT="[Text]" custT="1"/>
      <dgm:spPr/>
      <dgm:t>
        <a:bodyPr/>
        <a:lstStyle/>
        <a:p>
          <a:r>
            <a:rPr lang="en-GB" sz="1800" baseline="0" dirty="0"/>
            <a:t>E</a:t>
          </a:r>
          <a:r>
            <a:rPr lang="en-GB" sz="1800" baseline="-25000" dirty="0"/>
            <a:t>7</a:t>
          </a:r>
          <a:endParaRPr lang="en-US" sz="1800" baseline="-25000" dirty="0"/>
        </a:p>
      </dgm:t>
    </dgm:pt>
    <dgm:pt modelId="{58CC6C12-5861-469E-9904-C4A961B7C232}" type="parTrans" cxnId="{7A805D99-8C3E-448A-A924-17060F3C4D8C}">
      <dgm:prSet/>
      <dgm:spPr/>
      <dgm:t>
        <a:bodyPr/>
        <a:lstStyle/>
        <a:p>
          <a:endParaRPr lang="en-US" sz="4400"/>
        </a:p>
      </dgm:t>
    </dgm:pt>
    <dgm:pt modelId="{61A2B2D6-93ED-4788-8E3C-ABC152A18ED0}" type="sibTrans" cxnId="{7A805D99-8C3E-448A-A924-17060F3C4D8C}">
      <dgm:prSet/>
      <dgm:spPr/>
      <dgm:t>
        <a:bodyPr/>
        <a:lstStyle/>
        <a:p>
          <a:endParaRPr lang="en-US" sz="4400"/>
        </a:p>
      </dgm:t>
    </dgm:pt>
    <dgm:pt modelId="{99A52D44-FB38-4864-9DF5-B755888E1113}">
      <dgm:prSet phldrT="[Text]" custT="1"/>
      <dgm:spPr/>
      <dgm:t>
        <a:bodyPr/>
        <a:lstStyle/>
        <a:p>
          <a:r>
            <a:rPr lang="en-GB" sz="1800" baseline="0" dirty="0"/>
            <a:t>E</a:t>
          </a:r>
          <a:r>
            <a:rPr lang="en-GB" sz="1800" baseline="-25000" dirty="0"/>
            <a:t>8</a:t>
          </a:r>
          <a:endParaRPr lang="en-US" sz="1800" baseline="-25000" dirty="0"/>
        </a:p>
      </dgm:t>
    </dgm:pt>
    <dgm:pt modelId="{91A614D4-72EC-4628-AB8F-6456B37C89F7}" type="parTrans" cxnId="{A6EFC580-A77A-4C4F-BDC7-212779C2FE2A}">
      <dgm:prSet/>
      <dgm:spPr/>
      <dgm:t>
        <a:bodyPr/>
        <a:lstStyle/>
        <a:p>
          <a:endParaRPr lang="en-US" sz="4400"/>
        </a:p>
      </dgm:t>
    </dgm:pt>
    <dgm:pt modelId="{690D305C-2A15-4F9C-809D-26DD236721E1}" type="sibTrans" cxnId="{A6EFC580-A77A-4C4F-BDC7-212779C2FE2A}">
      <dgm:prSet/>
      <dgm:spPr/>
      <dgm:t>
        <a:bodyPr/>
        <a:lstStyle/>
        <a:p>
          <a:endParaRPr lang="en-US" sz="4400"/>
        </a:p>
      </dgm:t>
    </dgm:pt>
    <dgm:pt modelId="{914BA13B-66E2-4D09-8EB5-7AD79828A657}">
      <dgm:prSet phldrT="[Text]" custT="1"/>
      <dgm:spPr/>
      <dgm:t>
        <a:bodyPr/>
        <a:lstStyle/>
        <a:p>
          <a:r>
            <a:rPr lang="en-GB" sz="1800" baseline="0" dirty="0"/>
            <a:t>E</a:t>
          </a:r>
          <a:r>
            <a:rPr lang="en-GB" sz="1800" baseline="-25000" dirty="0"/>
            <a:t>9</a:t>
          </a:r>
          <a:endParaRPr lang="en-US" sz="1800" baseline="-25000" dirty="0"/>
        </a:p>
      </dgm:t>
    </dgm:pt>
    <dgm:pt modelId="{F3776D30-1BCF-4B15-8AA9-3CF486C8625E}" type="parTrans" cxnId="{14308160-4007-4547-B0FC-0C0B542063A9}">
      <dgm:prSet/>
      <dgm:spPr/>
      <dgm:t>
        <a:bodyPr/>
        <a:lstStyle/>
        <a:p>
          <a:endParaRPr lang="en-US" sz="4400"/>
        </a:p>
      </dgm:t>
    </dgm:pt>
    <dgm:pt modelId="{ABF4CF4D-1B78-4008-8021-402B7E196FA1}" type="sibTrans" cxnId="{14308160-4007-4547-B0FC-0C0B542063A9}">
      <dgm:prSet/>
      <dgm:spPr/>
      <dgm:t>
        <a:bodyPr/>
        <a:lstStyle/>
        <a:p>
          <a:endParaRPr lang="en-US" sz="4400"/>
        </a:p>
      </dgm:t>
    </dgm:pt>
    <dgm:pt modelId="{E46D0CD5-3732-4654-AEBF-6A87F640DA12}">
      <dgm:prSet phldrT="[Text]" custT="1"/>
      <dgm:spPr>
        <a:solidFill>
          <a:schemeClr val="accent2"/>
        </a:solidFill>
      </dgm:spPr>
      <dgm:t>
        <a:bodyPr/>
        <a:lstStyle/>
        <a:p>
          <a:r>
            <a:rPr lang="en-GB" sz="2000" dirty="0">
              <a:solidFill>
                <a:schemeClr val="tx1"/>
              </a:solidFill>
            </a:rPr>
            <a:t>INPUT</a:t>
          </a:r>
          <a:endParaRPr lang="en-US" sz="2000" dirty="0">
            <a:solidFill>
              <a:schemeClr val="tx1"/>
            </a:solidFill>
          </a:endParaRPr>
        </a:p>
      </dgm:t>
    </dgm:pt>
    <dgm:pt modelId="{18668F8B-2D49-4C7F-9020-3C0B0B3CF79E}" type="parTrans" cxnId="{A500BD7F-4BD6-4D2D-A435-F56C8D22A1C7}">
      <dgm:prSet/>
      <dgm:spPr/>
      <dgm:t>
        <a:bodyPr/>
        <a:lstStyle/>
        <a:p>
          <a:endParaRPr lang="en-US" sz="4400"/>
        </a:p>
      </dgm:t>
    </dgm:pt>
    <dgm:pt modelId="{F2EEC3A3-1AD5-4BAE-9045-4C73633B22B6}" type="sibTrans" cxnId="{A500BD7F-4BD6-4D2D-A435-F56C8D22A1C7}">
      <dgm:prSet/>
      <dgm:spPr/>
      <dgm:t>
        <a:bodyPr/>
        <a:lstStyle/>
        <a:p>
          <a:endParaRPr lang="en-US" sz="4400"/>
        </a:p>
      </dgm:t>
    </dgm:pt>
    <dgm:pt modelId="{30619691-0B23-4475-942E-BF7BFE1027CD}">
      <dgm:prSet phldrT="[Text]" custT="1"/>
      <dgm:spPr>
        <a:solidFill>
          <a:schemeClr val="accent2">
            <a:alpha val="90000"/>
          </a:schemeClr>
        </a:solidFill>
      </dgm:spPr>
      <dgm:t>
        <a:bodyPr/>
        <a:lstStyle/>
        <a:p>
          <a:r>
            <a:rPr lang="en-GB" sz="1200" dirty="0">
              <a:solidFill>
                <a:schemeClr val="tx1"/>
              </a:solidFill>
            </a:rPr>
            <a:t>Token Embedding</a:t>
          </a:r>
          <a:endParaRPr lang="en-US" sz="1200" dirty="0">
            <a:solidFill>
              <a:schemeClr val="tx1"/>
            </a:solidFill>
          </a:endParaRPr>
        </a:p>
      </dgm:t>
    </dgm:pt>
    <dgm:pt modelId="{A913BFBC-FF8E-491B-B286-AB0A27B9827D}" type="parTrans" cxnId="{066114FC-8B49-4672-AF5A-AE4F4BBB65FA}">
      <dgm:prSet/>
      <dgm:spPr/>
      <dgm:t>
        <a:bodyPr/>
        <a:lstStyle/>
        <a:p>
          <a:endParaRPr lang="en-US" sz="4400"/>
        </a:p>
      </dgm:t>
    </dgm:pt>
    <dgm:pt modelId="{A7ED11F0-160F-4276-80B5-0B3197369FC4}" type="sibTrans" cxnId="{066114FC-8B49-4672-AF5A-AE4F4BBB65FA}">
      <dgm:prSet/>
      <dgm:spPr/>
      <dgm:t>
        <a:bodyPr/>
        <a:lstStyle/>
        <a:p>
          <a:endParaRPr lang="en-US" sz="4400"/>
        </a:p>
      </dgm:t>
    </dgm:pt>
    <dgm:pt modelId="{2B21E074-7A86-424F-B390-018726699948}">
      <dgm:prSet phldrT="[Text]" custT="1"/>
      <dgm:spPr>
        <a:solidFill>
          <a:schemeClr val="accent2">
            <a:alpha val="90000"/>
          </a:schemeClr>
        </a:solidFill>
      </dgm:spPr>
      <dgm:t>
        <a:bodyPr/>
        <a:lstStyle/>
        <a:p>
          <a:r>
            <a:rPr lang="en-GB" sz="1200" dirty="0"/>
            <a:t>Segment Embedding</a:t>
          </a:r>
          <a:endParaRPr lang="en-US" sz="1200" dirty="0"/>
        </a:p>
      </dgm:t>
    </dgm:pt>
    <dgm:pt modelId="{1D92F49B-D8F3-425A-B614-B78568BAB43F}" type="parTrans" cxnId="{C2470112-A5C0-42DA-A1B6-9488FE1F690A}">
      <dgm:prSet/>
      <dgm:spPr/>
      <dgm:t>
        <a:bodyPr/>
        <a:lstStyle/>
        <a:p>
          <a:endParaRPr lang="en-US" sz="4400"/>
        </a:p>
      </dgm:t>
    </dgm:pt>
    <dgm:pt modelId="{73DBFB0F-D29B-4599-8095-D40AF0C11E36}" type="sibTrans" cxnId="{C2470112-A5C0-42DA-A1B6-9488FE1F690A}">
      <dgm:prSet/>
      <dgm:spPr/>
      <dgm:t>
        <a:bodyPr/>
        <a:lstStyle/>
        <a:p>
          <a:endParaRPr lang="en-US" sz="4400"/>
        </a:p>
      </dgm:t>
    </dgm:pt>
    <dgm:pt modelId="{ADA10722-E0B3-4E0D-B5B4-F5EBD7F0A5F6}">
      <dgm:prSet phldrT="[Text]" custT="1"/>
      <dgm:spPr>
        <a:solidFill>
          <a:schemeClr val="accent2">
            <a:alpha val="90000"/>
          </a:schemeClr>
        </a:solidFill>
      </dgm:spPr>
      <dgm:t>
        <a:bodyPr/>
        <a:lstStyle/>
        <a:p>
          <a:r>
            <a:rPr lang="en-GB" sz="1200" dirty="0"/>
            <a:t>Position Embedding</a:t>
          </a:r>
          <a:endParaRPr lang="en-US" sz="1200" dirty="0"/>
        </a:p>
      </dgm:t>
    </dgm:pt>
    <dgm:pt modelId="{0A1F4666-7A5F-4361-A08F-FDB7CDD0D467}" type="parTrans" cxnId="{9E3B809A-086D-405F-B07E-BFEBCDCF82CC}">
      <dgm:prSet/>
      <dgm:spPr/>
      <dgm:t>
        <a:bodyPr/>
        <a:lstStyle/>
        <a:p>
          <a:endParaRPr lang="en-US" sz="4400"/>
        </a:p>
      </dgm:t>
    </dgm:pt>
    <dgm:pt modelId="{6CFE3848-272A-4085-966F-8E7329265C7E}" type="sibTrans" cxnId="{9E3B809A-086D-405F-B07E-BFEBCDCF82CC}">
      <dgm:prSet/>
      <dgm:spPr/>
      <dgm:t>
        <a:bodyPr/>
        <a:lstStyle/>
        <a:p>
          <a:endParaRPr lang="en-US" sz="4400"/>
        </a:p>
      </dgm:t>
    </dgm:pt>
    <dgm:pt modelId="{AF67EFDB-D1B0-44EB-AA4B-5E28C6F8FEEF}" type="pres">
      <dgm:prSet presAssocID="{811ADA60-C33D-4CF4-9CF6-C32C6485E7F0}" presName="Name0" presStyleCnt="0">
        <dgm:presLayoutVars>
          <dgm:dir/>
          <dgm:animLvl val="lvl"/>
          <dgm:resizeHandles val="exact"/>
        </dgm:presLayoutVars>
      </dgm:prSet>
      <dgm:spPr/>
    </dgm:pt>
    <dgm:pt modelId="{A35A8367-0A39-426D-AEA7-28BE782CAAF3}" type="pres">
      <dgm:prSet presAssocID="{E46D0CD5-3732-4654-AEBF-6A87F640DA12}" presName="vertFlow" presStyleCnt="0"/>
      <dgm:spPr/>
    </dgm:pt>
    <dgm:pt modelId="{5201CA16-D901-4C62-8D71-84B818EDD58C}" type="pres">
      <dgm:prSet presAssocID="{E46D0CD5-3732-4654-AEBF-6A87F640DA12}" presName="header" presStyleLbl="node1" presStyleIdx="0" presStyleCnt="10"/>
      <dgm:spPr/>
    </dgm:pt>
    <dgm:pt modelId="{E4DA1321-CA22-4C62-A4E9-052B8E9B6C12}" type="pres">
      <dgm:prSet presAssocID="{A913BFBC-FF8E-491B-B286-AB0A27B9827D}" presName="parTrans" presStyleLbl="sibTrans2D1" presStyleIdx="0" presStyleCnt="30"/>
      <dgm:spPr/>
    </dgm:pt>
    <dgm:pt modelId="{76530A6B-EC16-438F-918A-27F841C90456}" type="pres">
      <dgm:prSet presAssocID="{30619691-0B23-4475-942E-BF7BFE1027CD}" presName="child" presStyleLbl="alignAccFollowNode1" presStyleIdx="0" presStyleCnt="30">
        <dgm:presLayoutVars>
          <dgm:chMax val="0"/>
          <dgm:bulletEnabled val="1"/>
        </dgm:presLayoutVars>
      </dgm:prSet>
      <dgm:spPr/>
    </dgm:pt>
    <dgm:pt modelId="{F63349F2-73BE-47DF-A938-526CD3178045}" type="pres">
      <dgm:prSet presAssocID="{A7ED11F0-160F-4276-80B5-0B3197369FC4}" presName="sibTrans" presStyleLbl="sibTrans2D1" presStyleIdx="1" presStyleCnt="30"/>
      <dgm:spPr/>
    </dgm:pt>
    <dgm:pt modelId="{5319F337-E53A-4A71-8829-4985BACD58EA}" type="pres">
      <dgm:prSet presAssocID="{2B21E074-7A86-424F-B390-018726699948}" presName="child" presStyleLbl="alignAccFollowNode1" presStyleIdx="1" presStyleCnt="30">
        <dgm:presLayoutVars>
          <dgm:chMax val="0"/>
          <dgm:bulletEnabled val="1"/>
        </dgm:presLayoutVars>
      </dgm:prSet>
      <dgm:spPr/>
    </dgm:pt>
    <dgm:pt modelId="{CA49AFE5-CF76-42A5-8D80-21BEEE88CCE2}" type="pres">
      <dgm:prSet presAssocID="{73DBFB0F-D29B-4599-8095-D40AF0C11E36}" presName="sibTrans" presStyleLbl="sibTrans2D1" presStyleIdx="2" presStyleCnt="30"/>
      <dgm:spPr/>
    </dgm:pt>
    <dgm:pt modelId="{A3F43D9B-CD59-457D-ACA4-2D220507C193}" type="pres">
      <dgm:prSet presAssocID="{ADA10722-E0B3-4E0D-B5B4-F5EBD7F0A5F6}" presName="child" presStyleLbl="alignAccFollowNode1" presStyleIdx="2" presStyleCnt="30">
        <dgm:presLayoutVars>
          <dgm:chMax val="0"/>
          <dgm:bulletEnabled val="1"/>
        </dgm:presLayoutVars>
      </dgm:prSet>
      <dgm:spPr/>
    </dgm:pt>
    <dgm:pt modelId="{B320237C-FB01-49CA-A284-2EE7ADA8D537}" type="pres">
      <dgm:prSet presAssocID="{E46D0CD5-3732-4654-AEBF-6A87F640DA12}" presName="hSp" presStyleCnt="0"/>
      <dgm:spPr/>
    </dgm:pt>
    <dgm:pt modelId="{A21B84AC-83EF-4105-8BCC-4449A6AD16A5}" type="pres">
      <dgm:prSet presAssocID="{48B3F51A-2A63-48A2-80D6-74011361D996}" presName="vertFlow" presStyleCnt="0"/>
      <dgm:spPr/>
    </dgm:pt>
    <dgm:pt modelId="{97885529-F2E5-4615-9BAB-3B840CD26E1C}" type="pres">
      <dgm:prSet presAssocID="{48B3F51A-2A63-48A2-80D6-74011361D996}" presName="header" presStyleLbl="node1" presStyleIdx="1" presStyleCnt="10"/>
      <dgm:spPr/>
    </dgm:pt>
    <dgm:pt modelId="{36F37AD4-11CD-472C-9ACC-43EE2772D8E2}" type="pres">
      <dgm:prSet presAssocID="{E83776A8-A3C3-432C-A255-38419175262E}" presName="parTrans" presStyleLbl="sibTrans2D1" presStyleIdx="3" presStyleCnt="30"/>
      <dgm:spPr/>
    </dgm:pt>
    <dgm:pt modelId="{C247987B-CA4D-430A-8D7D-15580F0F9AEE}" type="pres">
      <dgm:prSet presAssocID="{78B33A29-2044-4E8D-8F8C-395ECC41234C}" presName="child" presStyleLbl="alignAccFollowNode1" presStyleIdx="3" presStyleCnt="30">
        <dgm:presLayoutVars>
          <dgm:chMax val="0"/>
          <dgm:bulletEnabled val="1"/>
        </dgm:presLayoutVars>
      </dgm:prSet>
      <dgm:spPr/>
    </dgm:pt>
    <dgm:pt modelId="{6FC85E44-F262-42F7-BEA1-CBD0E3759FA3}" type="pres">
      <dgm:prSet presAssocID="{E24561B7-BBF9-41BB-99B4-44C55C352A02}" presName="sibTrans" presStyleLbl="sibTrans2D1" presStyleIdx="4" presStyleCnt="30"/>
      <dgm:spPr/>
    </dgm:pt>
    <dgm:pt modelId="{06B3C83E-31B4-416C-B720-9DF921F71699}" type="pres">
      <dgm:prSet presAssocID="{974C232C-98F1-4CCE-A7DB-8398977EB557}" presName="child" presStyleLbl="alignAccFollowNode1" presStyleIdx="4" presStyleCnt="30">
        <dgm:presLayoutVars>
          <dgm:chMax val="0"/>
          <dgm:bulletEnabled val="1"/>
        </dgm:presLayoutVars>
      </dgm:prSet>
      <dgm:spPr/>
    </dgm:pt>
    <dgm:pt modelId="{7221822F-5B04-4BDE-9319-0C88B8BE0127}" type="pres">
      <dgm:prSet presAssocID="{7A628AA7-3525-4AFD-95F8-13D9D7E2655E}" presName="sibTrans" presStyleLbl="sibTrans2D1" presStyleIdx="5" presStyleCnt="30"/>
      <dgm:spPr/>
    </dgm:pt>
    <dgm:pt modelId="{B66A4D8E-110C-4FE1-A3A3-0ABFBAECD06E}" type="pres">
      <dgm:prSet presAssocID="{214E27F3-1D26-4BDE-9C81-7FA6088954E6}" presName="child" presStyleLbl="alignAccFollowNode1" presStyleIdx="5" presStyleCnt="30">
        <dgm:presLayoutVars>
          <dgm:chMax val="0"/>
          <dgm:bulletEnabled val="1"/>
        </dgm:presLayoutVars>
      </dgm:prSet>
      <dgm:spPr/>
    </dgm:pt>
    <dgm:pt modelId="{E33600C3-FF1C-4E8B-B9E4-9FAFA47988FB}" type="pres">
      <dgm:prSet presAssocID="{48B3F51A-2A63-48A2-80D6-74011361D996}" presName="hSp" presStyleCnt="0"/>
      <dgm:spPr/>
    </dgm:pt>
    <dgm:pt modelId="{B9C9CC66-4732-4488-B58F-F6745758AD20}" type="pres">
      <dgm:prSet presAssocID="{932A399C-670C-46A1-A838-DDF28B1DBBDB}" presName="vertFlow" presStyleCnt="0"/>
      <dgm:spPr/>
    </dgm:pt>
    <dgm:pt modelId="{7BA8C5E8-A150-49B7-BC80-5482B5A1B396}" type="pres">
      <dgm:prSet presAssocID="{932A399C-670C-46A1-A838-DDF28B1DBBDB}" presName="header" presStyleLbl="node1" presStyleIdx="2" presStyleCnt="10"/>
      <dgm:spPr/>
    </dgm:pt>
    <dgm:pt modelId="{565D07AB-21E5-4019-8F5D-384B319A7A27}" type="pres">
      <dgm:prSet presAssocID="{CB2F9DB0-FB80-4D1C-A171-8916FBBE11A3}" presName="parTrans" presStyleLbl="sibTrans2D1" presStyleIdx="6" presStyleCnt="30"/>
      <dgm:spPr/>
    </dgm:pt>
    <dgm:pt modelId="{E98582AF-59B5-409B-AD06-308E7D682D26}" type="pres">
      <dgm:prSet presAssocID="{89F9A759-BD6D-4952-BFCB-767918A3E80D}" presName="child" presStyleLbl="alignAccFollowNode1" presStyleIdx="6" presStyleCnt="30">
        <dgm:presLayoutVars>
          <dgm:chMax val="0"/>
          <dgm:bulletEnabled val="1"/>
        </dgm:presLayoutVars>
      </dgm:prSet>
      <dgm:spPr/>
    </dgm:pt>
    <dgm:pt modelId="{38B785F8-E1F3-4CD4-A5D1-F2C95168E109}" type="pres">
      <dgm:prSet presAssocID="{2017B720-6AA3-438F-B047-F1618A3E97FF}" presName="sibTrans" presStyleLbl="sibTrans2D1" presStyleIdx="7" presStyleCnt="30"/>
      <dgm:spPr/>
    </dgm:pt>
    <dgm:pt modelId="{A3143946-E43E-43A2-AD6C-1A81E6D5ECDE}" type="pres">
      <dgm:prSet presAssocID="{09FE8144-A769-418D-91F7-3628B9C2AF1C}" presName="child" presStyleLbl="alignAccFollowNode1" presStyleIdx="7" presStyleCnt="30">
        <dgm:presLayoutVars>
          <dgm:chMax val="0"/>
          <dgm:bulletEnabled val="1"/>
        </dgm:presLayoutVars>
      </dgm:prSet>
      <dgm:spPr/>
    </dgm:pt>
    <dgm:pt modelId="{68771504-E283-4E3D-9DB4-53062D6D6427}" type="pres">
      <dgm:prSet presAssocID="{6FCD3FC0-CEC6-43B3-90E1-18715C058F0A}" presName="sibTrans" presStyleLbl="sibTrans2D1" presStyleIdx="8" presStyleCnt="30"/>
      <dgm:spPr/>
    </dgm:pt>
    <dgm:pt modelId="{31E2310E-9F4F-4BB1-A5CB-995100F5B734}" type="pres">
      <dgm:prSet presAssocID="{65ACBFA4-F4D9-4830-9569-3549200973FA}" presName="child" presStyleLbl="alignAccFollowNode1" presStyleIdx="8" presStyleCnt="30">
        <dgm:presLayoutVars>
          <dgm:chMax val="0"/>
          <dgm:bulletEnabled val="1"/>
        </dgm:presLayoutVars>
      </dgm:prSet>
      <dgm:spPr/>
    </dgm:pt>
    <dgm:pt modelId="{550A993B-5DF7-406A-A9A5-269D8F883834}" type="pres">
      <dgm:prSet presAssocID="{932A399C-670C-46A1-A838-DDF28B1DBBDB}" presName="hSp" presStyleCnt="0"/>
      <dgm:spPr/>
    </dgm:pt>
    <dgm:pt modelId="{88AD26DB-CEF9-426B-B88E-FEE4070AAF42}" type="pres">
      <dgm:prSet presAssocID="{D91F71F5-25C8-4E3F-83BA-D609ADD757AC}" presName="vertFlow" presStyleCnt="0"/>
      <dgm:spPr/>
    </dgm:pt>
    <dgm:pt modelId="{6DD8E08E-596F-4C0F-B04A-84174FDD0493}" type="pres">
      <dgm:prSet presAssocID="{D91F71F5-25C8-4E3F-83BA-D609ADD757AC}" presName="header" presStyleLbl="node1" presStyleIdx="3" presStyleCnt="10"/>
      <dgm:spPr/>
    </dgm:pt>
    <dgm:pt modelId="{45D29C7F-D8CD-4F48-B082-7A61A7F2E572}" type="pres">
      <dgm:prSet presAssocID="{F6B0B8F7-3EFA-4893-9C2F-6BF3611F9C91}" presName="parTrans" presStyleLbl="sibTrans2D1" presStyleIdx="9" presStyleCnt="30"/>
      <dgm:spPr/>
    </dgm:pt>
    <dgm:pt modelId="{F2A7F541-8D03-4E48-9F7D-C5D45D6ED474}" type="pres">
      <dgm:prSet presAssocID="{9481177C-D67F-4C07-A890-98A950C2C665}" presName="child" presStyleLbl="alignAccFollowNode1" presStyleIdx="9" presStyleCnt="30">
        <dgm:presLayoutVars>
          <dgm:chMax val="0"/>
          <dgm:bulletEnabled val="1"/>
        </dgm:presLayoutVars>
      </dgm:prSet>
      <dgm:spPr/>
    </dgm:pt>
    <dgm:pt modelId="{22E390B5-9F75-40BF-8BFB-D6928BACFFFA}" type="pres">
      <dgm:prSet presAssocID="{ED560E73-934D-4847-B33C-88350A578BD2}" presName="sibTrans" presStyleLbl="sibTrans2D1" presStyleIdx="10" presStyleCnt="30"/>
      <dgm:spPr/>
    </dgm:pt>
    <dgm:pt modelId="{3ADB2349-BDFC-40A8-B9C4-1A975987B93D}" type="pres">
      <dgm:prSet presAssocID="{12A8E46E-DAB0-4369-B32E-3292883778E1}" presName="child" presStyleLbl="alignAccFollowNode1" presStyleIdx="10" presStyleCnt="30">
        <dgm:presLayoutVars>
          <dgm:chMax val="0"/>
          <dgm:bulletEnabled val="1"/>
        </dgm:presLayoutVars>
      </dgm:prSet>
      <dgm:spPr/>
    </dgm:pt>
    <dgm:pt modelId="{DD9D5D87-C99E-4B04-81B4-87AD7C1FDDC9}" type="pres">
      <dgm:prSet presAssocID="{B9172917-6F40-44BA-B767-8156D4EF1608}" presName="sibTrans" presStyleLbl="sibTrans2D1" presStyleIdx="11" presStyleCnt="30"/>
      <dgm:spPr/>
    </dgm:pt>
    <dgm:pt modelId="{990E9F14-BD1D-43DB-9C38-972406769CE2}" type="pres">
      <dgm:prSet presAssocID="{B6AD204E-6DA5-4889-9369-D820F1C348DB}" presName="child" presStyleLbl="alignAccFollowNode1" presStyleIdx="11" presStyleCnt="30">
        <dgm:presLayoutVars>
          <dgm:chMax val="0"/>
          <dgm:bulletEnabled val="1"/>
        </dgm:presLayoutVars>
      </dgm:prSet>
      <dgm:spPr/>
    </dgm:pt>
    <dgm:pt modelId="{0667365E-DC9A-49EE-9ABC-E4CD2BDDCA61}" type="pres">
      <dgm:prSet presAssocID="{D91F71F5-25C8-4E3F-83BA-D609ADD757AC}" presName="hSp" presStyleCnt="0"/>
      <dgm:spPr/>
    </dgm:pt>
    <dgm:pt modelId="{EC446162-C4C8-42A1-BB5B-B40ED195A99D}" type="pres">
      <dgm:prSet presAssocID="{9D10625E-DC12-49E1-8FDE-DCEA50C4DDB0}" presName="vertFlow" presStyleCnt="0"/>
      <dgm:spPr/>
    </dgm:pt>
    <dgm:pt modelId="{904CB5F1-A4AF-4916-9EEE-5D47615AC85D}" type="pres">
      <dgm:prSet presAssocID="{9D10625E-DC12-49E1-8FDE-DCEA50C4DDB0}" presName="header" presStyleLbl="node1" presStyleIdx="4" presStyleCnt="10"/>
      <dgm:spPr/>
    </dgm:pt>
    <dgm:pt modelId="{996793E7-DD2F-436D-A4CB-DFC2B7A34877}" type="pres">
      <dgm:prSet presAssocID="{117CCFD6-455B-439D-8EF2-BF436C65B20B}" presName="parTrans" presStyleLbl="sibTrans2D1" presStyleIdx="12" presStyleCnt="30"/>
      <dgm:spPr/>
    </dgm:pt>
    <dgm:pt modelId="{E8954F44-E750-4042-AE84-2F17C30FA0E7}" type="pres">
      <dgm:prSet presAssocID="{257866FF-F357-49E3-B70D-4BD881368410}" presName="child" presStyleLbl="alignAccFollowNode1" presStyleIdx="12" presStyleCnt="30">
        <dgm:presLayoutVars>
          <dgm:chMax val="0"/>
          <dgm:bulletEnabled val="1"/>
        </dgm:presLayoutVars>
      </dgm:prSet>
      <dgm:spPr/>
    </dgm:pt>
    <dgm:pt modelId="{4E98784E-7B21-4EEC-B82D-0AE7E071AD60}" type="pres">
      <dgm:prSet presAssocID="{975F7F8C-5F54-4725-AE4B-32EB29398BCE}" presName="sibTrans" presStyleLbl="sibTrans2D1" presStyleIdx="13" presStyleCnt="30"/>
      <dgm:spPr/>
    </dgm:pt>
    <dgm:pt modelId="{008403F5-3CCF-4714-92E3-3F257D4E3619}" type="pres">
      <dgm:prSet presAssocID="{D638D907-7CD6-4A1E-AC96-65870F6CE6D7}" presName="child" presStyleLbl="alignAccFollowNode1" presStyleIdx="13" presStyleCnt="30">
        <dgm:presLayoutVars>
          <dgm:chMax val="0"/>
          <dgm:bulletEnabled val="1"/>
        </dgm:presLayoutVars>
      </dgm:prSet>
      <dgm:spPr/>
    </dgm:pt>
    <dgm:pt modelId="{F76694B4-4888-4BF3-BEFD-B272CE23CF63}" type="pres">
      <dgm:prSet presAssocID="{23394E20-E10F-4D0E-9813-3A7C5DAF19E7}" presName="sibTrans" presStyleLbl="sibTrans2D1" presStyleIdx="14" presStyleCnt="30"/>
      <dgm:spPr/>
    </dgm:pt>
    <dgm:pt modelId="{2AAA047B-346D-4C0C-9C1C-0C831AB26702}" type="pres">
      <dgm:prSet presAssocID="{80D3A726-0DCC-4712-8222-43BAD6F3B96E}" presName="child" presStyleLbl="alignAccFollowNode1" presStyleIdx="14" presStyleCnt="30">
        <dgm:presLayoutVars>
          <dgm:chMax val="0"/>
          <dgm:bulletEnabled val="1"/>
        </dgm:presLayoutVars>
      </dgm:prSet>
      <dgm:spPr/>
    </dgm:pt>
    <dgm:pt modelId="{1F6BC0B7-43DC-4835-81DA-5997139C4CAA}" type="pres">
      <dgm:prSet presAssocID="{9D10625E-DC12-49E1-8FDE-DCEA50C4DDB0}" presName="hSp" presStyleCnt="0"/>
      <dgm:spPr/>
    </dgm:pt>
    <dgm:pt modelId="{C896A3F7-85B7-477D-A52A-0B7A5DB5D680}" type="pres">
      <dgm:prSet presAssocID="{8EEBC39E-C25B-4C62-BB92-567FC54BE38A}" presName="vertFlow" presStyleCnt="0"/>
      <dgm:spPr/>
    </dgm:pt>
    <dgm:pt modelId="{81F5ECE6-25A1-4E1B-A3E4-A48E516A1DB7}" type="pres">
      <dgm:prSet presAssocID="{8EEBC39E-C25B-4C62-BB92-567FC54BE38A}" presName="header" presStyleLbl="node1" presStyleIdx="5" presStyleCnt="10"/>
      <dgm:spPr/>
    </dgm:pt>
    <dgm:pt modelId="{0A8D0DA0-72DE-4BED-97B1-474F1348B07C}" type="pres">
      <dgm:prSet presAssocID="{37868B6C-9D87-43EC-A62F-EB4B27A38481}" presName="parTrans" presStyleLbl="sibTrans2D1" presStyleIdx="15" presStyleCnt="30"/>
      <dgm:spPr/>
    </dgm:pt>
    <dgm:pt modelId="{3F2E433B-732E-4ACB-A542-BE48FE199F58}" type="pres">
      <dgm:prSet presAssocID="{18F1AA15-183E-4509-B353-D73640D6C916}" presName="child" presStyleLbl="alignAccFollowNode1" presStyleIdx="15" presStyleCnt="30">
        <dgm:presLayoutVars>
          <dgm:chMax val="0"/>
          <dgm:bulletEnabled val="1"/>
        </dgm:presLayoutVars>
      </dgm:prSet>
      <dgm:spPr/>
    </dgm:pt>
    <dgm:pt modelId="{02511BDF-4EBA-49BB-89B5-977B88F9F31A}" type="pres">
      <dgm:prSet presAssocID="{985237E8-6A70-4915-9747-4F36174D79AF}" presName="sibTrans" presStyleLbl="sibTrans2D1" presStyleIdx="16" presStyleCnt="30"/>
      <dgm:spPr/>
    </dgm:pt>
    <dgm:pt modelId="{FDD97F75-3CD5-44A1-9C10-F7C1BDAE8999}" type="pres">
      <dgm:prSet presAssocID="{E8E17863-2454-4458-9CB6-0B09FCDFE9F4}" presName="child" presStyleLbl="alignAccFollowNode1" presStyleIdx="16" presStyleCnt="30">
        <dgm:presLayoutVars>
          <dgm:chMax val="0"/>
          <dgm:bulletEnabled val="1"/>
        </dgm:presLayoutVars>
      </dgm:prSet>
      <dgm:spPr/>
    </dgm:pt>
    <dgm:pt modelId="{6E4E66C5-083F-4CB2-8B34-415D06D256AF}" type="pres">
      <dgm:prSet presAssocID="{C0003164-DB1D-4A8A-A54E-708DD45A6E1D}" presName="sibTrans" presStyleLbl="sibTrans2D1" presStyleIdx="17" presStyleCnt="30"/>
      <dgm:spPr/>
    </dgm:pt>
    <dgm:pt modelId="{C141BE32-A817-4D09-BCDD-20E5234E183D}" type="pres">
      <dgm:prSet presAssocID="{AF7A5F45-028E-40F1-9D0D-0964FCAD2425}" presName="child" presStyleLbl="alignAccFollowNode1" presStyleIdx="17" presStyleCnt="30">
        <dgm:presLayoutVars>
          <dgm:chMax val="0"/>
          <dgm:bulletEnabled val="1"/>
        </dgm:presLayoutVars>
      </dgm:prSet>
      <dgm:spPr/>
    </dgm:pt>
    <dgm:pt modelId="{EEEFF515-962A-43C3-AFF1-C1C72472BAAA}" type="pres">
      <dgm:prSet presAssocID="{8EEBC39E-C25B-4C62-BB92-567FC54BE38A}" presName="hSp" presStyleCnt="0"/>
      <dgm:spPr/>
    </dgm:pt>
    <dgm:pt modelId="{7CB3194A-AC98-49EF-B869-3B793A91F8A7}" type="pres">
      <dgm:prSet presAssocID="{4BE7B6BD-A2C0-47A1-BD34-E18E32E2CB77}" presName="vertFlow" presStyleCnt="0"/>
      <dgm:spPr/>
    </dgm:pt>
    <dgm:pt modelId="{8E5A1F48-C565-41C9-838E-C660AB7D755B}" type="pres">
      <dgm:prSet presAssocID="{4BE7B6BD-A2C0-47A1-BD34-E18E32E2CB77}" presName="header" presStyleLbl="node1" presStyleIdx="6" presStyleCnt="10"/>
      <dgm:spPr/>
    </dgm:pt>
    <dgm:pt modelId="{9A8BF983-DCEB-4ADC-9021-4B5F36A946B6}" type="pres">
      <dgm:prSet presAssocID="{DFD66439-8EF2-4199-80EA-A710516AA750}" presName="parTrans" presStyleLbl="sibTrans2D1" presStyleIdx="18" presStyleCnt="30"/>
      <dgm:spPr/>
    </dgm:pt>
    <dgm:pt modelId="{5C1F9265-C095-4DB9-9DF5-F4276FBF0A49}" type="pres">
      <dgm:prSet presAssocID="{A64FB871-7F68-4369-B2B7-84F2449EB115}" presName="child" presStyleLbl="alignAccFollowNode1" presStyleIdx="18" presStyleCnt="30">
        <dgm:presLayoutVars>
          <dgm:chMax val="0"/>
          <dgm:bulletEnabled val="1"/>
        </dgm:presLayoutVars>
      </dgm:prSet>
      <dgm:spPr/>
    </dgm:pt>
    <dgm:pt modelId="{6296772F-DCB4-4B5B-9FDD-97384A66C45B}" type="pres">
      <dgm:prSet presAssocID="{3F71EB60-C84F-4B11-A926-3161F3D57B57}" presName="sibTrans" presStyleLbl="sibTrans2D1" presStyleIdx="19" presStyleCnt="30"/>
      <dgm:spPr/>
    </dgm:pt>
    <dgm:pt modelId="{3BEF0675-CFC4-4A95-9D7A-AB361712005B}" type="pres">
      <dgm:prSet presAssocID="{CDA39906-5DFF-43BB-82DE-64CA3999BDE4}" presName="child" presStyleLbl="alignAccFollowNode1" presStyleIdx="19" presStyleCnt="30">
        <dgm:presLayoutVars>
          <dgm:chMax val="0"/>
          <dgm:bulletEnabled val="1"/>
        </dgm:presLayoutVars>
      </dgm:prSet>
      <dgm:spPr/>
    </dgm:pt>
    <dgm:pt modelId="{A1D84C73-64D3-441B-87AF-39348533B754}" type="pres">
      <dgm:prSet presAssocID="{FA3752A7-A25D-4D57-8156-0012160C9B87}" presName="sibTrans" presStyleLbl="sibTrans2D1" presStyleIdx="20" presStyleCnt="30"/>
      <dgm:spPr/>
    </dgm:pt>
    <dgm:pt modelId="{C9BCDE7D-81EB-428E-91FC-C3B0F314B947}" type="pres">
      <dgm:prSet presAssocID="{923A587D-7600-4084-8899-65882F9D3879}" presName="child" presStyleLbl="alignAccFollowNode1" presStyleIdx="20" presStyleCnt="30">
        <dgm:presLayoutVars>
          <dgm:chMax val="0"/>
          <dgm:bulletEnabled val="1"/>
        </dgm:presLayoutVars>
      </dgm:prSet>
      <dgm:spPr/>
    </dgm:pt>
    <dgm:pt modelId="{6E984906-C4B0-4744-B348-31F716B9CDB9}" type="pres">
      <dgm:prSet presAssocID="{4BE7B6BD-A2C0-47A1-BD34-E18E32E2CB77}" presName="hSp" presStyleCnt="0"/>
      <dgm:spPr/>
    </dgm:pt>
    <dgm:pt modelId="{617E68E5-7F83-47EF-A979-6D613509BFC6}" type="pres">
      <dgm:prSet presAssocID="{173FFFD8-3B4C-4149-8735-F87D740941F7}" presName="vertFlow" presStyleCnt="0"/>
      <dgm:spPr/>
    </dgm:pt>
    <dgm:pt modelId="{2C98443D-5452-4BB9-87E9-C3004B0DD10C}" type="pres">
      <dgm:prSet presAssocID="{173FFFD8-3B4C-4149-8735-F87D740941F7}" presName="header" presStyleLbl="node1" presStyleIdx="7" presStyleCnt="10"/>
      <dgm:spPr/>
    </dgm:pt>
    <dgm:pt modelId="{619FB050-C40C-4F95-B8A2-7AC18B80C8DA}" type="pres">
      <dgm:prSet presAssocID="{EAF72781-BE4B-49DF-A326-DF7DF5B02BF4}" presName="parTrans" presStyleLbl="sibTrans2D1" presStyleIdx="21" presStyleCnt="30"/>
      <dgm:spPr/>
    </dgm:pt>
    <dgm:pt modelId="{5B6989B2-AE26-4F86-B912-2611DF379C48}" type="pres">
      <dgm:prSet presAssocID="{D7B01184-FB4F-4516-8E0E-D207A2CBA804}" presName="child" presStyleLbl="alignAccFollowNode1" presStyleIdx="21" presStyleCnt="30">
        <dgm:presLayoutVars>
          <dgm:chMax val="0"/>
          <dgm:bulletEnabled val="1"/>
        </dgm:presLayoutVars>
      </dgm:prSet>
      <dgm:spPr/>
    </dgm:pt>
    <dgm:pt modelId="{BDEF19C4-BCE2-41D4-AC93-F26BF2448ECD}" type="pres">
      <dgm:prSet presAssocID="{1D15CDE1-DA52-4419-AA32-AEC3144F58D2}" presName="sibTrans" presStyleLbl="sibTrans2D1" presStyleIdx="22" presStyleCnt="30"/>
      <dgm:spPr/>
    </dgm:pt>
    <dgm:pt modelId="{C96D1B6C-D1BB-45B7-97D5-5437237883E7}" type="pres">
      <dgm:prSet presAssocID="{127FBB2D-D885-4019-9937-13272D5A343A}" presName="child" presStyleLbl="alignAccFollowNode1" presStyleIdx="22" presStyleCnt="30">
        <dgm:presLayoutVars>
          <dgm:chMax val="0"/>
          <dgm:bulletEnabled val="1"/>
        </dgm:presLayoutVars>
      </dgm:prSet>
      <dgm:spPr/>
    </dgm:pt>
    <dgm:pt modelId="{D2E02922-BA0C-488E-BE41-5A2954021BDF}" type="pres">
      <dgm:prSet presAssocID="{2B575EB9-B116-4611-9725-131A7EBD6D33}" presName="sibTrans" presStyleLbl="sibTrans2D1" presStyleIdx="23" presStyleCnt="30"/>
      <dgm:spPr/>
    </dgm:pt>
    <dgm:pt modelId="{7ADF8E08-915E-4D01-BD4B-4B7CE69AC87D}" type="pres">
      <dgm:prSet presAssocID="{317C8C2C-CA34-4AAE-BA73-DEA3C891E5C2}" presName="child" presStyleLbl="alignAccFollowNode1" presStyleIdx="23" presStyleCnt="30">
        <dgm:presLayoutVars>
          <dgm:chMax val="0"/>
          <dgm:bulletEnabled val="1"/>
        </dgm:presLayoutVars>
      </dgm:prSet>
      <dgm:spPr/>
    </dgm:pt>
    <dgm:pt modelId="{182DBF54-92FA-427A-8AC8-2DFA3225A4C5}" type="pres">
      <dgm:prSet presAssocID="{173FFFD8-3B4C-4149-8735-F87D740941F7}" presName="hSp" presStyleCnt="0"/>
      <dgm:spPr/>
    </dgm:pt>
    <dgm:pt modelId="{165BEAC0-7BF9-4071-8AA5-DF7638F6EC05}" type="pres">
      <dgm:prSet presAssocID="{634F4683-6B5A-424C-A37F-F3A60E248A6D}" presName="vertFlow" presStyleCnt="0"/>
      <dgm:spPr/>
    </dgm:pt>
    <dgm:pt modelId="{DDE25332-3F4B-42D5-A1F2-83888B98F15C}" type="pres">
      <dgm:prSet presAssocID="{634F4683-6B5A-424C-A37F-F3A60E248A6D}" presName="header" presStyleLbl="node1" presStyleIdx="8" presStyleCnt="10"/>
      <dgm:spPr/>
    </dgm:pt>
    <dgm:pt modelId="{2C566073-05EE-4819-9792-318D861EA390}" type="pres">
      <dgm:prSet presAssocID="{8DE664DA-B402-4696-8499-DDA62129110D}" presName="parTrans" presStyleLbl="sibTrans2D1" presStyleIdx="24" presStyleCnt="30"/>
      <dgm:spPr/>
    </dgm:pt>
    <dgm:pt modelId="{82448C01-4245-48B9-A368-B8802AE0A420}" type="pres">
      <dgm:prSet presAssocID="{B1B062CB-8F49-4147-BA80-9FDE37D6C25B}" presName="child" presStyleLbl="alignAccFollowNode1" presStyleIdx="24" presStyleCnt="30">
        <dgm:presLayoutVars>
          <dgm:chMax val="0"/>
          <dgm:bulletEnabled val="1"/>
        </dgm:presLayoutVars>
      </dgm:prSet>
      <dgm:spPr/>
    </dgm:pt>
    <dgm:pt modelId="{A43DEDA5-C14A-4F6A-9DB9-AB49C5AB225A}" type="pres">
      <dgm:prSet presAssocID="{5D8716D9-8A96-4B25-9EA3-AEA112D69654}" presName="sibTrans" presStyleLbl="sibTrans2D1" presStyleIdx="25" presStyleCnt="30"/>
      <dgm:spPr/>
    </dgm:pt>
    <dgm:pt modelId="{471370E5-8CA3-4A57-9C12-6E20C9EBD4BA}" type="pres">
      <dgm:prSet presAssocID="{2F7FE46F-8A9E-4DF5-9A41-7BECF922682C}" presName="child" presStyleLbl="alignAccFollowNode1" presStyleIdx="25" presStyleCnt="30">
        <dgm:presLayoutVars>
          <dgm:chMax val="0"/>
          <dgm:bulletEnabled val="1"/>
        </dgm:presLayoutVars>
      </dgm:prSet>
      <dgm:spPr/>
    </dgm:pt>
    <dgm:pt modelId="{81696711-A291-4BA2-9CDD-95A1580C848F}" type="pres">
      <dgm:prSet presAssocID="{BC55CA06-4F86-4D28-A15B-0AC1C5A4091C}" presName="sibTrans" presStyleLbl="sibTrans2D1" presStyleIdx="26" presStyleCnt="30"/>
      <dgm:spPr/>
    </dgm:pt>
    <dgm:pt modelId="{0D201B54-1E3C-47A6-B8A4-FA50B8BF93D5}" type="pres">
      <dgm:prSet presAssocID="{99A52D44-FB38-4864-9DF5-B755888E1113}" presName="child" presStyleLbl="alignAccFollowNode1" presStyleIdx="26" presStyleCnt="30">
        <dgm:presLayoutVars>
          <dgm:chMax val="0"/>
          <dgm:bulletEnabled val="1"/>
        </dgm:presLayoutVars>
      </dgm:prSet>
      <dgm:spPr/>
    </dgm:pt>
    <dgm:pt modelId="{8CA09290-B13C-490E-B462-57BD8DCBDBA7}" type="pres">
      <dgm:prSet presAssocID="{634F4683-6B5A-424C-A37F-F3A60E248A6D}" presName="hSp" presStyleCnt="0"/>
      <dgm:spPr/>
    </dgm:pt>
    <dgm:pt modelId="{04524CCD-D169-477B-8DDB-9541FF7A4400}" type="pres">
      <dgm:prSet presAssocID="{D01B48E1-3649-4DCE-A930-AC9F262FEBD3}" presName="vertFlow" presStyleCnt="0"/>
      <dgm:spPr/>
    </dgm:pt>
    <dgm:pt modelId="{862010F8-E86F-48CE-9A80-F3FD9C86C64F}" type="pres">
      <dgm:prSet presAssocID="{D01B48E1-3649-4DCE-A930-AC9F262FEBD3}" presName="header" presStyleLbl="node1" presStyleIdx="9" presStyleCnt="10"/>
      <dgm:spPr/>
    </dgm:pt>
    <dgm:pt modelId="{C7770BBF-E238-4A41-BA76-F4E8E952ADEE}" type="pres">
      <dgm:prSet presAssocID="{AB657426-2957-444F-BB39-B0F393C19900}" presName="parTrans" presStyleLbl="sibTrans2D1" presStyleIdx="27" presStyleCnt="30"/>
      <dgm:spPr/>
    </dgm:pt>
    <dgm:pt modelId="{2B0E9FB6-591C-4A4F-A2CF-D5D27AECB769}" type="pres">
      <dgm:prSet presAssocID="{741B1682-D1BB-4C23-8C66-26AFB76DB7B4}" presName="child" presStyleLbl="alignAccFollowNode1" presStyleIdx="27" presStyleCnt="30">
        <dgm:presLayoutVars>
          <dgm:chMax val="0"/>
          <dgm:bulletEnabled val="1"/>
        </dgm:presLayoutVars>
      </dgm:prSet>
      <dgm:spPr/>
    </dgm:pt>
    <dgm:pt modelId="{077F8FF6-A278-43EE-9DE5-FCC2F976C19C}" type="pres">
      <dgm:prSet presAssocID="{FEA733C3-9C31-4EC4-AC14-E15B4FC38C99}" presName="sibTrans" presStyleLbl="sibTrans2D1" presStyleIdx="28" presStyleCnt="30"/>
      <dgm:spPr/>
    </dgm:pt>
    <dgm:pt modelId="{14E4240E-5C21-49BB-B3F5-E11D44148A55}" type="pres">
      <dgm:prSet presAssocID="{34147441-1D7A-47E1-B515-463CB98C0A45}" presName="child" presStyleLbl="alignAccFollowNode1" presStyleIdx="28" presStyleCnt="30">
        <dgm:presLayoutVars>
          <dgm:chMax val="0"/>
          <dgm:bulletEnabled val="1"/>
        </dgm:presLayoutVars>
      </dgm:prSet>
      <dgm:spPr/>
    </dgm:pt>
    <dgm:pt modelId="{CD6D012F-FCC1-4C2C-90C2-F6FD3937C91C}" type="pres">
      <dgm:prSet presAssocID="{FDBDC587-8DC8-4475-A8D0-B0F9BA9F57D2}" presName="sibTrans" presStyleLbl="sibTrans2D1" presStyleIdx="29" presStyleCnt="30"/>
      <dgm:spPr/>
    </dgm:pt>
    <dgm:pt modelId="{BA0315F5-288A-409C-B97A-00B92AC96088}" type="pres">
      <dgm:prSet presAssocID="{914BA13B-66E2-4D09-8EB5-7AD79828A657}" presName="child" presStyleLbl="alignAccFollowNode1" presStyleIdx="29" presStyleCnt="30">
        <dgm:presLayoutVars>
          <dgm:chMax val="0"/>
          <dgm:bulletEnabled val="1"/>
        </dgm:presLayoutVars>
      </dgm:prSet>
      <dgm:spPr/>
    </dgm:pt>
  </dgm:ptLst>
  <dgm:cxnLst>
    <dgm:cxn modelId="{7E79FC04-AE34-448B-A6DD-B7DA05760FD1}" type="presOf" srcId="{811ADA60-C33D-4CF4-9CF6-C32C6485E7F0}" destId="{AF67EFDB-D1B0-44EB-AA4B-5E28C6F8FEEF}" srcOrd="0" destOrd="0" presId="urn:microsoft.com/office/officeart/2005/8/layout/lProcess1"/>
    <dgm:cxn modelId="{CB445405-5835-4302-BEF2-3BB1E876BA7C}" type="presOf" srcId="{8EEBC39E-C25B-4C62-BB92-567FC54BE38A}" destId="{81F5ECE6-25A1-4E1B-A3E4-A48E516A1DB7}" srcOrd="0" destOrd="0" presId="urn:microsoft.com/office/officeart/2005/8/layout/lProcess1"/>
    <dgm:cxn modelId="{061C6D06-CC12-4493-B7DB-9C0BBB31D988}" type="presOf" srcId="{173FFFD8-3B4C-4149-8735-F87D740941F7}" destId="{2C98443D-5452-4BB9-87E9-C3004B0DD10C}" srcOrd="0" destOrd="0" presId="urn:microsoft.com/office/officeart/2005/8/layout/lProcess1"/>
    <dgm:cxn modelId="{3F6C2108-B15D-4956-AB3E-9074545463F9}" type="presOf" srcId="{EAF72781-BE4B-49DF-A326-DF7DF5B02BF4}" destId="{619FB050-C40C-4F95-B8A2-7AC18B80C8DA}" srcOrd="0" destOrd="0" presId="urn:microsoft.com/office/officeart/2005/8/layout/lProcess1"/>
    <dgm:cxn modelId="{D296EB10-6AD2-4124-8AC3-1BAF5A0E2818}" type="presOf" srcId="{D7B01184-FB4F-4516-8E0E-D207A2CBA804}" destId="{5B6989B2-AE26-4F86-B912-2611DF379C48}" srcOrd="0" destOrd="0" presId="urn:microsoft.com/office/officeart/2005/8/layout/lProcess1"/>
    <dgm:cxn modelId="{C2470112-A5C0-42DA-A1B6-9488FE1F690A}" srcId="{E46D0CD5-3732-4654-AEBF-6A87F640DA12}" destId="{2B21E074-7A86-424F-B390-018726699948}" srcOrd="1" destOrd="0" parTransId="{1D92F49B-D8F3-425A-B614-B78568BAB43F}" sibTransId="{73DBFB0F-D29B-4599-8095-D40AF0C11E36}"/>
    <dgm:cxn modelId="{77F18314-6F94-417C-B599-06315DFECBB6}" srcId="{811ADA60-C33D-4CF4-9CF6-C32C6485E7F0}" destId="{48B3F51A-2A63-48A2-80D6-74011361D996}" srcOrd="1" destOrd="0" parTransId="{8301A7C2-2E50-48CD-89F0-03E87137B698}" sibTransId="{C69860BB-5FE3-4ED4-BF47-8A6E3F428DD8}"/>
    <dgm:cxn modelId="{D59A7E17-434B-4C99-94F3-77F667E1E0BE}" type="presOf" srcId="{127FBB2D-D885-4019-9937-13272D5A343A}" destId="{C96D1B6C-D1BB-45B7-97D5-5437237883E7}" srcOrd="0" destOrd="0" presId="urn:microsoft.com/office/officeart/2005/8/layout/lProcess1"/>
    <dgm:cxn modelId="{3CB53F1A-B7A6-476F-92E8-BFD35B3DBE45}" type="presOf" srcId="{975F7F8C-5F54-4725-AE4B-32EB29398BCE}" destId="{4E98784E-7B21-4EEC-B82D-0AE7E071AD60}" srcOrd="0" destOrd="0" presId="urn:microsoft.com/office/officeart/2005/8/layout/lProcess1"/>
    <dgm:cxn modelId="{9CF3C71E-5590-47F2-B04F-897BD69D77E4}" type="presOf" srcId="{AF7A5F45-028E-40F1-9D0D-0964FCAD2425}" destId="{C141BE32-A817-4D09-BCDD-20E5234E183D}" srcOrd="0" destOrd="0" presId="urn:microsoft.com/office/officeart/2005/8/layout/lProcess1"/>
    <dgm:cxn modelId="{8C936220-64D0-42A6-A610-C34251AF32CE}" type="presOf" srcId="{1D15CDE1-DA52-4419-AA32-AEC3144F58D2}" destId="{BDEF19C4-BCE2-41D4-AC93-F26BF2448ECD}" srcOrd="0" destOrd="0" presId="urn:microsoft.com/office/officeart/2005/8/layout/lProcess1"/>
    <dgm:cxn modelId="{E4026021-A56D-4226-B115-AFDE83A70036}" srcId="{811ADA60-C33D-4CF4-9CF6-C32C6485E7F0}" destId="{9D10625E-DC12-49E1-8FDE-DCEA50C4DDB0}" srcOrd="4" destOrd="0" parTransId="{52AA336A-BC90-45F8-9639-05D57142310A}" sibTransId="{48B7B254-64AF-45C9-8A73-DD35B846C78D}"/>
    <dgm:cxn modelId="{C2621C23-CB05-405D-B5B6-00790426DA82}" type="presOf" srcId="{D01B48E1-3649-4DCE-A930-AC9F262FEBD3}" destId="{862010F8-E86F-48CE-9A80-F3FD9C86C64F}" srcOrd="0" destOrd="0" presId="urn:microsoft.com/office/officeart/2005/8/layout/lProcess1"/>
    <dgm:cxn modelId="{79037C24-64AA-4563-8CC6-462E53D60BE7}" type="presOf" srcId="{2017B720-6AA3-438F-B047-F1618A3E97FF}" destId="{38B785F8-E1F3-4CD4-A5D1-F2C95168E109}" srcOrd="0" destOrd="0" presId="urn:microsoft.com/office/officeart/2005/8/layout/lProcess1"/>
    <dgm:cxn modelId="{7F7F1626-8798-4E2A-857B-5FAECE2DE70C}" srcId="{4BE7B6BD-A2C0-47A1-BD34-E18E32E2CB77}" destId="{A64FB871-7F68-4369-B2B7-84F2449EB115}" srcOrd="0" destOrd="0" parTransId="{DFD66439-8EF2-4199-80EA-A710516AA750}" sibTransId="{3F71EB60-C84F-4B11-A926-3161F3D57B57}"/>
    <dgm:cxn modelId="{5F01FB26-3D6B-4458-8050-9F36F489886C}" srcId="{D91F71F5-25C8-4E3F-83BA-D609ADD757AC}" destId="{B6AD204E-6DA5-4889-9369-D820F1C348DB}" srcOrd="2" destOrd="0" parTransId="{B1A47A28-DA3C-4C33-9DEA-B579F787A2F1}" sibTransId="{85655C58-DA83-4670-B46A-EC201814D74D}"/>
    <dgm:cxn modelId="{420EA22B-65C0-4962-8DB7-06A910B89DCF}" type="presOf" srcId="{6FCD3FC0-CEC6-43B3-90E1-18715C058F0A}" destId="{68771504-E283-4E3D-9DB4-53062D6D6427}" srcOrd="0" destOrd="0" presId="urn:microsoft.com/office/officeart/2005/8/layout/lProcess1"/>
    <dgm:cxn modelId="{EBF1472D-2099-4B8E-9F05-E30E0C65085F}" type="presOf" srcId="{923A587D-7600-4084-8899-65882F9D3879}" destId="{C9BCDE7D-81EB-428E-91FC-C3B0F314B947}" srcOrd="0" destOrd="0" presId="urn:microsoft.com/office/officeart/2005/8/layout/lProcess1"/>
    <dgm:cxn modelId="{121C162F-ECEA-494B-8E79-C200B61BA4C8}" srcId="{173FFFD8-3B4C-4149-8735-F87D740941F7}" destId="{127FBB2D-D885-4019-9937-13272D5A343A}" srcOrd="1" destOrd="0" parTransId="{73131B4F-A05F-46D8-844C-6FE2D1588C6A}" sibTransId="{2B575EB9-B116-4611-9725-131A7EBD6D33}"/>
    <dgm:cxn modelId="{323A402F-B6BB-4D79-9EE7-2C8EB2106271}" srcId="{932A399C-670C-46A1-A838-DDF28B1DBBDB}" destId="{65ACBFA4-F4D9-4830-9569-3549200973FA}" srcOrd="2" destOrd="0" parTransId="{D6CB4F08-0553-454D-9EBA-045401DE823A}" sibTransId="{AB2F255A-AB41-4DC3-8CCE-8E5BAA87B8BF}"/>
    <dgm:cxn modelId="{74263C30-8681-441C-8C24-B59C43BA29AC}" type="presOf" srcId="{65ACBFA4-F4D9-4830-9569-3549200973FA}" destId="{31E2310E-9F4F-4BB1-A5CB-995100F5B734}" srcOrd="0" destOrd="0" presId="urn:microsoft.com/office/officeart/2005/8/layout/lProcess1"/>
    <dgm:cxn modelId="{82B39B33-7C2A-4D3A-9998-B281DE9ED5B6}" type="presOf" srcId="{E8E17863-2454-4458-9CB6-0B09FCDFE9F4}" destId="{FDD97F75-3CD5-44A1-9C10-F7C1BDAE8999}" srcOrd="0" destOrd="0" presId="urn:microsoft.com/office/officeart/2005/8/layout/lProcess1"/>
    <dgm:cxn modelId="{FD40DB3C-CE5E-49B1-BCF3-3B68BE2E4F7E}" type="presOf" srcId="{A913BFBC-FF8E-491B-B286-AB0A27B9827D}" destId="{E4DA1321-CA22-4C62-A4E9-052B8E9B6C12}" srcOrd="0" destOrd="0" presId="urn:microsoft.com/office/officeart/2005/8/layout/lProcess1"/>
    <dgm:cxn modelId="{755F1D3D-91EB-4ED7-AF43-889380B93294}" type="presOf" srcId="{7A628AA7-3525-4AFD-95F8-13D9D7E2655E}" destId="{7221822F-5B04-4BDE-9319-0C88B8BE0127}" srcOrd="0" destOrd="0" presId="urn:microsoft.com/office/officeart/2005/8/layout/lProcess1"/>
    <dgm:cxn modelId="{C1236D3F-8B61-4887-BEBD-534746F4EFBC}" type="presOf" srcId="{2B575EB9-B116-4611-9725-131A7EBD6D33}" destId="{D2E02922-BA0C-488E-BE41-5A2954021BDF}" srcOrd="0" destOrd="0" presId="urn:microsoft.com/office/officeart/2005/8/layout/lProcess1"/>
    <dgm:cxn modelId="{7F92F43F-59A6-4676-B3BF-A7F928A4BD95}" type="presOf" srcId="{D91F71F5-25C8-4E3F-83BA-D609ADD757AC}" destId="{6DD8E08E-596F-4C0F-B04A-84174FDD0493}" srcOrd="0" destOrd="0" presId="urn:microsoft.com/office/officeart/2005/8/layout/lProcess1"/>
    <dgm:cxn modelId="{ECB88F40-6873-4ADB-9AF7-EDBD0898CCB4}" srcId="{8EEBC39E-C25B-4C62-BB92-567FC54BE38A}" destId="{18F1AA15-183E-4509-B353-D73640D6C916}" srcOrd="0" destOrd="0" parTransId="{37868B6C-9D87-43EC-A62F-EB4B27A38481}" sibTransId="{985237E8-6A70-4915-9747-4F36174D79AF}"/>
    <dgm:cxn modelId="{2F25FD5B-D559-45AB-9249-E545E21918D1}" type="presOf" srcId="{34147441-1D7A-47E1-B515-463CB98C0A45}" destId="{14E4240E-5C21-49BB-B3F5-E11D44148A55}" srcOrd="0" destOrd="0" presId="urn:microsoft.com/office/officeart/2005/8/layout/lProcess1"/>
    <dgm:cxn modelId="{DF89075C-F028-4804-ADF3-E51950059C01}" type="presOf" srcId="{8DE664DA-B402-4696-8499-DDA62129110D}" destId="{2C566073-05EE-4819-9792-318D861EA390}" srcOrd="0" destOrd="0" presId="urn:microsoft.com/office/officeart/2005/8/layout/lProcess1"/>
    <dgm:cxn modelId="{AB330A5E-DAF5-4700-B741-1E5964797C1C}" type="presOf" srcId="{741B1682-D1BB-4C23-8C66-26AFB76DB7B4}" destId="{2B0E9FB6-591C-4A4F-A2CF-D5D27AECB769}" srcOrd="0" destOrd="0" presId="urn:microsoft.com/office/officeart/2005/8/layout/lProcess1"/>
    <dgm:cxn modelId="{98C9C35F-D635-4C6C-99F8-0162390B683F}" type="presOf" srcId="{9481177C-D67F-4C07-A890-98A950C2C665}" destId="{F2A7F541-8D03-4E48-9F7D-C5D45D6ED474}" srcOrd="0" destOrd="0" presId="urn:microsoft.com/office/officeart/2005/8/layout/lProcess1"/>
    <dgm:cxn modelId="{14308160-4007-4547-B0FC-0C0B542063A9}" srcId="{D01B48E1-3649-4DCE-A930-AC9F262FEBD3}" destId="{914BA13B-66E2-4D09-8EB5-7AD79828A657}" srcOrd="2" destOrd="0" parTransId="{F3776D30-1BCF-4B15-8AA9-3CF486C8625E}" sibTransId="{ABF4CF4D-1B78-4008-8021-402B7E196FA1}"/>
    <dgm:cxn modelId="{42420A41-A019-4A3D-B2F2-7AE3BB2E52A1}" type="presOf" srcId="{E46D0CD5-3732-4654-AEBF-6A87F640DA12}" destId="{5201CA16-D901-4C62-8D71-84B818EDD58C}" srcOrd="0" destOrd="0" presId="urn:microsoft.com/office/officeart/2005/8/layout/lProcess1"/>
    <dgm:cxn modelId="{25F47262-9F37-428E-B325-79FB14E37B67}" srcId="{4BE7B6BD-A2C0-47A1-BD34-E18E32E2CB77}" destId="{CDA39906-5DFF-43BB-82DE-64CA3999BDE4}" srcOrd="1" destOrd="0" parTransId="{242988B9-16E4-4EAD-AE06-22B195A07A27}" sibTransId="{FA3752A7-A25D-4D57-8156-0012160C9B87}"/>
    <dgm:cxn modelId="{D0BDAF42-50DA-4146-A6D4-A1C2D4DAD4E4}" type="presOf" srcId="{CDA39906-5DFF-43BB-82DE-64CA3999BDE4}" destId="{3BEF0675-CFC4-4A95-9D7A-AB361712005B}" srcOrd="0" destOrd="0" presId="urn:microsoft.com/office/officeart/2005/8/layout/lProcess1"/>
    <dgm:cxn modelId="{4B8B5743-CD39-4E68-9842-00AE6F6E1571}" type="presOf" srcId="{914BA13B-66E2-4D09-8EB5-7AD79828A657}" destId="{BA0315F5-288A-409C-B97A-00B92AC96088}" srcOrd="0" destOrd="0" presId="urn:microsoft.com/office/officeart/2005/8/layout/lProcess1"/>
    <dgm:cxn modelId="{75617A63-DBED-4C2B-BAAD-A3051641E073}" type="presOf" srcId="{117CCFD6-455B-439D-8EF2-BF436C65B20B}" destId="{996793E7-DD2F-436D-A4CB-DFC2B7A34877}" srcOrd="0" destOrd="0" presId="urn:microsoft.com/office/officeart/2005/8/layout/lProcess1"/>
    <dgm:cxn modelId="{5708C663-7A98-4EFE-B3D3-118227A095AF}" srcId="{811ADA60-C33D-4CF4-9CF6-C32C6485E7F0}" destId="{D91F71F5-25C8-4E3F-83BA-D609ADD757AC}" srcOrd="3" destOrd="0" parTransId="{6940449B-AF18-43F3-BAF5-20D37CA2A58B}" sibTransId="{9FB14DDE-842D-4583-8F7C-9056A23DDD38}"/>
    <dgm:cxn modelId="{5303F463-A87A-45FA-B384-E79165B2B85C}" type="presOf" srcId="{317C8C2C-CA34-4AAE-BA73-DEA3C891E5C2}" destId="{7ADF8E08-915E-4D01-BD4B-4B7CE69AC87D}" srcOrd="0" destOrd="0" presId="urn:microsoft.com/office/officeart/2005/8/layout/lProcess1"/>
    <dgm:cxn modelId="{FA160F66-C52D-45E9-97C2-2DADBC3F6861}" type="presOf" srcId="{9D10625E-DC12-49E1-8FDE-DCEA50C4DDB0}" destId="{904CB5F1-A4AF-4916-9EEE-5D47615AC85D}" srcOrd="0" destOrd="0" presId="urn:microsoft.com/office/officeart/2005/8/layout/lProcess1"/>
    <dgm:cxn modelId="{2B72FF47-633C-44E4-920C-1C9C60879E46}" type="presOf" srcId="{48B3F51A-2A63-48A2-80D6-74011361D996}" destId="{97885529-F2E5-4615-9BAB-3B840CD26E1C}" srcOrd="0" destOrd="0" presId="urn:microsoft.com/office/officeart/2005/8/layout/lProcess1"/>
    <dgm:cxn modelId="{8A0F6468-4B3C-4ABF-8893-01AC46F1AFAC}" type="presOf" srcId="{30619691-0B23-4475-942E-BF7BFE1027CD}" destId="{76530A6B-EC16-438F-918A-27F841C90456}" srcOrd="0" destOrd="0" presId="urn:microsoft.com/office/officeart/2005/8/layout/lProcess1"/>
    <dgm:cxn modelId="{693F3A4C-38CC-4BCF-B6E4-E082DA63A718}" srcId="{811ADA60-C33D-4CF4-9CF6-C32C6485E7F0}" destId="{4BE7B6BD-A2C0-47A1-BD34-E18E32E2CB77}" srcOrd="6" destOrd="0" parTransId="{FC732524-13B2-4104-8590-15C091B15E65}" sibTransId="{1FDEA409-5675-4BE4-8EA5-4DD7EF276D6B}"/>
    <dgm:cxn modelId="{E131D74C-ECBC-4B10-AB14-2B4F2C9AC226}" type="presOf" srcId="{F6B0B8F7-3EFA-4893-9C2F-6BF3611F9C91}" destId="{45D29C7F-D8CD-4F48-B082-7A61A7F2E572}" srcOrd="0" destOrd="0" presId="urn:microsoft.com/office/officeart/2005/8/layout/lProcess1"/>
    <dgm:cxn modelId="{7F444F4E-B42F-40AD-9A02-EF2380DE5F83}" type="presOf" srcId="{DFD66439-8EF2-4199-80EA-A710516AA750}" destId="{9A8BF983-DCEB-4ADC-9021-4B5F36A946B6}" srcOrd="0" destOrd="0" presId="urn:microsoft.com/office/officeart/2005/8/layout/lProcess1"/>
    <dgm:cxn modelId="{28F3E14F-A97F-4759-837D-F95200A5E270}" type="presOf" srcId="{214E27F3-1D26-4BDE-9C81-7FA6088954E6}" destId="{B66A4D8E-110C-4FE1-A3A3-0ABFBAECD06E}" srcOrd="0" destOrd="0" presId="urn:microsoft.com/office/officeart/2005/8/layout/lProcess1"/>
    <dgm:cxn modelId="{6E2E8F71-5BC5-41D2-A6A7-A47D176FC848}" type="presOf" srcId="{932A399C-670C-46A1-A838-DDF28B1DBBDB}" destId="{7BA8C5E8-A150-49B7-BC80-5482B5A1B396}" srcOrd="0" destOrd="0" presId="urn:microsoft.com/office/officeart/2005/8/layout/lProcess1"/>
    <dgm:cxn modelId="{B4A0A871-45BB-4526-B854-60C84F675FEA}" type="presOf" srcId="{B6AD204E-6DA5-4889-9369-D820F1C348DB}" destId="{990E9F14-BD1D-43DB-9C38-972406769CE2}" srcOrd="0" destOrd="0" presId="urn:microsoft.com/office/officeart/2005/8/layout/lProcess1"/>
    <dgm:cxn modelId="{32A5E573-3F53-4F11-A9C8-B40E3CF0E55C}" type="presOf" srcId="{AB657426-2957-444F-BB39-B0F393C19900}" destId="{C7770BBF-E238-4A41-BA76-F4E8E952ADEE}" srcOrd="0" destOrd="0" presId="urn:microsoft.com/office/officeart/2005/8/layout/lProcess1"/>
    <dgm:cxn modelId="{7D650474-C430-48D2-B3D3-19365A0F9272}" type="presOf" srcId="{09FE8144-A769-418D-91F7-3628B9C2AF1C}" destId="{A3143946-E43E-43A2-AD6C-1A81E6D5ECDE}" srcOrd="0" destOrd="0" presId="urn:microsoft.com/office/officeart/2005/8/layout/lProcess1"/>
    <dgm:cxn modelId="{E4017354-6D79-4D6E-99C3-93583DB44276}" srcId="{634F4683-6B5A-424C-A37F-F3A60E248A6D}" destId="{2F7FE46F-8A9E-4DF5-9A41-7BECF922682C}" srcOrd="1" destOrd="0" parTransId="{5895046C-44DE-4994-BE0B-C32273649FF3}" sibTransId="{BC55CA06-4F86-4D28-A15B-0AC1C5A4091C}"/>
    <dgm:cxn modelId="{2CD09575-E694-4D64-ACC5-75A071C564C9}" type="presOf" srcId="{974C232C-98F1-4CCE-A7DB-8398977EB557}" destId="{06B3C83E-31B4-416C-B720-9DF921F71699}" srcOrd="0" destOrd="0" presId="urn:microsoft.com/office/officeart/2005/8/layout/lProcess1"/>
    <dgm:cxn modelId="{BBC1DE55-5608-4C33-B171-0CBA35E5F880}" type="presOf" srcId="{E24561B7-BBF9-41BB-99B4-44C55C352A02}" destId="{6FC85E44-F262-42F7-BEA1-CBD0E3759FA3}" srcOrd="0" destOrd="0" presId="urn:microsoft.com/office/officeart/2005/8/layout/lProcess1"/>
    <dgm:cxn modelId="{5376AB59-8A2D-4BFC-837A-7E7BBDC35881}" srcId="{811ADA60-C33D-4CF4-9CF6-C32C6485E7F0}" destId="{8EEBC39E-C25B-4C62-BB92-567FC54BE38A}" srcOrd="5" destOrd="0" parTransId="{0DC4E01C-4D43-49A6-83B7-BA00640053A1}" sibTransId="{C1F61013-0973-4DBE-9960-33B95368C470}"/>
    <dgm:cxn modelId="{BA733F5A-B30E-4E60-A449-C4481605AB29}" type="presOf" srcId="{ED560E73-934D-4847-B33C-88350A578BD2}" destId="{22E390B5-9F75-40BF-8BFB-D6928BACFFFA}" srcOrd="0" destOrd="0" presId="urn:microsoft.com/office/officeart/2005/8/layout/lProcess1"/>
    <dgm:cxn modelId="{6C13537C-9376-46B0-81CE-27FB94933EDF}" type="presOf" srcId="{2F7FE46F-8A9E-4DF5-9A41-7BECF922682C}" destId="{471370E5-8CA3-4A57-9C12-6E20C9EBD4BA}" srcOrd="0" destOrd="0" presId="urn:microsoft.com/office/officeart/2005/8/layout/lProcess1"/>
    <dgm:cxn modelId="{A500BD7F-4BD6-4D2D-A435-F56C8D22A1C7}" srcId="{811ADA60-C33D-4CF4-9CF6-C32C6485E7F0}" destId="{E46D0CD5-3732-4654-AEBF-6A87F640DA12}" srcOrd="0" destOrd="0" parTransId="{18668F8B-2D49-4C7F-9020-3C0B0B3CF79E}" sibTransId="{F2EEC3A3-1AD5-4BAE-9045-4C73633B22B6}"/>
    <dgm:cxn modelId="{A6EFC580-A77A-4C4F-BDC7-212779C2FE2A}" srcId="{634F4683-6B5A-424C-A37F-F3A60E248A6D}" destId="{99A52D44-FB38-4864-9DF5-B755888E1113}" srcOrd="2" destOrd="0" parTransId="{91A614D4-72EC-4628-AB8F-6456B37C89F7}" sibTransId="{690D305C-2A15-4F9C-809D-26DD236721E1}"/>
    <dgm:cxn modelId="{8D00F783-B8CD-41F7-8FBC-026F7731EA92}" type="presOf" srcId="{FDBDC587-8DC8-4475-A8D0-B0F9BA9F57D2}" destId="{CD6D012F-FCC1-4C2C-90C2-F6FD3937C91C}" srcOrd="0" destOrd="0" presId="urn:microsoft.com/office/officeart/2005/8/layout/lProcess1"/>
    <dgm:cxn modelId="{016B3485-215F-4806-9EA7-9058922EFC19}" srcId="{173FFFD8-3B4C-4149-8735-F87D740941F7}" destId="{D7B01184-FB4F-4516-8E0E-D207A2CBA804}" srcOrd="0" destOrd="0" parTransId="{EAF72781-BE4B-49DF-A326-DF7DF5B02BF4}" sibTransId="{1D15CDE1-DA52-4419-AA32-AEC3144F58D2}"/>
    <dgm:cxn modelId="{40A5CA87-5597-44F2-9BC1-E0B860B77499}" type="presOf" srcId="{E83776A8-A3C3-432C-A255-38419175262E}" destId="{36F37AD4-11CD-472C-9ACC-43EE2772D8E2}" srcOrd="0" destOrd="0" presId="urn:microsoft.com/office/officeart/2005/8/layout/lProcess1"/>
    <dgm:cxn modelId="{819A7B88-9752-4ED7-8438-B94032988FB9}" type="presOf" srcId="{A7ED11F0-160F-4276-80B5-0B3197369FC4}" destId="{F63349F2-73BE-47DF-A938-526CD3178045}" srcOrd="0" destOrd="0" presId="urn:microsoft.com/office/officeart/2005/8/layout/lProcess1"/>
    <dgm:cxn modelId="{0D76A88A-4824-460F-BC18-279D93BA08C6}" type="presOf" srcId="{3F71EB60-C84F-4B11-A926-3161F3D57B57}" destId="{6296772F-DCB4-4B5B-9FDD-97384A66C45B}" srcOrd="0" destOrd="0" presId="urn:microsoft.com/office/officeart/2005/8/layout/lProcess1"/>
    <dgm:cxn modelId="{039CC68D-428C-42BB-BD7B-D2804B81A631}" srcId="{811ADA60-C33D-4CF4-9CF6-C32C6485E7F0}" destId="{932A399C-670C-46A1-A838-DDF28B1DBBDB}" srcOrd="2" destOrd="0" parTransId="{2524047D-3F41-40AE-A470-C42C373680E1}" sibTransId="{252F1682-1605-4EB0-A151-177F018F8CF8}"/>
    <dgm:cxn modelId="{D1D93191-847F-4ED1-9E2F-C3E6F34628D8}" type="presOf" srcId="{C0003164-DB1D-4A8A-A54E-708DD45A6E1D}" destId="{6E4E66C5-083F-4CB2-8B34-415D06D256AF}" srcOrd="0" destOrd="0" presId="urn:microsoft.com/office/officeart/2005/8/layout/lProcess1"/>
    <dgm:cxn modelId="{A103CA93-861B-4F35-A7E9-9D85BE15EE7F}" type="presOf" srcId="{B1B062CB-8F49-4147-BA80-9FDE37D6C25B}" destId="{82448C01-4245-48B9-A368-B8802AE0A420}" srcOrd="0" destOrd="0" presId="urn:microsoft.com/office/officeart/2005/8/layout/lProcess1"/>
    <dgm:cxn modelId="{FC030296-26F4-4B1C-B117-26AB96D1DA3D}" srcId="{9D10625E-DC12-49E1-8FDE-DCEA50C4DDB0}" destId="{257866FF-F357-49E3-B70D-4BD881368410}" srcOrd="0" destOrd="0" parTransId="{117CCFD6-455B-439D-8EF2-BF436C65B20B}" sibTransId="{975F7F8C-5F54-4725-AE4B-32EB29398BCE}"/>
    <dgm:cxn modelId="{98507D98-EF41-4A23-B46B-B237EA0B6A5A}" srcId="{9D10625E-DC12-49E1-8FDE-DCEA50C4DDB0}" destId="{80D3A726-0DCC-4712-8222-43BAD6F3B96E}" srcOrd="2" destOrd="0" parTransId="{179AAB43-F8BC-415E-AFEC-F9F440933728}" sibTransId="{7AB4CD02-E133-4EAF-8377-180B9B08330F}"/>
    <dgm:cxn modelId="{7A805D99-8C3E-448A-A924-17060F3C4D8C}" srcId="{173FFFD8-3B4C-4149-8735-F87D740941F7}" destId="{317C8C2C-CA34-4AAE-BA73-DEA3C891E5C2}" srcOrd="2" destOrd="0" parTransId="{58CC6C12-5861-469E-9904-C4A961B7C232}" sibTransId="{61A2B2D6-93ED-4788-8E3C-ABC152A18ED0}"/>
    <dgm:cxn modelId="{53D4C499-7FB9-47F2-BECD-404BECE05C2E}" type="presOf" srcId="{985237E8-6A70-4915-9747-4F36174D79AF}" destId="{02511BDF-4EBA-49BB-89B5-977B88F9F31A}" srcOrd="0" destOrd="0" presId="urn:microsoft.com/office/officeart/2005/8/layout/lProcess1"/>
    <dgm:cxn modelId="{9E3B809A-086D-405F-B07E-BFEBCDCF82CC}" srcId="{E46D0CD5-3732-4654-AEBF-6A87F640DA12}" destId="{ADA10722-E0B3-4E0D-B5B4-F5EBD7F0A5F6}" srcOrd="2" destOrd="0" parTransId="{0A1F4666-7A5F-4361-A08F-FDB7CDD0D467}" sibTransId="{6CFE3848-272A-4085-966F-8E7329265C7E}"/>
    <dgm:cxn modelId="{B7574F9C-F840-4BBC-AD02-CB90863D16C0}" type="presOf" srcId="{BC55CA06-4F86-4D28-A15B-0AC1C5A4091C}" destId="{81696711-A291-4BA2-9CDD-95A1580C848F}" srcOrd="0" destOrd="0" presId="urn:microsoft.com/office/officeart/2005/8/layout/lProcess1"/>
    <dgm:cxn modelId="{C8B97C9D-1C8D-4DB8-9FDE-A0FBBC4B3623}" srcId="{811ADA60-C33D-4CF4-9CF6-C32C6485E7F0}" destId="{634F4683-6B5A-424C-A37F-F3A60E248A6D}" srcOrd="8" destOrd="0" parTransId="{E2B66A1E-AA14-4526-ACEA-BE4ADB75B38F}" sibTransId="{4526A2C8-03E6-41B1-BFB5-FC27036D43A1}"/>
    <dgm:cxn modelId="{E8C31EA5-B68A-4BFD-B9E3-D6DDBAB7E405}" srcId="{932A399C-670C-46A1-A838-DDF28B1DBBDB}" destId="{89F9A759-BD6D-4952-BFCB-767918A3E80D}" srcOrd="0" destOrd="0" parTransId="{CB2F9DB0-FB80-4D1C-A171-8916FBBE11A3}" sibTransId="{2017B720-6AA3-438F-B047-F1618A3E97FF}"/>
    <dgm:cxn modelId="{AECA1BAC-C31D-4C5E-851C-7E77178FAE82}" type="presOf" srcId="{B9172917-6F40-44BA-B767-8156D4EF1608}" destId="{DD9D5D87-C99E-4B04-81B4-87AD7C1FDDC9}" srcOrd="0" destOrd="0" presId="urn:microsoft.com/office/officeart/2005/8/layout/lProcess1"/>
    <dgm:cxn modelId="{3ACA34AC-F7A5-4D33-B525-B06E69672A6B}" type="presOf" srcId="{A64FB871-7F68-4369-B2B7-84F2449EB115}" destId="{5C1F9265-C095-4DB9-9DF5-F4276FBF0A49}" srcOrd="0" destOrd="0" presId="urn:microsoft.com/office/officeart/2005/8/layout/lProcess1"/>
    <dgm:cxn modelId="{E253E0AC-C65F-4213-BF59-6F0E8C9B4EF8}" srcId="{D91F71F5-25C8-4E3F-83BA-D609ADD757AC}" destId="{9481177C-D67F-4C07-A890-98A950C2C665}" srcOrd="0" destOrd="0" parTransId="{F6B0B8F7-3EFA-4893-9C2F-6BF3611F9C91}" sibTransId="{ED560E73-934D-4847-B33C-88350A578BD2}"/>
    <dgm:cxn modelId="{4FABA3AD-1A48-4988-BFFF-A5309CE52FF0}" type="presOf" srcId="{89F9A759-BD6D-4952-BFCB-767918A3E80D}" destId="{E98582AF-59B5-409B-AD06-308E7D682D26}" srcOrd="0" destOrd="0" presId="urn:microsoft.com/office/officeart/2005/8/layout/lProcess1"/>
    <dgm:cxn modelId="{388262B1-0A7C-48CE-86FE-5AA76AE832ED}" srcId="{D01B48E1-3649-4DCE-A930-AC9F262FEBD3}" destId="{34147441-1D7A-47E1-B515-463CB98C0A45}" srcOrd="1" destOrd="0" parTransId="{C08B6568-AFF2-4B0C-AB2F-86A22B05FEB9}" sibTransId="{FDBDC587-8DC8-4475-A8D0-B0F9BA9F57D2}"/>
    <dgm:cxn modelId="{09BAF3B3-D8E5-4439-8E49-9CC7EDDCEBC7}" type="presOf" srcId="{80D3A726-0DCC-4712-8222-43BAD6F3B96E}" destId="{2AAA047B-346D-4C0C-9C1C-0C831AB26702}" srcOrd="0" destOrd="0" presId="urn:microsoft.com/office/officeart/2005/8/layout/lProcess1"/>
    <dgm:cxn modelId="{3F7EDDB4-DAF5-4467-81A7-F5F9C3C51B33}" srcId="{9D10625E-DC12-49E1-8FDE-DCEA50C4DDB0}" destId="{D638D907-7CD6-4A1E-AC96-65870F6CE6D7}" srcOrd="1" destOrd="0" parTransId="{E507F22C-7AD9-4EEB-84A9-E3037782426A}" sibTransId="{23394E20-E10F-4D0E-9813-3A7C5DAF19E7}"/>
    <dgm:cxn modelId="{425E44B5-0421-4EE4-AD29-24CA87E7E7D3}" type="presOf" srcId="{D638D907-7CD6-4A1E-AC96-65870F6CE6D7}" destId="{008403F5-3CCF-4714-92E3-3F257D4E3619}" srcOrd="0" destOrd="0" presId="urn:microsoft.com/office/officeart/2005/8/layout/lProcess1"/>
    <dgm:cxn modelId="{0979A9B8-482E-4C31-ADAB-12F916D94A4D}" type="presOf" srcId="{4BE7B6BD-A2C0-47A1-BD34-E18E32E2CB77}" destId="{8E5A1F48-C565-41C9-838E-C660AB7D755B}" srcOrd="0" destOrd="0" presId="urn:microsoft.com/office/officeart/2005/8/layout/lProcess1"/>
    <dgm:cxn modelId="{746419B9-6DE9-419A-9469-184DABE1CB97}" type="presOf" srcId="{78B33A29-2044-4E8D-8F8C-395ECC41234C}" destId="{C247987B-CA4D-430A-8D7D-15580F0F9AEE}" srcOrd="0" destOrd="0" presId="urn:microsoft.com/office/officeart/2005/8/layout/lProcess1"/>
    <dgm:cxn modelId="{CFDB56B9-7401-439B-BB3F-3DAFC5DC6FA2}" type="presOf" srcId="{634F4683-6B5A-424C-A37F-F3A60E248A6D}" destId="{DDE25332-3F4B-42D5-A1F2-83888B98F15C}" srcOrd="0" destOrd="0" presId="urn:microsoft.com/office/officeart/2005/8/layout/lProcess1"/>
    <dgm:cxn modelId="{CACEBABF-4F5D-473C-84C7-7C2B2BF0FF64}" type="presOf" srcId="{FA3752A7-A25D-4D57-8156-0012160C9B87}" destId="{A1D84C73-64D3-441B-87AF-39348533B754}" srcOrd="0" destOrd="0" presId="urn:microsoft.com/office/officeart/2005/8/layout/lProcess1"/>
    <dgm:cxn modelId="{C2C9C8BF-6C1B-44B6-BF73-E9E89A4332C4}" type="presOf" srcId="{23394E20-E10F-4D0E-9813-3A7C5DAF19E7}" destId="{F76694B4-4888-4BF3-BEFD-B272CE23CF63}" srcOrd="0" destOrd="0" presId="urn:microsoft.com/office/officeart/2005/8/layout/lProcess1"/>
    <dgm:cxn modelId="{50E058C0-B9BF-4F4C-B486-E0928310A25A}" type="presOf" srcId="{FEA733C3-9C31-4EC4-AC14-E15B4FC38C99}" destId="{077F8FF6-A278-43EE-9DE5-FCC2F976C19C}" srcOrd="0" destOrd="0" presId="urn:microsoft.com/office/officeart/2005/8/layout/lProcess1"/>
    <dgm:cxn modelId="{24B41BC1-3D48-45A5-AB82-DBCDD9A85C8C}" srcId="{8EEBC39E-C25B-4C62-BB92-567FC54BE38A}" destId="{AF7A5F45-028E-40F1-9D0D-0964FCAD2425}" srcOrd="2" destOrd="0" parTransId="{94156487-E7EA-48C6-9EC6-4E794C1019DF}" sibTransId="{4BE76B3A-6659-462F-87C3-B24EE766900B}"/>
    <dgm:cxn modelId="{CD9513C5-2956-4125-A09A-228822271BA5}" type="presOf" srcId="{99A52D44-FB38-4864-9DF5-B755888E1113}" destId="{0D201B54-1E3C-47A6-B8A4-FA50B8BF93D5}" srcOrd="0" destOrd="0" presId="urn:microsoft.com/office/officeart/2005/8/layout/lProcess1"/>
    <dgm:cxn modelId="{BFB431C6-0BBE-4AB9-986E-518F8A618059}" type="presOf" srcId="{2B21E074-7A86-424F-B390-018726699948}" destId="{5319F337-E53A-4A71-8829-4985BACD58EA}" srcOrd="0" destOrd="0" presId="urn:microsoft.com/office/officeart/2005/8/layout/lProcess1"/>
    <dgm:cxn modelId="{23DDDEC6-D22B-482E-A9B2-B374DB680C66}" srcId="{D91F71F5-25C8-4E3F-83BA-D609ADD757AC}" destId="{12A8E46E-DAB0-4369-B32E-3292883778E1}" srcOrd="1" destOrd="0" parTransId="{4BD596CB-C431-482A-A5B9-54C3BB6694A8}" sibTransId="{B9172917-6F40-44BA-B767-8156D4EF1608}"/>
    <dgm:cxn modelId="{BA7771CE-21AF-43B3-A14E-BC7886779125}" type="presOf" srcId="{CB2F9DB0-FB80-4D1C-A171-8916FBBE11A3}" destId="{565D07AB-21E5-4019-8F5D-384B319A7A27}" srcOrd="0" destOrd="0" presId="urn:microsoft.com/office/officeart/2005/8/layout/lProcess1"/>
    <dgm:cxn modelId="{55188ACE-35AD-410F-94E0-232672B8A16D}" srcId="{48B3F51A-2A63-48A2-80D6-74011361D996}" destId="{214E27F3-1D26-4BDE-9C81-7FA6088954E6}" srcOrd="2" destOrd="0" parTransId="{6D9F00E8-EC75-4544-8AD4-ED8B3D14F889}" sibTransId="{DFBB25DB-A1E6-476D-BB46-7581001BF300}"/>
    <dgm:cxn modelId="{06C1B3CE-085F-45C0-AB31-7872E0455DDC}" srcId="{4BE7B6BD-A2C0-47A1-BD34-E18E32E2CB77}" destId="{923A587D-7600-4084-8899-65882F9D3879}" srcOrd="2" destOrd="0" parTransId="{BBA6969A-7E79-454B-BCB4-907DEAB73F51}" sibTransId="{C45CC880-BA0E-43AF-AB70-9560B57EE279}"/>
    <dgm:cxn modelId="{058F00D3-9172-4F0E-AB51-E1A10D2F1404}" srcId="{811ADA60-C33D-4CF4-9CF6-C32C6485E7F0}" destId="{D01B48E1-3649-4DCE-A930-AC9F262FEBD3}" srcOrd="9" destOrd="0" parTransId="{88093664-8B01-42C8-BC3D-072A2C594FD1}" sibTransId="{8A2B4BE3-F94A-4D31-BBDE-9B9C584A716B}"/>
    <dgm:cxn modelId="{FADA88D8-7952-419D-B40A-26E2F282C9F2}" type="presOf" srcId="{12A8E46E-DAB0-4369-B32E-3292883778E1}" destId="{3ADB2349-BDFC-40A8-B9C4-1A975987B93D}" srcOrd="0" destOrd="0" presId="urn:microsoft.com/office/officeart/2005/8/layout/lProcess1"/>
    <dgm:cxn modelId="{2766C9D9-B36B-4FCE-BAED-C9624B71F7ED}" srcId="{D01B48E1-3649-4DCE-A930-AC9F262FEBD3}" destId="{741B1682-D1BB-4C23-8C66-26AFB76DB7B4}" srcOrd="0" destOrd="0" parTransId="{AB657426-2957-444F-BB39-B0F393C19900}" sibTransId="{FEA733C3-9C31-4EC4-AC14-E15B4FC38C99}"/>
    <dgm:cxn modelId="{7DB063DA-5350-40DF-BB19-AFDD26995E66}" type="presOf" srcId="{ADA10722-E0B3-4E0D-B5B4-F5EBD7F0A5F6}" destId="{A3F43D9B-CD59-457D-ACA4-2D220507C193}" srcOrd="0" destOrd="0" presId="urn:microsoft.com/office/officeart/2005/8/layout/lProcess1"/>
    <dgm:cxn modelId="{1585CFDC-06CF-4D0A-84D5-14D9392201E4}" srcId="{932A399C-670C-46A1-A838-DDF28B1DBBDB}" destId="{09FE8144-A769-418D-91F7-3628B9C2AF1C}" srcOrd="1" destOrd="0" parTransId="{2E97CCD6-B675-468E-9918-3CFDC036A189}" sibTransId="{6FCD3FC0-CEC6-43B3-90E1-18715C058F0A}"/>
    <dgm:cxn modelId="{B27F3BDE-B841-4A07-BF95-62C1D42B544F}" srcId="{8EEBC39E-C25B-4C62-BB92-567FC54BE38A}" destId="{E8E17863-2454-4458-9CB6-0B09FCDFE9F4}" srcOrd="1" destOrd="0" parTransId="{BF06D21B-43DF-4D11-A61E-839D20ABFBD1}" sibTransId="{C0003164-DB1D-4A8A-A54E-708DD45A6E1D}"/>
    <dgm:cxn modelId="{1E5878DF-D552-477D-A055-7B021F557F33}" type="presOf" srcId="{18F1AA15-183E-4509-B353-D73640D6C916}" destId="{3F2E433B-732E-4ACB-A542-BE48FE199F58}" srcOrd="0" destOrd="0" presId="urn:microsoft.com/office/officeart/2005/8/layout/lProcess1"/>
    <dgm:cxn modelId="{173DBFE0-1ABC-4944-AFF6-27FF01B4D18A}" type="presOf" srcId="{37868B6C-9D87-43EC-A62F-EB4B27A38481}" destId="{0A8D0DA0-72DE-4BED-97B1-474F1348B07C}" srcOrd="0" destOrd="0" presId="urn:microsoft.com/office/officeart/2005/8/layout/lProcess1"/>
    <dgm:cxn modelId="{CD24FFE3-0622-466F-9C15-9E0D53FB9755}" srcId="{634F4683-6B5A-424C-A37F-F3A60E248A6D}" destId="{B1B062CB-8F49-4147-BA80-9FDE37D6C25B}" srcOrd="0" destOrd="0" parTransId="{8DE664DA-B402-4696-8499-DDA62129110D}" sibTransId="{5D8716D9-8A96-4B25-9EA3-AEA112D69654}"/>
    <dgm:cxn modelId="{56C718E7-E463-495E-8286-BC8149C40D71}" srcId="{48B3F51A-2A63-48A2-80D6-74011361D996}" destId="{78B33A29-2044-4E8D-8F8C-395ECC41234C}" srcOrd="0" destOrd="0" parTransId="{E83776A8-A3C3-432C-A255-38419175262E}" sibTransId="{E24561B7-BBF9-41BB-99B4-44C55C352A02}"/>
    <dgm:cxn modelId="{79F0BDE7-A508-4675-BEF4-C42636EB1EA5}" srcId="{48B3F51A-2A63-48A2-80D6-74011361D996}" destId="{974C232C-98F1-4CCE-A7DB-8398977EB557}" srcOrd="1" destOrd="0" parTransId="{ED081E7C-19C4-4DBE-9F12-B16932BD205A}" sibTransId="{7A628AA7-3525-4AFD-95F8-13D9D7E2655E}"/>
    <dgm:cxn modelId="{54B635EF-B33B-4EBC-A11D-A8B7CED6F053}" type="presOf" srcId="{5D8716D9-8A96-4B25-9EA3-AEA112D69654}" destId="{A43DEDA5-C14A-4F6A-9DB9-AB49C5AB225A}" srcOrd="0" destOrd="0" presId="urn:microsoft.com/office/officeart/2005/8/layout/lProcess1"/>
    <dgm:cxn modelId="{2D082FF4-D887-4498-B799-143664D99FEB}" type="presOf" srcId="{257866FF-F357-49E3-B70D-4BD881368410}" destId="{E8954F44-E750-4042-AE84-2F17C30FA0E7}" srcOrd="0" destOrd="0" presId="urn:microsoft.com/office/officeart/2005/8/layout/lProcess1"/>
    <dgm:cxn modelId="{D8269CF5-5E43-425C-A3FA-E36C4C1A0CAD}" srcId="{811ADA60-C33D-4CF4-9CF6-C32C6485E7F0}" destId="{173FFFD8-3B4C-4149-8735-F87D740941F7}" srcOrd="7" destOrd="0" parTransId="{E62AAC60-062C-4802-AA1A-5F110DE7A1E0}" sibTransId="{FCD45573-8E9C-47C8-B798-10DF3FA19F6E}"/>
    <dgm:cxn modelId="{1DBB21FB-B1D1-4B08-A69C-78C4D2EAB1C8}" type="presOf" srcId="{73DBFB0F-D29B-4599-8095-D40AF0C11E36}" destId="{CA49AFE5-CF76-42A5-8D80-21BEEE88CCE2}" srcOrd="0" destOrd="0" presId="urn:microsoft.com/office/officeart/2005/8/layout/lProcess1"/>
    <dgm:cxn modelId="{066114FC-8B49-4672-AF5A-AE4F4BBB65FA}" srcId="{E46D0CD5-3732-4654-AEBF-6A87F640DA12}" destId="{30619691-0B23-4475-942E-BF7BFE1027CD}" srcOrd="0" destOrd="0" parTransId="{A913BFBC-FF8E-491B-B286-AB0A27B9827D}" sibTransId="{A7ED11F0-160F-4276-80B5-0B3197369FC4}"/>
    <dgm:cxn modelId="{CCE20706-9578-4BBD-9098-A43BA6E3515D}" type="presParOf" srcId="{AF67EFDB-D1B0-44EB-AA4B-5E28C6F8FEEF}" destId="{A35A8367-0A39-426D-AEA7-28BE782CAAF3}" srcOrd="0" destOrd="0" presId="urn:microsoft.com/office/officeart/2005/8/layout/lProcess1"/>
    <dgm:cxn modelId="{DD9A3DA2-1196-4F73-ABB3-55536A3AE109}" type="presParOf" srcId="{A35A8367-0A39-426D-AEA7-28BE782CAAF3}" destId="{5201CA16-D901-4C62-8D71-84B818EDD58C}" srcOrd="0" destOrd="0" presId="urn:microsoft.com/office/officeart/2005/8/layout/lProcess1"/>
    <dgm:cxn modelId="{E6D1284B-7A10-4726-8A94-DCA7E70DB1E7}" type="presParOf" srcId="{A35A8367-0A39-426D-AEA7-28BE782CAAF3}" destId="{E4DA1321-CA22-4C62-A4E9-052B8E9B6C12}" srcOrd="1" destOrd="0" presId="urn:microsoft.com/office/officeart/2005/8/layout/lProcess1"/>
    <dgm:cxn modelId="{D1988743-6431-4405-8B6A-64F411269F72}" type="presParOf" srcId="{A35A8367-0A39-426D-AEA7-28BE782CAAF3}" destId="{76530A6B-EC16-438F-918A-27F841C90456}" srcOrd="2" destOrd="0" presId="urn:microsoft.com/office/officeart/2005/8/layout/lProcess1"/>
    <dgm:cxn modelId="{99D8E834-04A3-4C0A-9478-A6285DDA0614}" type="presParOf" srcId="{A35A8367-0A39-426D-AEA7-28BE782CAAF3}" destId="{F63349F2-73BE-47DF-A938-526CD3178045}" srcOrd="3" destOrd="0" presId="urn:microsoft.com/office/officeart/2005/8/layout/lProcess1"/>
    <dgm:cxn modelId="{6BBE8768-F60E-4A55-A111-D29286D1BE92}" type="presParOf" srcId="{A35A8367-0A39-426D-AEA7-28BE782CAAF3}" destId="{5319F337-E53A-4A71-8829-4985BACD58EA}" srcOrd="4" destOrd="0" presId="urn:microsoft.com/office/officeart/2005/8/layout/lProcess1"/>
    <dgm:cxn modelId="{C2556479-DC4C-4473-A125-A7D3C9DEEBFC}" type="presParOf" srcId="{A35A8367-0A39-426D-AEA7-28BE782CAAF3}" destId="{CA49AFE5-CF76-42A5-8D80-21BEEE88CCE2}" srcOrd="5" destOrd="0" presId="urn:microsoft.com/office/officeart/2005/8/layout/lProcess1"/>
    <dgm:cxn modelId="{6AD0ED04-F69C-4ECF-84D4-262086EAAC33}" type="presParOf" srcId="{A35A8367-0A39-426D-AEA7-28BE782CAAF3}" destId="{A3F43D9B-CD59-457D-ACA4-2D220507C193}" srcOrd="6" destOrd="0" presId="urn:microsoft.com/office/officeart/2005/8/layout/lProcess1"/>
    <dgm:cxn modelId="{C073FD36-D5B4-4795-B5EF-E9A64F9559B6}" type="presParOf" srcId="{AF67EFDB-D1B0-44EB-AA4B-5E28C6F8FEEF}" destId="{B320237C-FB01-49CA-A284-2EE7ADA8D537}" srcOrd="1" destOrd="0" presId="urn:microsoft.com/office/officeart/2005/8/layout/lProcess1"/>
    <dgm:cxn modelId="{8AD6B1B1-E487-4E37-860C-F77D2A2069B0}" type="presParOf" srcId="{AF67EFDB-D1B0-44EB-AA4B-5E28C6F8FEEF}" destId="{A21B84AC-83EF-4105-8BCC-4449A6AD16A5}" srcOrd="2" destOrd="0" presId="urn:microsoft.com/office/officeart/2005/8/layout/lProcess1"/>
    <dgm:cxn modelId="{8DBEBB31-E8BA-4077-9420-3C8CE9506502}" type="presParOf" srcId="{A21B84AC-83EF-4105-8BCC-4449A6AD16A5}" destId="{97885529-F2E5-4615-9BAB-3B840CD26E1C}" srcOrd="0" destOrd="0" presId="urn:microsoft.com/office/officeart/2005/8/layout/lProcess1"/>
    <dgm:cxn modelId="{862A1431-CFA6-417B-AFB2-2F2FD3C7DACE}" type="presParOf" srcId="{A21B84AC-83EF-4105-8BCC-4449A6AD16A5}" destId="{36F37AD4-11CD-472C-9ACC-43EE2772D8E2}" srcOrd="1" destOrd="0" presId="urn:microsoft.com/office/officeart/2005/8/layout/lProcess1"/>
    <dgm:cxn modelId="{55185F0B-49BD-4142-BC52-7CED632E5733}" type="presParOf" srcId="{A21B84AC-83EF-4105-8BCC-4449A6AD16A5}" destId="{C247987B-CA4D-430A-8D7D-15580F0F9AEE}" srcOrd="2" destOrd="0" presId="urn:microsoft.com/office/officeart/2005/8/layout/lProcess1"/>
    <dgm:cxn modelId="{F2CFCFF8-767F-41B0-B925-166B0609B929}" type="presParOf" srcId="{A21B84AC-83EF-4105-8BCC-4449A6AD16A5}" destId="{6FC85E44-F262-42F7-BEA1-CBD0E3759FA3}" srcOrd="3" destOrd="0" presId="urn:microsoft.com/office/officeart/2005/8/layout/lProcess1"/>
    <dgm:cxn modelId="{85B83901-7AC9-42A6-89F9-7183D696E28B}" type="presParOf" srcId="{A21B84AC-83EF-4105-8BCC-4449A6AD16A5}" destId="{06B3C83E-31B4-416C-B720-9DF921F71699}" srcOrd="4" destOrd="0" presId="urn:microsoft.com/office/officeart/2005/8/layout/lProcess1"/>
    <dgm:cxn modelId="{0E7BB935-E446-46ED-A962-64D2168EEB3E}" type="presParOf" srcId="{A21B84AC-83EF-4105-8BCC-4449A6AD16A5}" destId="{7221822F-5B04-4BDE-9319-0C88B8BE0127}" srcOrd="5" destOrd="0" presId="urn:microsoft.com/office/officeart/2005/8/layout/lProcess1"/>
    <dgm:cxn modelId="{35585B4E-55C1-47E2-8F79-98C7B3F712A1}" type="presParOf" srcId="{A21B84AC-83EF-4105-8BCC-4449A6AD16A5}" destId="{B66A4D8E-110C-4FE1-A3A3-0ABFBAECD06E}" srcOrd="6" destOrd="0" presId="urn:microsoft.com/office/officeart/2005/8/layout/lProcess1"/>
    <dgm:cxn modelId="{16B09BB4-E847-4890-8821-8BF15E51674E}" type="presParOf" srcId="{AF67EFDB-D1B0-44EB-AA4B-5E28C6F8FEEF}" destId="{E33600C3-FF1C-4E8B-B9E4-9FAFA47988FB}" srcOrd="3" destOrd="0" presId="urn:microsoft.com/office/officeart/2005/8/layout/lProcess1"/>
    <dgm:cxn modelId="{C44E97DF-FF3F-4BAF-829F-ECDC9EAA79B0}" type="presParOf" srcId="{AF67EFDB-D1B0-44EB-AA4B-5E28C6F8FEEF}" destId="{B9C9CC66-4732-4488-B58F-F6745758AD20}" srcOrd="4" destOrd="0" presId="urn:microsoft.com/office/officeart/2005/8/layout/lProcess1"/>
    <dgm:cxn modelId="{E24F8BCD-B8CE-47FD-A6BB-30EE19448E6E}" type="presParOf" srcId="{B9C9CC66-4732-4488-B58F-F6745758AD20}" destId="{7BA8C5E8-A150-49B7-BC80-5482B5A1B396}" srcOrd="0" destOrd="0" presId="urn:microsoft.com/office/officeart/2005/8/layout/lProcess1"/>
    <dgm:cxn modelId="{8E27689D-B296-4E3F-B5A8-6B2AEB39F9DA}" type="presParOf" srcId="{B9C9CC66-4732-4488-B58F-F6745758AD20}" destId="{565D07AB-21E5-4019-8F5D-384B319A7A27}" srcOrd="1" destOrd="0" presId="urn:microsoft.com/office/officeart/2005/8/layout/lProcess1"/>
    <dgm:cxn modelId="{CB8E1808-B101-4524-95A3-E27BAB39EFF0}" type="presParOf" srcId="{B9C9CC66-4732-4488-B58F-F6745758AD20}" destId="{E98582AF-59B5-409B-AD06-308E7D682D26}" srcOrd="2" destOrd="0" presId="urn:microsoft.com/office/officeart/2005/8/layout/lProcess1"/>
    <dgm:cxn modelId="{92F13996-0F06-407B-B157-F0193252AB5F}" type="presParOf" srcId="{B9C9CC66-4732-4488-B58F-F6745758AD20}" destId="{38B785F8-E1F3-4CD4-A5D1-F2C95168E109}" srcOrd="3" destOrd="0" presId="urn:microsoft.com/office/officeart/2005/8/layout/lProcess1"/>
    <dgm:cxn modelId="{DDD0386B-F68D-4A15-8CCB-7D3CA8386E1E}" type="presParOf" srcId="{B9C9CC66-4732-4488-B58F-F6745758AD20}" destId="{A3143946-E43E-43A2-AD6C-1A81E6D5ECDE}" srcOrd="4" destOrd="0" presId="urn:microsoft.com/office/officeart/2005/8/layout/lProcess1"/>
    <dgm:cxn modelId="{1DE8C313-9209-41F6-B400-0F23FDFFC22F}" type="presParOf" srcId="{B9C9CC66-4732-4488-B58F-F6745758AD20}" destId="{68771504-E283-4E3D-9DB4-53062D6D6427}" srcOrd="5" destOrd="0" presId="urn:microsoft.com/office/officeart/2005/8/layout/lProcess1"/>
    <dgm:cxn modelId="{910E6C67-B63D-4C68-98E1-ECDBF0A2884D}" type="presParOf" srcId="{B9C9CC66-4732-4488-B58F-F6745758AD20}" destId="{31E2310E-9F4F-4BB1-A5CB-995100F5B734}" srcOrd="6" destOrd="0" presId="urn:microsoft.com/office/officeart/2005/8/layout/lProcess1"/>
    <dgm:cxn modelId="{3952B2E9-CA35-4BAB-B1E5-3EB70DEAD887}" type="presParOf" srcId="{AF67EFDB-D1B0-44EB-AA4B-5E28C6F8FEEF}" destId="{550A993B-5DF7-406A-A9A5-269D8F883834}" srcOrd="5" destOrd="0" presId="urn:microsoft.com/office/officeart/2005/8/layout/lProcess1"/>
    <dgm:cxn modelId="{E3333F02-EAD8-41B1-8E7D-C50B824BD5A2}" type="presParOf" srcId="{AF67EFDB-D1B0-44EB-AA4B-5E28C6F8FEEF}" destId="{88AD26DB-CEF9-426B-B88E-FEE4070AAF42}" srcOrd="6" destOrd="0" presId="urn:microsoft.com/office/officeart/2005/8/layout/lProcess1"/>
    <dgm:cxn modelId="{AA7E2026-BE8C-4D5C-8818-A65977755F59}" type="presParOf" srcId="{88AD26DB-CEF9-426B-B88E-FEE4070AAF42}" destId="{6DD8E08E-596F-4C0F-B04A-84174FDD0493}" srcOrd="0" destOrd="0" presId="urn:microsoft.com/office/officeart/2005/8/layout/lProcess1"/>
    <dgm:cxn modelId="{8A21A7E1-9F8B-46AE-9234-C884A19E177A}" type="presParOf" srcId="{88AD26DB-CEF9-426B-B88E-FEE4070AAF42}" destId="{45D29C7F-D8CD-4F48-B082-7A61A7F2E572}" srcOrd="1" destOrd="0" presId="urn:microsoft.com/office/officeart/2005/8/layout/lProcess1"/>
    <dgm:cxn modelId="{1AD8BB49-F906-4AF9-B7AE-92C334D22EA8}" type="presParOf" srcId="{88AD26DB-CEF9-426B-B88E-FEE4070AAF42}" destId="{F2A7F541-8D03-4E48-9F7D-C5D45D6ED474}" srcOrd="2" destOrd="0" presId="urn:microsoft.com/office/officeart/2005/8/layout/lProcess1"/>
    <dgm:cxn modelId="{E9F02389-3456-45E9-B0AE-08D42C1C77D9}" type="presParOf" srcId="{88AD26DB-CEF9-426B-B88E-FEE4070AAF42}" destId="{22E390B5-9F75-40BF-8BFB-D6928BACFFFA}" srcOrd="3" destOrd="0" presId="urn:microsoft.com/office/officeart/2005/8/layout/lProcess1"/>
    <dgm:cxn modelId="{6B5F641B-835E-4972-9E55-06369E1B3E43}" type="presParOf" srcId="{88AD26DB-CEF9-426B-B88E-FEE4070AAF42}" destId="{3ADB2349-BDFC-40A8-B9C4-1A975987B93D}" srcOrd="4" destOrd="0" presId="urn:microsoft.com/office/officeart/2005/8/layout/lProcess1"/>
    <dgm:cxn modelId="{27BE4B6B-F1B8-4601-BB95-F942D1D8BDDC}" type="presParOf" srcId="{88AD26DB-CEF9-426B-B88E-FEE4070AAF42}" destId="{DD9D5D87-C99E-4B04-81B4-87AD7C1FDDC9}" srcOrd="5" destOrd="0" presId="urn:microsoft.com/office/officeart/2005/8/layout/lProcess1"/>
    <dgm:cxn modelId="{88ECDB78-1E66-4234-B72A-E1DDEF6652B6}" type="presParOf" srcId="{88AD26DB-CEF9-426B-B88E-FEE4070AAF42}" destId="{990E9F14-BD1D-43DB-9C38-972406769CE2}" srcOrd="6" destOrd="0" presId="urn:microsoft.com/office/officeart/2005/8/layout/lProcess1"/>
    <dgm:cxn modelId="{AA108393-1CE0-4B29-9DBA-A7EFBA58F350}" type="presParOf" srcId="{AF67EFDB-D1B0-44EB-AA4B-5E28C6F8FEEF}" destId="{0667365E-DC9A-49EE-9ABC-E4CD2BDDCA61}" srcOrd="7" destOrd="0" presId="urn:microsoft.com/office/officeart/2005/8/layout/lProcess1"/>
    <dgm:cxn modelId="{4B350807-33C6-472F-B84E-F2D43BB80B9C}" type="presParOf" srcId="{AF67EFDB-D1B0-44EB-AA4B-5E28C6F8FEEF}" destId="{EC446162-C4C8-42A1-BB5B-B40ED195A99D}" srcOrd="8" destOrd="0" presId="urn:microsoft.com/office/officeart/2005/8/layout/lProcess1"/>
    <dgm:cxn modelId="{1815EF75-7BF9-430C-B3AB-D7F0CABB011D}" type="presParOf" srcId="{EC446162-C4C8-42A1-BB5B-B40ED195A99D}" destId="{904CB5F1-A4AF-4916-9EEE-5D47615AC85D}" srcOrd="0" destOrd="0" presId="urn:microsoft.com/office/officeart/2005/8/layout/lProcess1"/>
    <dgm:cxn modelId="{4A0FBBDD-22DD-4E91-B80C-F23849D5AF07}" type="presParOf" srcId="{EC446162-C4C8-42A1-BB5B-B40ED195A99D}" destId="{996793E7-DD2F-436D-A4CB-DFC2B7A34877}" srcOrd="1" destOrd="0" presId="urn:microsoft.com/office/officeart/2005/8/layout/lProcess1"/>
    <dgm:cxn modelId="{7E7362B8-891C-48B3-8FC7-01EE423600DB}" type="presParOf" srcId="{EC446162-C4C8-42A1-BB5B-B40ED195A99D}" destId="{E8954F44-E750-4042-AE84-2F17C30FA0E7}" srcOrd="2" destOrd="0" presId="urn:microsoft.com/office/officeart/2005/8/layout/lProcess1"/>
    <dgm:cxn modelId="{60999D12-CD25-4048-8EDB-FAB7579AD4D0}" type="presParOf" srcId="{EC446162-C4C8-42A1-BB5B-B40ED195A99D}" destId="{4E98784E-7B21-4EEC-B82D-0AE7E071AD60}" srcOrd="3" destOrd="0" presId="urn:microsoft.com/office/officeart/2005/8/layout/lProcess1"/>
    <dgm:cxn modelId="{78220560-65DD-4AFF-85E2-FB2AFB685CE4}" type="presParOf" srcId="{EC446162-C4C8-42A1-BB5B-B40ED195A99D}" destId="{008403F5-3CCF-4714-92E3-3F257D4E3619}" srcOrd="4" destOrd="0" presId="urn:microsoft.com/office/officeart/2005/8/layout/lProcess1"/>
    <dgm:cxn modelId="{C975D36B-9F2D-4DDB-9CC9-6D1E63F4DF02}" type="presParOf" srcId="{EC446162-C4C8-42A1-BB5B-B40ED195A99D}" destId="{F76694B4-4888-4BF3-BEFD-B272CE23CF63}" srcOrd="5" destOrd="0" presId="urn:microsoft.com/office/officeart/2005/8/layout/lProcess1"/>
    <dgm:cxn modelId="{5D1AAD75-26F3-46EA-8F0B-3CB2961269D2}" type="presParOf" srcId="{EC446162-C4C8-42A1-BB5B-B40ED195A99D}" destId="{2AAA047B-346D-4C0C-9C1C-0C831AB26702}" srcOrd="6" destOrd="0" presId="urn:microsoft.com/office/officeart/2005/8/layout/lProcess1"/>
    <dgm:cxn modelId="{4871AAB4-1142-41DC-938E-3670B1F0DCC8}" type="presParOf" srcId="{AF67EFDB-D1B0-44EB-AA4B-5E28C6F8FEEF}" destId="{1F6BC0B7-43DC-4835-81DA-5997139C4CAA}" srcOrd="9" destOrd="0" presId="urn:microsoft.com/office/officeart/2005/8/layout/lProcess1"/>
    <dgm:cxn modelId="{D7541F6A-1767-4269-90D6-B42C57E56550}" type="presParOf" srcId="{AF67EFDB-D1B0-44EB-AA4B-5E28C6F8FEEF}" destId="{C896A3F7-85B7-477D-A52A-0B7A5DB5D680}" srcOrd="10" destOrd="0" presId="urn:microsoft.com/office/officeart/2005/8/layout/lProcess1"/>
    <dgm:cxn modelId="{DD244037-6F58-489B-B50F-2313361C0BB3}" type="presParOf" srcId="{C896A3F7-85B7-477D-A52A-0B7A5DB5D680}" destId="{81F5ECE6-25A1-4E1B-A3E4-A48E516A1DB7}" srcOrd="0" destOrd="0" presId="urn:microsoft.com/office/officeart/2005/8/layout/lProcess1"/>
    <dgm:cxn modelId="{2BC69F67-C19C-4BEC-BE49-93F3EE7609AA}" type="presParOf" srcId="{C896A3F7-85B7-477D-A52A-0B7A5DB5D680}" destId="{0A8D0DA0-72DE-4BED-97B1-474F1348B07C}" srcOrd="1" destOrd="0" presId="urn:microsoft.com/office/officeart/2005/8/layout/lProcess1"/>
    <dgm:cxn modelId="{36842F39-232E-4087-8F96-C6C513EA61B8}" type="presParOf" srcId="{C896A3F7-85B7-477D-A52A-0B7A5DB5D680}" destId="{3F2E433B-732E-4ACB-A542-BE48FE199F58}" srcOrd="2" destOrd="0" presId="urn:microsoft.com/office/officeart/2005/8/layout/lProcess1"/>
    <dgm:cxn modelId="{B3C7AB96-7082-4926-AE91-354CA91AA002}" type="presParOf" srcId="{C896A3F7-85B7-477D-A52A-0B7A5DB5D680}" destId="{02511BDF-4EBA-49BB-89B5-977B88F9F31A}" srcOrd="3" destOrd="0" presId="urn:microsoft.com/office/officeart/2005/8/layout/lProcess1"/>
    <dgm:cxn modelId="{1F6B7EF7-8866-424E-91BE-AF9783F90C52}" type="presParOf" srcId="{C896A3F7-85B7-477D-A52A-0B7A5DB5D680}" destId="{FDD97F75-3CD5-44A1-9C10-F7C1BDAE8999}" srcOrd="4" destOrd="0" presId="urn:microsoft.com/office/officeart/2005/8/layout/lProcess1"/>
    <dgm:cxn modelId="{115CE0AA-4814-4F51-BC56-CD6B12AE4CE2}" type="presParOf" srcId="{C896A3F7-85B7-477D-A52A-0B7A5DB5D680}" destId="{6E4E66C5-083F-4CB2-8B34-415D06D256AF}" srcOrd="5" destOrd="0" presId="urn:microsoft.com/office/officeart/2005/8/layout/lProcess1"/>
    <dgm:cxn modelId="{3FCBC5A0-9189-48EC-A43D-712FD6A5B3D5}" type="presParOf" srcId="{C896A3F7-85B7-477D-A52A-0B7A5DB5D680}" destId="{C141BE32-A817-4D09-BCDD-20E5234E183D}" srcOrd="6" destOrd="0" presId="urn:microsoft.com/office/officeart/2005/8/layout/lProcess1"/>
    <dgm:cxn modelId="{D9628273-40F6-4C08-87AA-D6CC1EE5F34B}" type="presParOf" srcId="{AF67EFDB-D1B0-44EB-AA4B-5E28C6F8FEEF}" destId="{EEEFF515-962A-43C3-AFF1-C1C72472BAAA}" srcOrd="11" destOrd="0" presId="urn:microsoft.com/office/officeart/2005/8/layout/lProcess1"/>
    <dgm:cxn modelId="{7FB13B39-75E8-4E06-B176-C811F754935F}" type="presParOf" srcId="{AF67EFDB-D1B0-44EB-AA4B-5E28C6F8FEEF}" destId="{7CB3194A-AC98-49EF-B869-3B793A91F8A7}" srcOrd="12" destOrd="0" presId="urn:microsoft.com/office/officeart/2005/8/layout/lProcess1"/>
    <dgm:cxn modelId="{6AD12C2E-57EA-4914-9399-74F6B94722CC}" type="presParOf" srcId="{7CB3194A-AC98-49EF-B869-3B793A91F8A7}" destId="{8E5A1F48-C565-41C9-838E-C660AB7D755B}" srcOrd="0" destOrd="0" presId="urn:microsoft.com/office/officeart/2005/8/layout/lProcess1"/>
    <dgm:cxn modelId="{FC58DC70-5401-451E-9F01-8560A523D3EC}" type="presParOf" srcId="{7CB3194A-AC98-49EF-B869-3B793A91F8A7}" destId="{9A8BF983-DCEB-4ADC-9021-4B5F36A946B6}" srcOrd="1" destOrd="0" presId="urn:microsoft.com/office/officeart/2005/8/layout/lProcess1"/>
    <dgm:cxn modelId="{FA2BE50F-52F9-4F80-874F-D885982BF993}" type="presParOf" srcId="{7CB3194A-AC98-49EF-B869-3B793A91F8A7}" destId="{5C1F9265-C095-4DB9-9DF5-F4276FBF0A49}" srcOrd="2" destOrd="0" presId="urn:microsoft.com/office/officeart/2005/8/layout/lProcess1"/>
    <dgm:cxn modelId="{91430AF2-A459-4E00-BA8B-3F70360BB405}" type="presParOf" srcId="{7CB3194A-AC98-49EF-B869-3B793A91F8A7}" destId="{6296772F-DCB4-4B5B-9FDD-97384A66C45B}" srcOrd="3" destOrd="0" presId="urn:microsoft.com/office/officeart/2005/8/layout/lProcess1"/>
    <dgm:cxn modelId="{D9A86C0C-899A-4FA5-9C99-A15C8A779502}" type="presParOf" srcId="{7CB3194A-AC98-49EF-B869-3B793A91F8A7}" destId="{3BEF0675-CFC4-4A95-9D7A-AB361712005B}" srcOrd="4" destOrd="0" presId="urn:microsoft.com/office/officeart/2005/8/layout/lProcess1"/>
    <dgm:cxn modelId="{00755CE4-2692-4644-843C-C52D1D3C29B7}" type="presParOf" srcId="{7CB3194A-AC98-49EF-B869-3B793A91F8A7}" destId="{A1D84C73-64D3-441B-87AF-39348533B754}" srcOrd="5" destOrd="0" presId="urn:microsoft.com/office/officeart/2005/8/layout/lProcess1"/>
    <dgm:cxn modelId="{4775C481-06FF-42D3-BC04-6CE5650BFB8D}" type="presParOf" srcId="{7CB3194A-AC98-49EF-B869-3B793A91F8A7}" destId="{C9BCDE7D-81EB-428E-91FC-C3B0F314B947}" srcOrd="6" destOrd="0" presId="urn:microsoft.com/office/officeart/2005/8/layout/lProcess1"/>
    <dgm:cxn modelId="{33155F63-3E5A-441E-A8D1-2924ED05FBBA}" type="presParOf" srcId="{AF67EFDB-D1B0-44EB-AA4B-5E28C6F8FEEF}" destId="{6E984906-C4B0-4744-B348-31F716B9CDB9}" srcOrd="13" destOrd="0" presId="urn:microsoft.com/office/officeart/2005/8/layout/lProcess1"/>
    <dgm:cxn modelId="{55965509-4444-40EB-8CA8-553C5BF4FAFC}" type="presParOf" srcId="{AF67EFDB-D1B0-44EB-AA4B-5E28C6F8FEEF}" destId="{617E68E5-7F83-47EF-A979-6D613509BFC6}" srcOrd="14" destOrd="0" presId="urn:microsoft.com/office/officeart/2005/8/layout/lProcess1"/>
    <dgm:cxn modelId="{3DE594DC-53CC-42DE-B76F-9B6572103BDB}" type="presParOf" srcId="{617E68E5-7F83-47EF-A979-6D613509BFC6}" destId="{2C98443D-5452-4BB9-87E9-C3004B0DD10C}" srcOrd="0" destOrd="0" presId="urn:microsoft.com/office/officeart/2005/8/layout/lProcess1"/>
    <dgm:cxn modelId="{50EADE1A-3472-4C25-B563-994E31506B7F}" type="presParOf" srcId="{617E68E5-7F83-47EF-A979-6D613509BFC6}" destId="{619FB050-C40C-4F95-B8A2-7AC18B80C8DA}" srcOrd="1" destOrd="0" presId="urn:microsoft.com/office/officeart/2005/8/layout/lProcess1"/>
    <dgm:cxn modelId="{1791D871-9D27-4733-BFAC-74EC688240A6}" type="presParOf" srcId="{617E68E5-7F83-47EF-A979-6D613509BFC6}" destId="{5B6989B2-AE26-4F86-B912-2611DF379C48}" srcOrd="2" destOrd="0" presId="urn:microsoft.com/office/officeart/2005/8/layout/lProcess1"/>
    <dgm:cxn modelId="{E1386D72-07EE-4C79-BA7D-2511B043D298}" type="presParOf" srcId="{617E68E5-7F83-47EF-A979-6D613509BFC6}" destId="{BDEF19C4-BCE2-41D4-AC93-F26BF2448ECD}" srcOrd="3" destOrd="0" presId="urn:microsoft.com/office/officeart/2005/8/layout/lProcess1"/>
    <dgm:cxn modelId="{3CF77F51-23F4-4D12-B523-84AFA9FD74A3}" type="presParOf" srcId="{617E68E5-7F83-47EF-A979-6D613509BFC6}" destId="{C96D1B6C-D1BB-45B7-97D5-5437237883E7}" srcOrd="4" destOrd="0" presId="urn:microsoft.com/office/officeart/2005/8/layout/lProcess1"/>
    <dgm:cxn modelId="{723BAC3E-A1C4-4EF2-87F3-CA4F0041D9B9}" type="presParOf" srcId="{617E68E5-7F83-47EF-A979-6D613509BFC6}" destId="{D2E02922-BA0C-488E-BE41-5A2954021BDF}" srcOrd="5" destOrd="0" presId="urn:microsoft.com/office/officeart/2005/8/layout/lProcess1"/>
    <dgm:cxn modelId="{E5B808BD-D3B6-4C3A-B76A-59153F076B63}" type="presParOf" srcId="{617E68E5-7F83-47EF-A979-6D613509BFC6}" destId="{7ADF8E08-915E-4D01-BD4B-4B7CE69AC87D}" srcOrd="6" destOrd="0" presId="urn:microsoft.com/office/officeart/2005/8/layout/lProcess1"/>
    <dgm:cxn modelId="{78FC2A96-9BAB-4FFC-8E48-6CFDA3F71BB1}" type="presParOf" srcId="{AF67EFDB-D1B0-44EB-AA4B-5E28C6F8FEEF}" destId="{182DBF54-92FA-427A-8AC8-2DFA3225A4C5}" srcOrd="15" destOrd="0" presId="urn:microsoft.com/office/officeart/2005/8/layout/lProcess1"/>
    <dgm:cxn modelId="{A871E3B6-2ED0-449C-AF17-1D2C37A9BB76}" type="presParOf" srcId="{AF67EFDB-D1B0-44EB-AA4B-5E28C6F8FEEF}" destId="{165BEAC0-7BF9-4071-8AA5-DF7638F6EC05}" srcOrd="16" destOrd="0" presId="urn:microsoft.com/office/officeart/2005/8/layout/lProcess1"/>
    <dgm:cxn modelId="{64356564-AB98-4DFE-808A-BA17DC6794A7}" type="presParOf" srcId="{165BEAC0-7BF9-4071-8AA5-DF7638F6EC05}" destId="{DDE25332-3F4B-42D5-A1F2-83888B98F15C}" srcOrd="0" destOrd="0" presId="urn:microsoft.com/office/officeart/2005/8/layout/lProcess1"/>
    <dgm:cxn modelId="{E7163304-5FB6-4339-BA67-6DC4F8936792}" type="presParOf" srcId="{165BEAC0-7BF9-4071-8AA5-DF7638F6EC05}" destId="{2C566073-05EE-4819-9792-318D861EA390}" srcOrd="1" destOrd="0" presId="urn:microsoft.com/office/officeart/2005/8/layout/lProcess1"/>
    <dgm:cxn modelId="{51E7A568-8DEF-4D7D-A4F1-25F7E76EF6C5}" type="presParOf" srcId="{165BEAC0-7BF9-4071-8AA5-DF7638F6EC05}" destId="{82448C01-4245-48B9-A368-B8802AE0A420}" srcOrd="2" destOrd="0" presId="urn:microsoft.com/office/officeart/2005/8/layout/lProcess1"/>
    <dgm:cxn modelId="{DE0820CC-AC60-4BF0-B769-957708DE8DEA}" type="presParOf" srcId="{165BEAC0-7BF9-4071-8AA5-DF7638F6EC05}" destId="{A43DEDA5-C14A-4F6A-9DB9-AB49C5AB225A}" srcOrd="3" destOrd="0" presId="urn:microsoft.com/office/officeart/2005/8/layout/lProcess1"/>
    <dgm:cxn modelId="{3CA8BC5F-127F-4531-AE16-F2CC12D36A1F}" type="presParOf" srcId="{165BEAC0-7BF9-4071-8AA5-DF7638F6EC05}" destId="{471370E5-8CA3-4A57-9C12-6E20C9EBD4BA}" srcOrd="4" destOrd="0" presId="urn:microsoft.com/office/officeart/2005/8/layout/lProcess1"/>
    <dgm:cxn modelId="{802CD78C-F7C8-44F7-8220-3D4C979EF58C}" type="presParOf" srcId="{165BEAC0-7BF9-4071-8AA5-DF7638F6EC05}" destId="{81696711-A291-4BA2-9CDD-95A1580C848F}" srcOrd="5" destOrd="0" presId="urn:microsoft.com/office/officeart/2005/8/layout/lProcess1"/>
    <dgm:cxn modelId="{149EC896-D43B-4231-AC75-9290C0451CA7}" type="presParOf" srcId="{165BEAC0-7BF9-4071-8AA5-DF7638F6EC05}" destId="{0D201B54-1E3C-47A6-B8A4-FA50B8BF93D5}" srcOrd="6" destOrd="0" presId="urn:microsoft.com/office/officeart/2005/8/layout/lProcess1"/>
    <dgm:cxn modelId="{9D30100E-F9B4-4005-AE6F-4F8CA9D8E3B7}" type="presParOf" srcId="{AF67EFDB-D1B0-44EB-AA4B-5E28C6F8FEEF}" destId="{8CA09290-B13C-490E-B462-57BD8DCBDBA7}" srcOrd="17" destOrd="0" presId="urn:microsoft.com/office/officeart/2005/8/layout/lProcess1"/>
    <dgm:cxn modelId="{A248F7AC-617F-4697-B2A9-A2F305DD9411}" type="presParOf" srcId="{AF67EFDB-D1B0-44EB-AA4B-5E28C6F8FEEF}" destId="{04524CCD-D169-477B-8DDB-9541FF7A4400}" srcOrd="18" destOrd="0" presId="urn:microsoft.com/office/officeart/2005/8/layout/lProcess1"/>
    <dgm:cxn modelId="{E82ED7E7-D497-439E-BCE0-6E66B1B0EBFA}" type="presParOf" srcId="{04524CCD-D169-477B-8DDB-9541FF7A4400}" destId="{862010F8-E86F-48CE-9A80-F3FD9C86C64F}" srcOrd="0" destOrd="0" presId="urn:microsoft.com/office/officeart/2005/8/layout/lProcess1"/>
    <dgm:cxn modelId="{C98564E4-3407-4E5B-91DC-445D444C132B}" type="presParOf" srcId="{04524CCD-D169-477B-8DDB-9541FF7A4400}" destId="{C7770BBF-E238-4A41-BA76-F4E8E952ADEE}" srcOrd="1" destOrd="0" presId="urn:microsoft.com/office/officeart/2005/8/layout/lProcess1"/>
    <dgm:cxn modelId="{34152C64-255B-4A92-9F22-35D15EC4B1D2}" type="presParOf" srcId="{04524CCD-D169-477B-8DDB-9541FF7A4400}" destId="{2B0E9FB6-591C-4A4F-A2CF-D5D27AECB769}" srcOrd="2" destOrd="0" presId="urn:microsoft.com/office/officeart/2005/8/layout/lProcess1"/>
    <dgm:cxn modelId="{A7F6BE19-4D39-421F-9D45-06568CB6B73E}" type="presParOf" srcId="{04524CCD-D169-477B-8DDB-9541FF7A4400}" destId="{077F8FF6-A278-43EE-9DE5-FCC2F976C19C}" srcOrd="3" destOrd="0" presId="urn:microsoft.com/office/officeart/2005/8/layout/lProcess1"/>
    <dgm:cxn modelId="{E1F765E8-A764-43F2-8FAA-8E36FAB7BE36}" type="presParOf" srcId="{04524CCD-D169-477B-8DDB-9541FF7A4400}" destId="{14E4240E-5C21-49BB-B3F5-E11D44148A55}" srcOrd="4" destOrd="0" presId="urn:microsoft.com/office/officeart/2005/8/layout/lProcess1"/>
    <dgm:cxn modelId="{1A812AC3-E7F6-454A-B979-5CD48DA824B0}" type="presParOf" srcId="{04524CCD-D169-477B-8DDB-9541FF7A4400}" destId="{CD6D012F-FCC1-4C2C-90C2-F6FD3937C91C}" srcOrd="5" destOrd="0" presId="urn:microsoft.com/office/officeart/2005/8/layout/lProcess1"/>
    <dgm:cxn modelId="{5C2AFD0E-FB21-4CA8-BCF4-D99269D7E09A}" type="presParOf" srcId="{04524CCD-D169-477B-8DDB-9541FF7A4400}" destId="{BA0315F5-288A-409C-B97A-00B92AC96088}" srcOrd="6" destOrd="0" presId="urn:microsoft.com/office/officeart/2005/8/layout/l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201CA16-D901-4C62-8D71-84B818EDD58C}">
      <dsp:nvSpPr>
        <dsp:cNvPr id="0" name=""/>
        <dsp:cNvSpPr/>
      </dsp:nvSpPr>
      <dsp:spPr>
        <a:xfrm>
          <a:off x="2079" y="549292"/>
          <a:ext cx="1024098" cy="256024"/>
        </a:xfrm>
        <a:prstGeom prst="roundRect">
          <a:avLst>
            <a:gd name="adj" fmla="val 10000"/>
          </a:avLst>
        </a:prstGeom>
        <a:solidFill>
          <a:schemeClr val="accent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>
              <a:solidFill>
                <a:schemeClr val="tx1"/>
              </a:solidFill>
            </a:rPr>
            <a:t>INPUT</a:t>
          </a:r>
          <a:endParaRPr lang="en-US" sz="2000" kern="1200" dirty="0">
            <a:solidFill>
              <a:schemeClr val="tx1"/>
            </a:solidFill>
          </a:endParaRPr>
        </a:p>
      </dsp:txBody>
      <dsp:txXfrm>
        <a:off x="9578" y="556791"/>
        <a:ext cx="1009100" cy="241026"/>
      </dsp:txXfrm>
    </dsp:sp>
    <dsp:sp modelId="{E4DA1321-CA22-4C62-A4E9-052B8E9B6C12}">
      <dsp:nvSpPr>
        <dsp:cNvPr id="0" name=""/>
        <dsp:cNvSpPr/>
      </dsp:nvSpPr>
      <dsp:spPr>
        <a:xfrm rot="5400000">
          <a:off x="491726" y="827719"/>
          <a:ext cx="44804" cy="44804"/>
        </a:xfrm>
        <a:prstGeom prst="rightArrow">
          <a:avLst>
            <a:gd name="adj1" fmla="val 667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6530A6B-EC16-438F-918A-27F841C90456}">
      <dsp:nvSpPr>
        <dsp:cNvPr id="0" name=""/>
        <dsp:cNvSpPr/>
      </dsp:nvSpPr>
      <dsp:spPr>
        <a:xfrm>
          <a:off x="2079" y="894925"/>
          <a:ext cx="1024098" cy="256024"/>
        </a:xfrm>
        <a:prstGeom prst="roundRect">
          <a:avLst>
            <a:gd name="adj" fmla="val 10000"/>
          </a:avLst>
        </a:prstGeom>
        <a:solidFill>
          <a:schemeClr val="accent2">
            <a:alpha val="9000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>
              <a:solidFill>
                <a:schemeClr val="tx1"/>
              </a:solidFill>
            </a:rPr>
            <a:t>Token Embedding</a:t>
          </a:r>
          <a:endParaRPr lang="en-US" sz="1200" kern="1200" dirty="0">
            <a:solidFill>
              <a:schemeClr val="tx1"/>
            </a:solidFill>
          </a:endParaRPr>
        </a:p>
      </dsp:txBody>
      <dsp:txXfrm>
        <a:off x="9578" y="902424"/>
        <a:ext cx="1009100" cy="241026"/>
      </dsp:txXfrm>
    </dsp:sp>
    <dsp:sp modelId="{F63349F2-73BE-47DF-A938-526CD3178045}">
      <dsp:nvSpPr>
        <dsp:cNvPr id="0" name=""/>
        <dsp:cNvSpPr/>
      </dsp:nvSpPr>
      <dsp:spPr>
        <a:xfrm rot="5400000">
          <a:off x="491726" y="1173352"/>
          <a:ext cx="44804" cy="44804"/>
        </a:xfrm>
        <a:prstGeom prst="rightArrow">
          <a:avLst>
            <a:gd name="adj1" fmla="val 667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319F337-E53A-4A71-8829-4985BACD58EA}">
      <dsp:nvSpPr>
        <dsp:cNvPr id="0" name=""/>
        <dsp:cNvSpPr/>
      </dsp:nvSpPr>
      <dsp:spPr>
        <a:xfrm>
          <a:off x="2079" y="1240558"/>
          <a:ext cx="1024098" cy="256024"/>
        </a:xfrm>
        <a:prstGeom prst="roundRect">
          <a:avLst>
            <a:gd name="adj" fmla="val 10000"/>
          </a:avLst>
        </a:prstGeom>
        <a:solidFill>
          <a:schemeClr val="accent2">
            <a:alpha val="9000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Segment Embedding</a:t>
          </a:r>
          <a:endParaRPr lang="en-US" sz="1200" kern="1200" dirty="0"/>
        </a:p>
      </dsp:txBody>
      <dsp:txXfrm>
        <a:off x="9578" y="1248057"/>
        <a:ext cx="1009100" cy="241026"/>
      </dsp:txXfrm>
    </dsp:sp>
    <dsp:sp modelId="{CA49AFE5-CF76-42A5-8D80-21BEEE88CCE2}">
      <dsp:nvSpPr>
        <dsp:cNvPr id="0" name=""/>
        <dsp:cNvSpPr/>
      </dsp:nvSpPr>
      <dsp:spPr>
        <a:xfrm rot="5400000">
          <a:off x="491726" y="1518985"/>
          <a:ext cx="44804" cy="44804"/>
        </a:xfrm>
        <a:prstGeom prst="rightArrow">
          <a:avLst>
            <a:gd name="adj1" fmla="val 667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3F43D9B-CD59-457D-ACA4-2D220507C193}">
      <dsp:nvSpPr>
        <dsp:cNvPr id="0" name=""/>
        <dsp:cNvSpPr/>
      </dsp:nvSpPr>
      <dsp:spPr>
        <a:xfrm>
          <a:off x="2079" y="1586191"/>
          <a:ext cx="1024098" cy="256024"/>
        </a:xfrm>
        <a:prstGeom prst="roundRect">
          <a:avLst>
            <a:gd name="adj" fmla="val 10000"/>
          </a:avLst>
        </a:prstGeom>
        <a:solidFill>
          <a:schemeClr val="accent2">
            <a:alpha val="9000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Position Embedding</a:t>
          </a:r>
          <a:endParaRPr lang="en-US" sz="1200" kern="1200" dirty="0"/>
        </a:p>
      </dsp:txBody>
      <dsp:txXfrm>
        <a:off x="9578" y="1593690"/>
        <a:ext cx="1009100" cy="241026"/>
      </dsp:txXfrm>
    </dsp:sp>
    <dsp:sp modelId="{97885529-F2E5-4615-9BAB-3B840CD26E1C}">
      <dsp:nvSpPr>
        <dsp:cNvPr id="0" name=""/>
        <dsp:cNvSpPr/>
      </dsp:nvSpPr>
      <dsp:spPr>
        <a:xfrm>
          <a:off x="1169551" y="549292"/>
          <a:ext cx="1024098" cy="25602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/>
            <a:t>[CLS]</a:t>
          </a:r>
          <a:endParaRPr lang="en-US" sz="2000" kern="1200" dirty="0"/>
        </a:p>
      </dsp:txBody>
      <dsp:txXfrm>
        <a:off x="1177050" y="556791"/>
        <a:ext cx="1009100" cy="241026"/>
      </dsp:txXfrm>
    </dsp:sp>
    <dsp:sp modelId="{36F37AD4-11CD-472C-9ACC-43EE2772D8E2}">
      <dsp:nvSpPr>
        <dsp:cNvPr id="0" name=""/>
        <dsp:cNvSpPr/>
      </dsp:nvSpPr>
      <dsp:spPr>
        <a:xfrm rot="5400000">
          <a:off x="1659198" y="827719"/>
          <a:ext cx="44804" cy="44804"/>
        </a:xfrm>
        <a:prstGeom prst="rightArrow">
          <a:avLst>
            <a:gd name="adj1" fmla="val 667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247987B-CA4D-430A-8D7D-15580F0F9AEE}">
      <dsp:nvSpPr>
        <dsp:cNvPr id="0" name=""/>
        <dsp:cNvSpPr/>
      </dsp:nvSpPr>
      <dsp:spPr>
        <a:xfrm>
          <a:off x="1169551" y="894925"/>
          <a:ext cx="1024098" cy="256024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/>
            <a:t>E</a:t>
          </a:r>
          <a:r>
            <a:rPr lang="en-GB" sz="1800" kern="1200" baseline="-25000" dirty="0"/>
            <a:t>[CLS]</a:t>
          </a:r>
          <a:endParaRPr lang="en-US" sz="1800" kern="1200" baseline="-25000" dirty="0"/>
        </a:p>
      </dsp:txBody>
      <dsp:txXfrm>
        <a:off x="1177050" y="902424"/>
        <a:ext cx="1009100" cy="241026"/>
      </dsp:txXfrm>
    </dsp:sp>
    <dsp:sp modelId="{6FC85E44-F262-42F7-BEA1-CBD0E3759FA3}">
      <dsp:nvSpPr>
        <dsp:cNvPr id="0" name=""/>
        <dsp:cNvSpPr/>
      </dsp:nvSpPr>
      <dsp:spPr>
        <a:xfrm rot="5400000">
          <a:off x="1659198" y="1173352"/>
          <a:ext cx="44804" cy="44804"/>
        </a:xfrm>
        <a:prstGeom prst="rightArrow">
          <a:avLst>
            <a:gd name="adj1" fmla="val 667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6B3C83E-31B4-416C-B720-9DF921F71699}">
      <dsp:nvSpPr>
        <dsp:cNvPr id="0" name=""/>
        <dsp:cNvSpPr/>
      </dsp:nvSpPr>
      <dsp:spPr>
        <a:xfrm>
          <a:off x="1169551" y="1240558"/>
          <a:ext cx="1024098" cy="256024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/>
            <a:t>E</a:t>
          </a:r>
          <a:r>
            <a:rPr lang="en-GB" sz="1800" kern="1200" baseline="-25000" dirty="0"/>
            <a:t>A</a:t>
          </a:r>
          <a:endParaRPr lang="en-US" sz="1800" kern="1200" baseline="-25000" dirty="0"/>
        </a:p>
      </dsp:txBody>
      <dsp:txXfrm>
        <a:off x="1177050" y="1248057"/>
        <a:ext cx="1009100" cy="241026"/>
      </dsp:txXfrm>
    </dsp:sp>
    <dsp:sp modelId="{7221822F-5B04-4BDE-9319-0C88B8BE0127}">
      <dsp:nvSpPr>
        <dsp:cNvPr id="0" name=""/>
        <dsp:cNvSpPr/>
      </dsp:nvSpPr>
      <dsp:spPr>
        <a:xfrm rot="5400000">
          <a:off x="1659198" y="1518985"/>
          <a:ext cx="44804" cy="44804"/>
        </a:xfrm>
        <a:prstGeom prst="rightArrow">
          <a:avLst>
            <a:gd name="adj1" fmla="val 667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66A4D8E-110C-4FE1-A3A3-0ABFBAECD06E}">
      <dsp:nvSpPr>
        <dsp:cNvPr id="0" name=""/>
        <dsp:cNvSpPr/>
      </dsp:nvSpPr>
      <dsp:spPr>
        <a:xfrm>
          <a:off x="1169551" y="1586191"/>
          <a:ext cx="1024098" cy="256024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baseline="0" dirty="0"/>
            <a:t>E</a:t>
          </a:r>
          <a:r>
            <a:rPr lang="en-GB" sz="1800" kern="1200" baseline="-25000" dirty="0"/>
            <a:t>1</a:t>
          </a:r>
          <a:endParaRPr lang="en-US" sz="1800" kern="1200" baseline="-25000" dirty="0"/>
        </a:p>
      </dsp:txBody>
      <dsp:txXfrm>
        <a:off x="1177050" y="1593690"/>
        <a:ext cx="1009100" cy="241026"/>
      </dsp:txXfrm>
    </dsp:sp>
    <dsp:sp modelId="{7BA8C5E8-A150-49B7-BC80-5482B5A1B396}">
      <dsp:nvSpPr>
        <dsp:cNvPr id="0" name=""/>
        <dsp:cNvSpPr/>
      </dsp:nvSpPr>
      <dsp:spPr>
        <a:xfrm>
          <a:off x="2337024" y="549292"/>
          <a:ext cx="1024098" cy="25602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/>
            <a:t>Pagi</a:t>
          </a:r>
          <a:endParaRPr lang="en-US" sz="2000" kern="1200" dirty="0"/>
        </a:p>
      </dsp:txBody>
      <dsp:txXfrm>
        <a:off x="2344523" y="556791"/>
        <a:ext cx="1009100" cy="241026"/>
      </dsp:txXfrm>
    </dsp:sp>
    <dsp:sp modelId="{565D07AB-21E5-4019-8F5D-384B319A7A27}">
      <dsp:nvSpPr>
        <dsp:cNvPr id="0" name=""/>
        <dsp:cNvSpPr/>
      </dsp:nvSpPr>
      <dsp:spPr>
        <a:xfrm rot="5400000">
          <a:off x="2826671" y="827719"/>
          <a:ext cx="44804" cy="44804"/>
        </a:xfrm>
        <a:prstGeom prst="rightArrow">
          <a:avLst>
            <a:gd name="adj1" fmla="val 667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98582AF-59B5-409B-AD06-308E7D682D26}">
      <dsp:nvSpPr>
        <dsp:cNvPr id="0" name=""/>
        <dsp:cNvSpPr/>
      </dsp:nvSpPr>
      <dsp:spPr>
        <a:xfrm>
          <a:off x="2337024" y="894925"/>
          <a:ext cx="1024098" cy="256024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 err="1"/>
            <a:t>E</a:t>
          </a:r>
          <a:r>
            <a:rPr lang="en-GB" sz="1800" kern="1200" baseline="-25000" dirty="0" err="1"/>
            <a:t>pagi</a:t>
          </a:r>
          <a:endParaRPr lang="en-US" sz="1800" kern="1200" baseline="-25000" dirty="0"/>
        </a:p>
      </dsp:txBody>
      <dsp:txXfrm>
        <a:off x="2344523" y="902424"/>
        <a:ext cx="1009100" cy="241026"/>
      </dsp:txXfrm>
    </dsp:sp>
    <dsp:sp modelId="{38B785F8-E1F3-4CD4-A5D1-F2C95168E109}">
      <dsp:nvSpPr>
        <dsp:cNvPr id="0" name=""/>
        <dsp:cNvSpPr/>
      </dsp:nvSpPr>
      <dsp:spPr>
        <a:xfrm rot="5400000">
          <a:off x="2826671" y="1173352"/>
          <a:ext cx="44804" cy="44804"/>
        </a:xfrm>
        <a:prstGeom prst="rightArrow">
          <a:avLst>
            <a:gd name="adj1" fmla="val 667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3143946-E43E-43A2-AD6C-1A81E6D5ECDE}">
      <dsp:nvSpPr>
        <dsp:cNvPr id="0" name=""/>
        <dsp:cNvSpPr/>
      </dsp:nvSpPr>
      <dsp:spPr>
        <a:xfrm>
          <a:off x="2337024" y="1240558"/>
          <a:ext cx="1024098" cy="256024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baseline="0" dirty="0"/>
            <a:t>E</a:t>
          </a:r>
          <a:r>
            <a:rPr lang="en-GB" sz="1600" kern="1200" baseline="-25000" dirty="0"/>
            <a:t>A</a:t>
          </a:r>
          <a:endParaRPr lang="en-US" sz="1600" kern="1200" baseline="-25000" dirty="0"/>
        </a:p>
      </dsp:txBody>
      <dsp:txXfrm>
        <a:off x="2344523" y="1248057"/>
        <a:ext cx="1009100" cy="241026"/>
      </dsp:txXfrm>
    </dsp:sp>
    <dsp:sp modelId="{68771504-E283-4E3D-9DB4-53062D6D6427}">
      <dsp:nvSpPr>
        <dsp:cNvPr id="0" name=""/>
        <dsp:cNvSpPr/>
      </dsp:nvSpPr>
      <dsp:spPr>
        <a:xfrm rot="5400000">
          <a:off x="2826671" y="1518985"/>
          <a:ext cx="44804" cy="44804"/>
        </a:xfrm>
        <a:prstGeom prst="rightArrow">
          <a:avLst>
            <a:gd name="adj1" fmla="val 667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1E2310E-9F4F-4BB1-A5CB-995100F5B734}">
      <dsp:nvSpPr>
        <dsp:cNvPr id="0" name=""/>
        <dsp:cNvSpPr/>
      </dsp:nvSpPr>
      <dsp:spPr>
        <a:xfrm>
          <a:off x="2337024" y="1586191"/>
          <a:ext cx="1024098" cy="256024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baseline="0" dirty="0"/>
            <a:t>E</a:t>
          </a:r>
          <a:r>
            <a:rPr lang="en-GB" sz="1600" kern="1200" baseline="-25000" dirty="0"/>
            <a:t>2</a:t>
          </a:r>
          <a:endParaRPr lang="en-US" sz="1600" kern="1200" baseline="-25000" dirty="0"/>
        </a:p>
      </dsp:txBody>
      <dsp:txXfrm>
        <a:off x="2344523" y="1593690"/>
        <a:ext cx="1009100" cy="241026"/>
      </dsp:txXfrm>
    </dsp:sp>
    <dsp:sp modelId="{6DD8E08E-596F-4C0F-B04A-84174FDD0493}">
      <dsp:nvSpPr>
        <dsp:cNvPr id="0" name=""/>
        <dsp:cNvSpPr/>
      </dsp:nvSpPr>
      <dsp:spPr>
        <a:xfrm>
          <a:off x="3504496" y="549292"/>
          <a:ext cx="1024098" cy="25602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 err="1"/>
            <a:t>Ini</a:t>
          </a:r>
          <a:endParaRPr lang="en-US" sz="2000" kern="1200" dirty="0"/>
        </a:p>
      </dsp:txBody>
      <dsp:txXfrm>
        <a:off x="3511995" y="556791"/>
        <a:ext cx="1009100" cy="241026"/>
      </dsp:txXfrm>
    </dsp:sp>
    <dsp:sp modelId="{45D29C7F-D8CD-4F48-B082-7A61A7F2E572}">
      <dsp:nvSpPr>
        <dsp:cNvPr id="0" name=""/>
        <dsp:cNvSpPr/>
      </dsp:nvSpPr>
      <dsp:spPr>
        <a:xfrm rot="5400000">
          <a:off x="3994143" y="827719"/>
          <a:ext cx="44804" cy="44804"/>
        </a:xfrm>
        <a:prstGeom prst="rightArrow">
          <a:avLst>
            <a:gd name="adj1" fmla="val 667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2A7F541-8D03-4E48-9F7D-C5D45D6ED474}">
      <dsp:nvSpPr>
        <dsp:cNvPr id="0" name=""/>
        <dsp:cNvSpPr/>
      </dsp:nvSpPr>
      <dsp:spPr>
        <a:xfrm>
          <a:off x="3504496" y="894925"/>
          <a:ext cx="1024098" cy="256024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 err="1"/>
            <a:t>E</a:t>
          </a:r>
          <a:r>
            <a:rPr lang="en-GB" sz="1800" kern="1200" baseline="-25000" dirty="0" err="1"/>
            <a:t>ini</a:t>
          </a:r>
          <a:endParaRPr lang="en-US" sz="1800" kern="1200" baseline="-25000" dirty="0"/>
        </a:p>
      </dsp:txBody>
      <dsp:txXfrm>
        <a:off x="3511995" y="902424"/>
        <a:ext cx="1009100" cy="241026"/>
      </dsp:txXfrm>
    </dsp:sp>
    <dsp:sp modelId="{22E390B5-9F75-40BF-8BFB-D6928BACFFFA}">
      <dsp:nvSpPr>
        <dsp:cNvPr id="0" name=""/>
        <dsp:cNvSpPr/>
      </dsp:nvSpPr>
      <dsp:spPr>
        <a:xfrm rot="5400000">
          <a:off x="3994143" y="1173352"/>
          <a:ext cx="44804" cy="44804"/>
        </a:xfrm>
        <a:prstGeom prst="rightArrow">
          <a:avLst>
            <a:gd name="adj1" fmla="val 667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ADB2349-BDFC-40A8-B9C4-1A975987B93D}">
      <dsp:nvSpPr>
        <dsp:cNvPr id="0" name=""/>
        <dsp:cNvSpPr/>
      </dsp:nvSpPr>
      <dsp:spPr>
        <a:xfrm>
          <a:off x="3504496" y="1240558"/>
          <a:ext cx="1024098" cy="256024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baseline="0" dirty="0"/>
            <a:t>E</a:t>
          </a:r>
          <a:r>
            <a:rPr lang="en-GB" sz="1800" kern="1200" baseline="-25000" dirty="0"/>
            <a:t>A</a:t>
          </a:r>
          <a:endParaRPr lang="en-US" sz="1800" kern="1200" baseline="-25000" dirty="0"/>
        </a:p>
      </dsp:txBody>
      <dsp:txXfrm>
        <a:off x="3511995" y="1248057"/>
        <a:ext cx="1009100" cy="241026"/>
      </dsp:txXfrm>
    </dsp:sp>
    <dsp:sp modelId="{DD9D5D87-C99E-4B04-81B4-87AD7C1FDDC9}">
      <dsp:nvSpPr>
        <dsp:cNvPr id="0" name=""/>
        <dsp:cNvSpPr/>
      </dsp:nvSpPr>
      <dsp:spPr>
        <a:xfrm rot="5400000">
          <a:off x="3994143" y="1518985"/>
          <a:ext cx="44804" cy="44804"/>
        </a:xfrm>
        <a:prstGeom prst="rightArrow">
          <a:avLst>
            <a:gd name="adj1" fmla="val 667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90E9F14-BD1D-43DB-9C38-972406769CE2}">
      <dsp:nvSpPr>
        <dsp:cNvPr id="0" name=""/>
        <dsp:cNvSpPr/>
      </dsp:nvSpPr>
      <dsp:spPr>
        <a:xfrm>
          <a:off x="3504496" y="1586191"/>
          <a:ext cx="1024098" cy="256024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baseline="0" dirty="0"/>
            <a:t>E</a:t>
          </a:r>
          <a:r>
            <a:rPr lang="en-GB" sz="1800" kern="1200" baseline="-25000" dirty="0"/>
            <a:t>3</a:t>
          </a:r>
          <a:endParaRPr lang="en-US" sz="1800" kern="1200" baseline="-25000" dirty="0"/>
        </a:p>
      </dsp:txBody>
      <dsp:txXfrm>
        <a:off x="3511995" y="1593690"/>
        <a:ext cx="1009100" cy="241026"/>
      </dsp:txXfrm>
    </dsp:sp>
    <dsp:sp modelId="{904CB5F1-A4AF-4916-9EEE-5D47615AC85D}">
      <dsp:nvSpPr>
        <dsp:cNvPr id="0" name=""/>
        <dsp:cNvSpPr/>
      </dsp:nvSpPr>
      <dsp:spPr>
        <a:xfrm>
          <a:off x="4671968" y="549292"/>
          <a:ext cx="1024098" cy="25602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 err="1"/>
            <a:t>Cerah</a:t>
          </a:r>
          <a:endParaRPr lang="en-US" sz="2000" kern="1200" dirty="0"/>
        </a:p>
      </dsp:txBody>
      <dsp:txXfrm>
        <a:off x="4679467" y="556791"/>
        <a:ext cx="1009100" cy="241026"/>
      </dsp:txXfrm>
    </dsp:sp>
    <dsp:sp modelId="{996793E7-DD2F-436D-A4CB-DFC2B7A34877}">
      <dsp:nvSpPr>
        <dsp:cNvPr id="0" name=""/>
        <dsp:cNvSpPr/>
      </dsp:nvSpPr>
      <dsp:spPr>
        <a:xfrm rot="5400000">
          <a:off x="5161615" y="827719"/>
          <a:ext cx="44804" cy="44804"/>
        </a:xfrm>
        <a:prstGeom prst="rightArrow">
          <a:avLst>
            <a:gd name="adj1" fmla="val 667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8954F44-E750-4042-AE84-2F17C30FA0E7}">
      <dsp:nvSpPr>
        <dsp:cNvPr id="0" name=""/>
        <dsp:cNvSpPr/>
      </dsp:nvSpPr>
      <dsp:spPr>
        <a:xfrm>
          <a:off x="4671968" y="894925"/>
          <a:ext cx="1024098" cy="256024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 err="1"/>
            <a:t>E</a:t>
          </a:r>
          <a:r>
            <a:rPr lang="en-GB" sz="1800" kern="1200" baseline="-25000" dirty="0" err="1"/>
            <a:t>cerah</a:t>
          </a:r>
          <a:endParaRPr lang="en-US" sz="1800" kern="1200" baseline="-25000" dirty="0"/>
        </a:p>
      </dsp:txBody>
      <dsp:txXfrm>
        <a:off x="4679467" y="902424"/>
        <a:ext cx="1009100" cy="241026"/>
      </dsp:txXfrm>
    </dsp:sp>
    <dsp:sp modelId="{4E98784E-7B21-4EEC-B82D-0AE7E071AD60}">
      <dsp:nvSpPr>
        <dsp:cNvPr id="0" name=""/>
        <dsp:cNvSpPr/>
      </dsp:nvSpPr>
      <dsp:spPr>
        <a:xfrm rot="5400000">
          <a:off x="5161615" y="1173352"/>
          <a:ext cx="44804" cy="44804"/>
        </a:xfrm>
        <a:prstGeom prst="rightArrow">
          <a:avLst>
            <a:gd name="adj1" fmla="val 667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08403F5-3CCF-4714-92E3-3F257D4E3619}">
      <dsp:nvSpPr>
        <dsp:cNvPr id="0" name=""/>
        <dsp:cNvSpPr/>
      </dsp:nvSpPr>
      <dsp:spPr>
        <a:xfrm>
          <a:off x="4671968" y="1240558"/>
          <a:ext cx="1024098" cy="256024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baseline="0" dirty="0"/>
            <a:t>E</a:t>
          </a:r>
          <a:r>
            <a:rPr lang="en-GB" sz="1800" kern="1200" baseline="-25000" dirty="0"/>
            <a:t>A</a:t>
          </a:r>
          <a:endParaRPr lang="en-US" sz="1800" kern="1200" baseline="-25000" dirty="0"/>
        </a:p>
      </dsp:txBody>
      <dsp:txXfrm>
        <a:off x="4679467" y="1248057"/>
        <a:ext cx="1009100" cy="241026"/>
      </dsp:txXfrm>
    </dsp:sp>
    <dsp:sp modelId="{F76694B4-4888-4BF3-BEFD-B272CE23CF63}">
      <dsp:nvSpPr>
        <dsp:cNvPr id="0" name=""/>
        <dsp:cNvSpPr/>
      </dsp:nvSpPr>
      <dsp:spPr>
        <a:xfrm rot="5400000">
          <a:off x="5161615" y="1518985"/>
          <a:ext cx="44804" cy="44804"/>
        </a:xfrm>
        <a:prstGeom prst="rightArrow">
          <a:avLst>
            <a:gd name="adj1" fmla="val 667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AAA047B-346D-4C0C-9C1C-0C831AB26702}">
      <dsp:nvSpPr>
        <dsp:cNvPr id="0" name=""/>
        <dsp:cNvSpPr/>
      </dsp:nvSpPr>
      <dsp:spPr>
        <a:xfrm>
          <a:off x="4671968" y="1586191"/>
          <a:ext cx="1024098" cy="256024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baseline="0" dirty="0"/>
            <a:t>E</a:t>
          </a:r>
          <a:r>
            <a:rPr lang="en-GB" sz="1800" kern="1200" baseline="-25000" dirty="0"/>
            <a:t>4</a:t>
          </a:r>
          <a:endParaRPr lang="en-US" sz="1800" kern="1200" baseline="-25000" dirty="0"/>
        </a:p>
      </dsp:txBody>
      <dsp:txXfrm>
        <a:off x="4679467" y="1593690"/>
        <a:ext cx="1009100" cy="241026"/>
      </dsp:txXfrm>
    </dsp:sp>
    <dsp:sp modelId="{81F5ECE6-25A1-4E1B-A3E4-A48E516A1DB7}">
      <dsp:nvSpPr>
        <dsp:cNvPr id="0" name=""/>
        <dsp:cNvSpPr/>
      </dsp:nvSpPr>
      <dsp:spPr>
        <a:xfrm>
          <a:off x="5839440" y="549292"/>
          <a:ext cx="1024098" cy="25602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/>
            <a:t>[SEP]</a:t>
          </a:r>
          <a:endParaRPr lang="en-US" sz="2000" kern="1200" dirty="0"/>
        </a:p>
      </dsp:txBody>
      <dsp:txXfrm>
        <a:off x="5846939" y="556791"/>
        <a:ext cx="1009100" cy="241026"/>
      </dsp:txXfrm>
    </dsp:sp>
    <dsp:sp modelId="{0A8D0DA0-72DE-4BED-97B1-474F1348B07C}">
      <dsp:nvSpPr>
        <dsp:cNvPr id="0" name=""/>
        <dsp:cNvSpPr/>
      </dsp:nvSpPr>
      <dsp:spPr>
        <a:xfrm rot="5400000">
          <a:off x="6329087" y="827719"/>
          <a:ext cx="44804" cy="44804"/>
        </a:xfrm>
        <a:prstGeom prst="rightArrow">
          <a:avLst>
            <a:gd name="adj1" fmla="val 667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2E433B-732E-4ACB-A542-BE48FE199F58}">
      <dsp:nvSpPr>
        <dsp:cNvPr id="0" name=""/>
        <dsp:cNvSpPr/>
      </dsp:nvSpPr>
      <dsp:spPr>
        <a:xfrm>
          <a:off x="5839440" y="894925"/>
          <a:ext cx="1024098" cy="256024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/>
            <a:t>E</a:t>
          </a:r>
          <a:r>
            <a:rPr lang="en-GB" sz="1800" kern="1200" baseline="-25000" dirty="0"/>
            <a:t>[SEP]</a:t>
          </a:r>
          <a:endParaRPr lang="en-US" sz="1800" kern="1200" baseline="-25000" dirty="0"/>
        </a:p>
      </dsp:txBody>
      <dsp:txXfrm>
        <a:off x="5846939" y="902424"/>
        <a:ext cx="1009100" cy="241026"/>
      </dsp:txXfrm>
    </dsp:sp>
    <dsp:sp modelId="{02511BDF-4EBA-49BB-89B5-977B88F9F31A}">
      <dsp:nvSpPr>
        <dsp:cNvPr id="0" name=""/>
        <dsp:cNvSpPr/>
      </dsp:nvSpPr>
      <dsp:spPr>
        <a:xfrm rot="5400000">
          <a:off x="6329087" y="1173352"/>
          <a:ext cx="44804" cy="44804"/>
        </a:xfrm>
        <a:prstGeom prst="rightArrow">
          <a:avLst>
            <a:gd name="adj1" fmla="val 667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DD97F75-3CD5-44A1-9C10-F7C1BDAE8999}">
      <dsp:nvSpPr>
        <dsp:cNvPr id="0" name=""/>
        <dsp:cNvSpPr/>
      </dsp:nvSpPr>
      <dsp:spPr>
        <a:xfrm>
          <a:off x="5839440" y="1240558"/>
          <a:ext cx="1024098" cy="256024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baseline="0" dirty="0"/>
            <a:t>E</a:t>
          </a:r>
          <a:r>
            <a:rPr lang="en-GB" sz="1800" kern="1200" baseline="-25000" dirty="0"/>
            <a:t>A</a:t>
          </a:r>
          <a:endParaRPr lang="en-US" sz="1800" kern="1200" baseline="-25000" dirty="0"/>
        </a:p>
      </dsp:txBody>
      <dsp:txXfrm>
        <a:off x="5846939" y="1248057"/>
        <a:ext cx="1009100" cy="241026"/>
      </dsp:txXfrm>
    </dsp:sp>
    <dsp:sp modelId="{6E4E66C5-083F-4CB2-8B34-415D06D256AF}">
      <dsp:nvSpPr>
        <dsp:cNvPr id="0" name=""/>
        <dsp:cNvSpPr/>
      </dsp:nvSpPr>
      <dsp:spPr>
        <a:xfrm rot="5400000">
          <a:off x="6329087" y="1518985"/>
          <a:ext cx="44804" cy="44804"/>
        </a:xfrm>
        <a:prstGeom prst="rightArrow">
          <a:avLst>
            <a:gd name="adj1" fmla="val 667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141BE32-A817-4D09-BCDD-20E5234E183D}">
      <dsp:nvSpPr>
        <dsp:cNvPr id="0" name=""/>
        <dsp:cNvSpPr/>
      </dsp:nvSpPr>
      <dsp:spPr>
        <a:xfrm>
          <a:off x="5839440" y="1586191"/>
          <a:ext cx="1024098" cy="256024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baseline="0" dirty="0"/>
            <a:t>E</a:t>
          </a:r>
          <a:r>
            <a:rPr lang="en-GB" sz="1800" kern="1200" baseline="-25000" dirty="0"/>
            <a:t>5</a:t>
          </a:r>
          <a:endParaRPr lang="en-US" sz="1800" kern="1200" baseline="-25000" dirty="0"/>
        </a:p>
      </dsp:txBody>
      <dsp:txXfrm>
        <a:off x="5846939" y="1593690"/>
        <a:ext cx="1009100" cy="241026"/>
      </dsp:txXfrm>
    </dsp:sp>
    <dsp:sp modelId="{8E5A1F48-C565-41C9-838E-C660AB7D755B}">
      <dsp:nvSpPr>
        <dsp:cNvPr id="0" name=""/>
        <dsp:cNvSpPr/>
      </dsp:nvSpPr>
      <dsp:spPr>
        <a:xfrm>
          <a:off x="7006912" y="549292"/>
          <a:ext cx="1024098" cy="25602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 err="1"/>
            <a:t>Matahari</a:t>
          </a:r>
          <a:endParaRPr lang="en-US" sz="2000" kern="1200" dirty="0"/>
        </a:p>
      </dsp:txBody>
      <dsp:txXfrm>
        <a:off x="7014411" y="556791"/>
        <a:ext cx="1009100" cy="241026"/>
      </dsp:txXfrm>
    </dsp:sp>
    <dsp:sp modelId="{9A8BF983-DCEB-4ADC-9021-4B5F36A946B6}">
      <dsp:nvSpPr>
        <dsp:cNvPr id="0" name=""/>
        <dsp:cNvSpPr/>
      </dsp:nvSpPr>
      <dsp:spPr>
        <a:xfrm rot="5400000">
          <a:off x="7496559" y="827719"/>
          <a:ext cx="44804" cy="44804"/>
        </a:xfrm>
        <a:prstGeom prst="rightArrow">
          <a:avLst>
            <a:gd name="adj1" fmla="val 667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C1F9265-C095-4DB9-9DF5-F4276FBF0A49}">
      <dsp:nvSpPr>
        <dsp:cNvPr id="0" name=""/>
        <dsp:cNvSpPr/>
      </dsp:nvSpPr>
      <dsp:spPr>
        <a:xfrm>
          <a:off x="7006912" y="894925"/>
          <a:ext cx="1024098" cy="256024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 err="1"/>
            <a:t>E</a:t>
          </a:r>
          <a:r>
            <a:rPr lang="en-GB" sz="1800" kern="1200" baseline="-25000" dirty="0" err="1"/>
            <a:t>matahari</a:t>
          </a:r>
          <a:endParaRPr lang="en-US" sz="1800" kern="1200" baseline="-25000" dirty="0"/>
        </a:p>
      </dsp:txBody>
      <dsp:txXfrm>
        <a:off x="7014411" y="902424"/>
        <a:ext cx="1009100" cy="241026"/>
      </dsp:txXfrm>
    </dsp:sp>
    <dsp:sp modelId="{6296772F-DCB4-4B5B-9FDD-97384A66C45B}">
      <dsp:nvSpPr>
        <dsp:cNvPr id="0" name=""/>
        <dsp:cNvSpPr/>
      </dsp:nvSpPr>
      <dsp:spPr>
        <a:xfrm rot="5400000">
          <a:off x="7496559" y="1173352"/>
          <a:ext cx="44804" cy="44804"/>
        </a:xfrm>
        <a:prstGeom prst="rightArrow">
          <a:avLst>
            <a:gd name="adj1" fmla="val 667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BEF0675-CFC4-4A95-9D7A-AB361712005B}">
      <dsp:nvSpPr>
        <dsp:cNvPr id="0" name=""/>
        <dsp:cNvSpPr/>
      </dsp:nvSpPr>
      <dsp:spPr>
        <a:xfrm>
          <a:off x="7006912" y="1240558"/>
          <a:ext cx="1024098" cy="256024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baseline="0" dirty="0"/>
            <a:t>E</a:t>
          </a:r>
          <a:r>
            <a:rPr lang="en-GB" sz="1800" kern="1200" baseline="-25000" dirty="0"/>
            <a:t>B</a:t>
          </a:r>
          <a:endParaRPr lang="en-US" sz="1800" kern="1200" baseline="-25000" dirty="0"/>
        </a:p>
      </dsp:txBody>
      <dsp:txXfrm>
        <a:off x="7014411" y="1248057"/>
        <a:ext cx="1009100" cy="241026"/>
      </dsp:txXfrm>
    </dsp:sp>
    <dsp:sp modelId="{A1D84C73-64D3-441B-87AF-39348533B754}">
      <dsp:nvSpPr>
        <dsp:cNvPr id="0" name=""/>
        <dsp:cNvSpPr/>
      </dsp:nvSpPr>
      <dsp:spPr>
        <a:xfrm rot="5400000">
          <a:off x="7496559" y="1518985"/>
          <a:ext cx="44804" cy="44804"/>
        </a:xfrm>
        <a:prstGeom prst="rightArrow">
          <a:avLst>
            <a:gd name="adj1" fmla="val 667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9BCDE7D-81EB-428E-91FC-C3B0F314B947}">
      <dsp:nvSpPr>
        <dsp:cNvPr id="0" name=""/>
        <dsp:cNvSpPr/>
      </dsp:nvSpPr>
      <dsp:spPr>
        <a:xfrm>
          <a:off x="7006912" y="1586191"/>
          <a:ext cx="1024098" cy="256024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baseline="0" dirty="0"/>
            <a:t>E</a:t>
          </a:r>
          <a:r>
            <a:rPr lang="en-GB" sz="1800" kern="1200" baseline="-25000" dirty="0"/>
            <a:t>6</a:t>
          </a:r>
          <a:endParaRPr lang="en-US" sz="1800" kern="1200" baseline="-25000" dirty="0"/>
        </a:p>
      </dsp:txBody>
      <dsp:txXfrm>
        <a:off x="7014411" y="1593690"/>
        <a:ext cx="1009100" cy="241026"/>
      </dsp:txXfrm>
    </dsp:sp>
    <dsp:sp modelId="{2C98443D-5452-4BB9-87E9-C3004B0DD10C}">
      <dsp:nvSpPr>
        <dsp:cNvPr id="0" name=""/>
        <dsp:cNvSpPr/>
      </dsp:nvSpPr>
      <dsp:spPr>
        <a:xfrm>
          <a:off x="8174384" y="549292"/>
          <a:ext cx="1024098" cy="25602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 err="1"/>
            <a:t>bersinar</a:t>
          </a:r>
          <a:endParaRPr lang="en-US" sz="2000" kern="1200" dirty="0"/>
        </a:p>
      </dsp:txBody>
      <dsp:txXfrm>
        <a:off x="8181883" y="556791"/>
        <a:ext cx="1009100" cy="241026"/>
      </dsp:txXfrm>
    </dsp:sp>
    <dsp:sp modelId="{619FB050-C40C-4F95-B8A2-7AC18B80C8DA}">
      <dsp:nvSpPr>
        <dsp:cNvPr id="0" name=""/>
        <dsp:cNvSpPr/>
      </dsp:nvSpPr>
      <dsp:spPr>
        <a:xfrm rot="5400000">
          <a:off x="8664031" y="827719"/>
          <a:ext cx="44804" cy="44804"/>
        </a:xfrm>
        <a:prstGeom prst="rightArrow">
          <a:avLst>
            <a:gd name="adj1" fmla="val 667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6989B2-AE26-4F86-B912-2611DF379C48}">
      <dsp:nvSpPr>
        <dsp:cNvPr id="0" name=""/>
        <dsp:cNvSpPr/>
      </dsp:nvSpPr>
      <dsp:spPr>
        <a:xfrm>
          <a:off x="8174384" y="894925"/>
          <a:ext cx="1024098" cy="256024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 err="1"/>
            <a:t>E</a:t>
          </a:r>
          <a:r>
            <a:rPr lang="en-GB" sz="1800" kern="1200" baseline="-25000" dirty="0" err="1"/>
            <a:t>bersinar</a:t>
          </a:r>
          <a:endParaRPr lang="en-US" sz="1800" kern="1200" baseline="-25000" dirty="0"/>
        </a:p>
      </dsp:txBody>
      <dsp:txXfrm>
        <a:off x="8181883" y="902424"/>
        <a:ext cx="1009100" cy="241026"/>
      </dsp:txXfrm>
    </dsp:sp>
    <dsp:sp modelId="{BDEF19C4-BCE2-41D4-AC93-F26BF2448ECD}">
      <dsp:nvSpPr>
        <dsp:cNvPr id="0" name=""/>
        <dsp:cNvSpPr/>
      </dsp:nvSpPr>
      <dsp:spPr>
        <a:xfrm rot="5400000">
          <a:off x="8664031" y="1173352"/>
          <a:ext cx="44804" cy="44804"/>
        </a:xfrm>
        <a:prstGeom prst="rightArrow">
          <a:avLst>
            <a:gd name="adj1" fmla="val 667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96D1B6C-D1BB-45B7-97D5-5437237883E7}">
      <dsp:nvSpPr>
        <dsp:cNvPr id="0" name=""/>
        <dsp:cNvSpPr/>
      </dsp:nvSpPr>
      <dsp:spPr>
        <a:xfrm>
          <a:off x="8174384" y="1240558"/>
          <a:ext cx="1024098" cy="256024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baseline="0" dirty="0"/>
            <a:t>E</a:t>
          </a:r>
          <a:r>
            <a:rPr lang="en-GB" sz="1800" kern="1200" baseline="-25000" dirty="0"/>
            <a:t>B</a:t>
          </a:r>
          <a:endParaRPr lang="en-US" sz="1800" kern="1200" baseline="-25000" dirty="0"/>
        </a:p>
      </dsp:txBody>
      <dsp:txXfrm>
        <a:off x="8181883" y="1248057"/>
        <a:ext cx="1009100" cy="241026"/>
      </dsp:txXfrm>
    </dsp:sp>
    <dsp:sp modelId="{D2E02922-BA0C-488E-BE41-5A2954021BDF}">
      <dsp:nvSpPr>
        <dsp:cNvPr id="0" name=""/>
        <dsp:cNvSpPr/>
      </dsp:nvSpPr>
      <dsp:spPr>
        <a:xfrm rot="5400000">
          <a:off x="8664031" y="1518985"/>
          <a:ext cx="44804" cy="44804"/>
        </a:xfrm>
        <a:prstGeom prst="rightArrow">
          <a:avLst>
            <a:gd name="adj1" fmla="val 667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ADF8E08-915E-4D01-BD4B-4B7CE69AC87D}">
      <dsp:nvSpPr>
        <dsp:cNvPr id="0" name=""/>
        <dsp:cNvSpPr/>
      </dsp:nvSpPr>
      <dsp:spPr>
        <a:xfrm>
          <a:off x="8174384" y="1586191"/>
          <a:ext cx="1024098" cy="256024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baseline="0" dirty="0"/>
            <a:t>E</a:t>
          </a:r>
          <a:r>
            <a:rPr lang="en-GB" sz="1800" kern="1200" baseline="-25000" dirty="0"/>
            <a:t>7</a:t>
          </a:r>
          <a:endParaRPr lang="en-US" sz="1800" kern="1200" baseline="-25000" dirty="0"/>
        </a:p>
      </dsp:txBody>
      <dsp:txXfrm>
        <a:off x="8181883" y="1593690"/>
        <a:ext cx="1009100" cy="241026"/>
      </dsp:txXfrm>
    </dsp:sp>
    <dsp:sp modelId="{DDE25332-3F4B-42D5-A1F2-83888B98F15C}">
      <dsp:nvSpPr>
        <dsp:cNvPr id="0" name=""/>
        <dsp:cNvSpPr/>
      </dsp:nvSpPr>
      <dsp:spPr>
        <a:xfrm>
          <a:off x="9341856" y="549292"/>
          <a:ext cx="1024098" cy="25602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 err="1"/>
            <a:t>terang</a:t>
          </a:r>
          <a:endParaRPr lang="en-US" sz="2000" kern="1200" dirty="0"/>
        </a:p>
      </dsp:txBody>
      <dsp:txXfrm>
        <a:off x="9349355" y="556791"/>
        <a:ext cx="1009100" cy="241026"/>
      </dsp:txXfrm>
    </dsp:sp>
    <dsp:sp modelId="{2C566073-05EE-4819-9792-318D861EA390}">
      <dsp:nvSpPr>
        <dsp:cNvPr id="0" name=""/>
        <dsp:cNvSpPr/>
      </dsp:nvSpPr>
      <dsp:spPr>
        <a:xfrm rot="5400000">
          <a:off x="9831503" y="827719"/>
          <a:ext cx="44804" cy="44804"/>
        </a:xfrm>
        <a:prstGeom prst="rightArrow">
          <a:avLst>
            <a:gd name="adj1" fmla="val 667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2448C01-4245-48B9-A368-B8802AE0A420}">
      <dsp:nvSpPr>
        <dsp:cNvPr id="0" name=""/>
        <dsp:cNvSpPr/>
      </dsp:nvSpPr>
      <dsp:spPr>
        <a:xfrm>
          <a:off x="9341856" y="894925"/>
          <a:ext cx="1024098" cy="256024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 err="1"/>
            <a:t>E</a:t>
          </a:r>
          <a:r>
            <a:rPr lang="en-GB" sz="1800" kern="1200" baseline="-25000" dirty="0" err="1"/>
            <a:t>terang</a:t>
          </a:r>
          <a:endParaRPr lang="en-US" sz="1800" kern="1200" baseline="-25000" dirty="0"/>
        </a:p>
      </dsp:txBody>
      <dsp:txXfrm>
        <a:off x="9349355" y="902424"/>
        <a:ext cx="1009100" cy="241026"/>
      </dsp:txXfrm>
    </dsp:sp>
    <dsp:sp modelId="{A43DEDA5-C14A-4F6A-9DB9-AB49C5AB225A}">
      <dsp:nvSpPr>
        <dsp:cNvPr id="0" name=""/>
        <dsp:cNvSpPr/>
      </dsp:nvSpPr>
      <dsp:spPr>
        <a:xfrm rot="5400000">
          <a:off x="9831503" y="1173352"/>
          <a:ext cx="44804" cy="44804"/>
        </a:xfrm>
        <a:prstGeom prst="rightArrow">
          <a:avLst>
            <a:gd name="adj1" fmla="val 667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71370E5-8CA3-4A57-9C12-6E20C9EBD4BA}">
      <dsp:nvSpPr>
        <dsp:cNvPr id="0" name=""/>
        <dsp:cNvSpPr/>
      </dsp:nvSpPr>
      <dsp:spPr>
        <a:xfrm>
          <a:off x="9341856" y="1240558"/>
          <a:ext cx="1024098" cy="256024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baseline="0" dirty="0"/>
            <a:t>E</a:t>
          </a:r>
          <a:r>
            <a:rPr lang="en-GB" sz="1800" kern="1200" baseline="-25000" dirty="0"/>
            <a:t>B</a:t>
          </a:r>
          <a:endParaRPr lang="en-US" sz="1800" kern="1200" baseline="-25000" dirty="0"/>
        </a:p>
      </dsp:txBody>
      <dsp:txXfrm>
        <a:off x="9349355" y="1248057"/>
        <a:ext cx="1009100" cy="241026"/>
      </dsp:txXfrm>
    </dsp:sp>
    <dsp:sp modelId="{81696711-A291-4BA2-9CDD-95A1580C848F}">
      <dsp:nvSpPr>
        <dsp:cNvPr id="0" name=""/>
        <dsp:cNvSpPr/>
      </dsp:nvSpPr>
      <dsp:spPr>
        <a:xfrm rot="5400000">
          <a:off x="9831503" y="1518985"/>
          <a:ext cx="44804" cy="44804"/>
        </a:xfrm>
        <a:prstGeom prst="rightArrow">
          <a:avLst>
            <a:gd name="adj1" fmla="val 667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201B54-1E3C-47A6-B8A4-FA50B8BF93D5}">
      <dsp:nvSpPr>
        <dsp:cNvPr id="0" name=""/>
        <dsp:cNvSpPr/>
      </dsp:nvSpPr>
      <dsp:spPr>
        <a:xfrm>
          <a:off x="9341856" y="1586191"/>
          <a:ext cx="1024098" cy="256024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baseline="0" dirty="0"/>
            <a:t>E</a:t>
          </a:r>
          <a:r>
            <a:rPr lang="en-GB" sz="1800" kern="1200" baseline="-25000" dirty="0"/>
            <a:t>8</a:t>
          </a:r>
          <a:endParaRPr lang="en-US" sz="1800" kern="1200" baseline="-25000" dirty="0"/>
        </a:p>
      </dsp:txBody>
      <dsp:txXfrm>
        <a:off x="9349355" y="1593690"/>
        <a:ext cx="1009100" cy="241026"/>
      </dsp:txXfrm>
    </dsp:sp>
    <dsp:sp modelId="{862010F8-E86F-48CE-9A80-F3FD9C86C64F}">
      <dsp:nvSpPr>
        <dsp:cNvPr id="0" name=""/>
        <dsp:cNvSpPr/>
      </dsp:nvSpPr>
      <dsp:spPr>
        <a:xfrm>
          <a:off x="10509328" y="549292"/>
          <a:ext cx="1024098" cy="25602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/>
            <a:t>[SEP]</a:t>
          </a:r>
          <a:endParaRPr lang="en-US" sz="2000" kern="1200" dirty="0"/>
        </a:p>
      </dsp:txBody>
      <dsp:txXfrm>
        <a:off x="10516827" y="556791"/>
        <a:ext cx="1009100" cy="241026"/>
      </dsp:txXfrm>
    </dsp:sp>
    <dsp:sp modelId="{C7770BBF-E238-4A41-BA76-F4E8E952ADEE}">
      <dsp:nvSpPr>
        <dsp:cNvPr id="0" name=""/>
        <dsp:cNvSpPr/>
      </dsp:nvSpPr>
      <dsp:spPr>
        <a:xfrm rot="5400000">
          <a:off x="10998975" y="827719"/>
          <a:ext cx="44804" cy="44804"/>
        </a:xfrm>
        <a:prstGeom prst="rightArrow">
          <a:avLst>
            <a:gd name="adj1" fmla="val 667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B0E9FB6-591C-4A4F-A2CF-D5D27AECB769}">
      <dsp:nvSpPr>
        <dsp:cNvPr id="0" name=""/>
        <dsp:cNvSpPr/>
      </dsp:nvSpPr>
      <dsp:spPr>
        <a:xfrm>
          <a:off x="10509328" y="894925"/>
          <a:ext cx="1024098" cy="256024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/>
            <a:t>E</a:t>
          </a:r>
          <a:r>
            <a:rPr lang="en-GB" sz="1800" kern="1200" baseline="-25000" dirty="0"/>
            <a:t>[SEP]</a:t>
          </a:r>
          <a:endParaRPr lang="en-US" sz="1800" kern="1200" baseline="-25000" dirty="0"/>
        </a:p>
      </dsp:txBody>
      <dsp:txXfrm>
        <a:off x="10516827" y="902424"/>
        <a:ext cx="1009100" cy="241026"/>
      </dsp:txXfrm>
    </dsp:sp>
    <dsp:sp modelId="{077F8FF6-A278-43EE-9DE5-FCC2F976C19C}">
      <dsp:nvSpPr>
        <dsp:cNvPr id="0" name=""/>
        <dsp:cNvSpPr/>
      </dsp:nvSpPr>
      <dsp:spPr>
        <a:xfrm rot="5400000">
          <a:off x="10998975" y="1173352"/>
          <a:ext cx="44804" cy="44804"/>
        </a:xfrm>
        <a:prstGeom prst="rightArrow">
          <a:avLst>
            <a:gd name="adj1" fmla="val 667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4E4240E-5C21-49BB-B3F5-E11D44148A55}">
      <dsp:nvSpPr>
        <dsp:cNvPr id="0" name=""/>
        <dsp:cNvSpPr/>
      </dsp:nvSpPr>
      <dsp:spPr>
        <a:xfrm>
          <a:off x="10509328" y="1240558"/>
          <a:ext cx="1024098" cy="256024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baseline="0" dirty="0"/>
            <a:t>E</a:t>
          </a:r>
          <a:r>
            <a:rPr lang="en-GB" sz="1200" kern="1200" baseline="-25000" dirty="0"/>
            <a:t>B</a:t>
          </a:r>
          <a:endParaRPr lang="en-US" sz="1200" kern="1200" baseline="-25000" dirty="0"/>
        </a:p>
      </dsp:txBody>
      <dsp:txXfrm>
        <a:off x="10516827" y="1248057"/>
        <a:ext cx="1009100" cy="241026"/>
      </dsp:txXfrm>
    </dsp:sp>
    <dsp:sp modelId="{CD6D012F-FCC1-4C2C-90C2-F6FD3937C91C}">
      <dsp:nvSpPr>
        <dsp:cNvPr id="0" name=""/>
        <dsp:cNvSpPr/>
      </dsp:nvSpPr>
      <dsp:spPr>
        <a:xfrm rot="5400000">
          <a:off x="10998975" y="1518985"/>
          <a:ext cx="44804" cy="44804"/>
        </a:xfrm>
        <a:prstGeom prst="rightArrow">
          <a:avLst>
            <a:gd name="adj1" fmla="val 667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A0315F5-288A-409C-B97A-00B92AC96088}">
      <dsp:nvSpPr>
        <dsp:cNvPr id="0" name=""/>
        <dsp:cNvSpPr/>
      </dsp:nvSpPr>
      <dsp:spPr>
        <a:xfrm>
          <a:off x="10509328" y="1586191"/>
          <a:ext cx="1024098" cy="256024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baseline="0" dirty="0"/>
            <a:t>E</a:t>
          </a:r>
          <a:r>
            <a:rPr lang="en-GB" sz="1800" kern="1200" baseline="-25000" dirty="0"/>
            <a:t>9</a:t>
          </a:r>
          <a:endParaRPr lang="en-US" sz="1800" kern="1200" baseline="-25000" dirty="0"/>
        </a:p>
      </dsp:txBody>
      <dsp:txXfrm>
        <a:off x="10516827" y="1593690"/>
        <a:ext cx="1009100" cy="24102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Process1">
  <dgm:title val=""/>
  <dgm:desc val=""/>
  <dgm:catLst>
    <dgm:cat type="process" pri="1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1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2"/>
      </dgm:ptLst>
      <dgm:cxnLst>
        <dgm:cxn modelId="3" srcId="0" destId="1" srcOrd="0" destOrd="0"/>
        <dgm:cxn modelId="4" srcId="0" destId="2" srcOrd="0" destOrd="0"/>
        <dgm:cxn modelId="5" srcId="1" destId="11" srcOrd="0" destOrd="0"/>
        <dgm:cxn modelId="6" srcId="2" destId="2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L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R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header" refType="h"/>
      <dgm:constr type="w" for="des" forName="header" refType="h" refFor="des" refForName="header" op="equ" fact="4"/>
      <dgm:constr type="h" for="des" forName="child" refType="h" refFor="des" refForName="header" op="equ"/>
      <dgm:constr type="w" for="des" forName="child" refType="w" refFor="des" refForName="header" op="equ"/>
      <dgm:constr type="w" for="ch" forName="hSp" refType="w" refFor="des" refForName="header" op="equ" fact="0.14"/>
      <dgm:constr type="h" for="des" forName="parTrans" refType="h" refFor="des" refForName="header" op="equ" fact="0.35"/>
      <dgm:constr type="h" for="des" forName="sibTrans" refType="h" refFor="des" refForName="parTrans" op="equ"/>
      <dgm:constr type="primFontSz" for="des" forName="child" op="equ" val="65"/>
      <dgm:constr type="primFontSz" for="des" forName="header" op="equ" val="65"/>
    </dgm:constrLst>
    <dgm:ruleLst/>
    <dgm:forEach name="Name4" axis="ch" ptType="node">
      <dgm:layoutNode name="vertFlow">
        <dgm:choose name="Name5">
          <dgm:if name="Name6" func="var" arg="dir" op="equ" val="norm">
            <dgm:alg type="lin">
              <dgm:param type="linDir" val="fromT"/>
              <dgm:param type="nodeHorzAlign" val="ctr"/>
              <dgm:param type="nodeVertAlign" val="t"/>
              <dgm:param type="fallback" val="2D"/>
            </dgm:alg>
          </dgm:if>
          <dgm:else name="Name7">
            <dgm:alg type="lin">
              <dgm:param type="linDir" val="fromT"/>
              <dgm:param type="nodeHorzAlign" val="ctr"/>
              <dgm:param type="nodeVertAlign" val="t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header" styleLbl="node1"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</dgm:constrLst>
          <dgm:ruleLst>
            <dgm:rule type="primFontSz" val="5" fact="NaN" max="NaN"/>
          </dgm:ruleLst>
        </dgm:layoutNode>
        <dgm:forEach name="Name8" axis="ch" ptType="parTrans" cnt="1">
          <dgm:layoutNode name="parTrans" styleLbl="sibTrans2D1">
            <dgm:alg type="conn">
              <dgm:param type="begPts" val="auto"/>
              <dgm:param type="endPts" val="auto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w" refType="h"/>
              <dgm:constr type="connDist"/>
              <dgm:constr type="wArH" refType="h" fact="0.25"/>
              <dgm:constr type="hArH" refType="wArH" fact="2"/>
              <dgm:constr type="stemThick" refType="hArH" fact="0.667"/>
              <dgm:constr type="begPad" refType="connDist" fact="0.25"/>
              <dgm:constr type="endPad" refType="connDist" fact="0.25"/>
            </dgm:constrLst>
            <dgm:ruleLst/>
          </dgm:layoutNode>
        </dgm:forEach>
        <dgm:forEach name="Name9" axis="ch" ptType="node">
          <dgm:layoutNode name="child" styleLbl="alignAccFollowNode1">
            <dgm:varLst>
              <dgm:chMax val="0"/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  <dgm:forEach name="Name10" axis="followSib" ptType="sibTrans" cnt="1">
            <dgm:layoutNode name="sibTrans" styleLbl="sibTrans2D1">
              <dgm:alg type="conn">
                <dgm:param type="begPts" val="auto"/>
                <dgm:param type="endPts" val="auto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w" refType="h"/>
                <dgm:constr type="connDist"/>
                <dgm:constr type="wArH" refType="h" fact="0.25"/>
                <dgm:constr type="hArH" refType="wArH" fact="2"/>
                <dgm:constr type="stemThick" refType="hArH" fact="0.667"/>
                <dgm:constr type="begPad" refType="w" fact="0.25"/>
                <dgm:constr type="endPad" refType="w" fact="0.25"/>
              </dgm:constrLst>
              <dgm:ruleLst/>
            </dgm:layoutNode>
          </dgm:forEach>
        </dgm:forEach>
      </dgm:layoutNode>
      <dgm:choose name="Name11">
        <dgm:if name="Name12" axis="self" ptType="node" func="revPos" op="gte" val="2">
          <dgm:layoutNode name="h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3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21F1D5-879A-433B-96A5-C73C74E495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1DE904-A784-4D93-AE86-1C35A6B85D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AE3B6D-7CB6-44F9-8B81-8ECC7BFE3D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3C1F8-BC2C-4248-8B2A-4F2A5B2AA3D8}" type="datetimeFigureOut">
              <a:rPr lang="en-US" smtClean="0"/>
              <a:t>12/8/2021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FD893E-C3E4-4BE9-96D4-ED7078C21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8A49D0-2D9E-4A13-9765-8D8FF5544A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7E348-7C3C-4FF4-BB5B-6A5A7189CE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10336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8661F-FED4-4B25-A0FD-B8FE82E6C7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A49DAA-4D9B-4D53-8EEF-F4459385AD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DAA833-4567-41B6-84F0-71EC6A8669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3C1F8-BC2C-4248-8B2A-4F2A5B2AA3D8}" type="datetimeFigureOut">
              <a:rPr lang="en-US" smtClean="0"/>
              <a:t>12/8/2021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11282A-5E9B-47A7-BE81-8DA2DE170B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671FEA-65D1-4FA6-9FC4-1D8E34194F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7E348-7C3C-4FF4-BB5B-6A5A7189CE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15386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47F98A-412D-4423-A4E0-EC4608DC10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BEF540-9649-4FBC-9605-10EE8DB1DA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FF4F4C-D6CC-48A6-8349-6A0445AE4C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3C1F8-BC2C-4248-8B2A-4F2A5B2AA3D8}" type="datetimeFigureOut">
              <a:rPr lang="en-US" smtClean="0"/>
              <a:t>12/8/2021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52ECE4-DC08-439C-86D0-9838B9654D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486E74-9521-41E0-9F8F-D9002D7FC0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7E348-7C3C-4FF4-BB5B-6A5A7189CE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44213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C26CDA-69C9-4247-90F1-1E569E745D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575583-D1C5-4514-9087-9D03EC9854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FBD37D-5E48-47D8-A240-3B0DF6F8C3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19C9AA-4E9D-4893-A8CA-F7E7CE3550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3C1F8-BC2C-4248-8B2A-4F2A5B2AA3D8}" type="datetimeFigureOut">
              <a:rPr lang="en-US" smtClean="0"/>
              <a:t>12/8/2021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726E8A-7752-4E4A-AD92-06D87CE7B5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D8B758-F35B-474A-91C6-75A10C36DB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7E348-7C3C-4FF4-BB5B-6A5A7189CE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0177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B1BF7D-4BD7-413A-B238-5B5680C27E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EEB2C7-8B7B-4117-9BA2-DA82B919A1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63E633-3824-4301-AB89-3031260104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4706C6E-5FA5-403E-A717-00FE1177FA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7D123AB-1B88-435A-BC81-3817A194C3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1283114-EEE5-446C-A0BA-058227910F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3C1F8-BC2C-4248-8B2A-4F2A5B2AA3D8}" type="datetimeFigureOut">
              <a:rPr lang="en-US" smtClean="0"/>
              <a:t>12/8/2021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C9D6BC1-F79D-4E3C-BBAE-ED0EB1491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50F853-5085-4394-BF7F-EDAFBF867C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7E348-7C3C-4FF4-BB5B-6A5A7189CE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99492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A7A897-B7DE-42D9-AA68-151E608B01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40A7BFE-C719-49D1-8FEB-E985E72011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3C1F8-BC2C-4248-8B2A-4F2A5B2AA3D8}" type="datetimeFigureOut">
              <a:rPr lang="en-US" smtClean="0"/>
              <a:t>12/8/2021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E546EA-2EB3-4BC2-81F6-E2BCF555E9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4A8315-6FC0-4F73-9C6E-135970FDF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7E348-7C3C-4FF4-BB5B-6A5A7189CE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96739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CC4DB6D-A33B-4852-B23C-6ADC9E1257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3C1F8-BC2C-4248-8B2A-4F2A5B2AA3D8}" type="datetimeFigureOut">
              <a:rPr lang="en-US" smtClean="0"/>
              <a:t>12/8/2021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6A12982-F721-4B89-BF42-A1F03F18FB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E01224-5224-4E29-BEE5-816B65F6D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7E348-7C3C-4FF4-BB5B-6A5A7189CE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7072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36ECDA-069C-430C-BC67-C5CE52319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F70077-58A5-4BF7-B391-55E5A06FB2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1558C1-546C-4E9E-9480-F12E9C325F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947D3D-D1CC-4A56-ABAC-3F1CEC7BCD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3C1F8-BC2C-4248-8B2A-4F2A5B2AA3D8}" type="datetimeFigureOut">
              <a:rPr lang="en-US" smtClean="0"/>
              <a:t>12/8/2021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53492C-11DC-46D1-8A9D-E2ECBB52E5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049E9A-B909-4627-A65F-D9E5F2022E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7E348-7C3C-4FF4-BB5B-6A5A7189CE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95015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B9EF7E-D594-49EA-A281-15D76B9F42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08396CC-E606-4A0B-ACA6-3725641D196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4F8257-E44F-4DBA-9E52-278D2D3CC8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03B325-C2AD-400D-9D1A-EC9AD92BFE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3C1F8-BC2C-4248-8B2A-4F2A5B2AA3D8}" type="datetimeFigureOut">
              <a:rPr lang="en-US" smtClean="0"/>
              <a:t>12/8/2021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D8781E-0F78-42B4-BDC2-B5AD3814C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CEFB61-1AEE-4156-B301-986DEA0E3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7E348-7C3C-4FF4-BB5B-6A5A7189CE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78887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53874F-B2BD-4067-AC08-602B8E5A54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4C24B6-0537-467D-8F88-152563DC30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D5DC52-BFDB-4B55-B858-059C9E08B4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3C1F8-BC2C-4248-8B2A-4F2A5B2AA3D8}" type="datetimeFigureOut">
              <a:rPr lang="en-US" smtClean="0"/>
              <a:t>12/8/2021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ECDCE4-8047-4909-8E5A-6F0E3BE9F6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3BD56A-9ED3-426C-9566-67E9358E28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7E348-7C3C-4FF4-BB5B-6A5A7189CE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56650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0D5C1C3-DBD7-4F84-BF68-F6662F8FFFE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0C35A6-75AD-4926-AB41-6AA82C9CCD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0BE940-2B0C-4233-B953-6F93F9CDAF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3C1F8-BC2C-4248-8B2A-4F2A5B2AA3D8}" type="datetimeFigureOut">
              <a:rPr lang="en-US" smtClean="0"/>
              <a:t>12/8/2021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820F01-2A92-4CB7-88AC-76EDB7295C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540CCD-B6E4-42BF-93BA-522A1AB1A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7E348-7C3C-4FF4-BB5B-6A5A7189CE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91094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2106401-EF09-45D2-9DFA-29FA10A87E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82E1B2-EFED-46AE-BF5A-782FEA9BFF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A4D39C-E35B-4F26-86B8-8475E89A72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13C1F8-BC2C-4248-8B2A-4F2A5B2AA3D8}" type="datetimeFigureOut">
              <a:rPr lang="en-US" smtClean="0"/>
              <a:t>12/8/2021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5459A7-BE0A-47F7-B8BF-C9CF265F0A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DCDBDA-25A7-4CC1-9A99-A8790EB0D0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67E348-7C3C-4FF4-BB5B-6A5A7189CE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42179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6ADC35-99BF-40D0-9F4F-F582101002A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7C5271-5F1C-4289-8F2A-B8DE8E86FAF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30684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oup 30">
            <a:extLst>
              <a:ext uri="{FF2B5EF4-FFF2-40B4-BE49-F238E27FC236}">
                <a16:creationId xmlns:a16="http://schemas.microsoft.com/office/drawing/2014/main" id="{F315A49D-F2C5-42FB-80E2-45A40B6425EE}"/>
              </a:ext>
            </a:extLst>
          </p:cNvPr>
          <p:cNvGrpSpPr/>
          <p:nvPr/>
        </p:nvGrpSpPr>
        <p:grpSpPr>
          <a:xfrm>
            <a:off x="1049311" y="1364105"/>
            <a:ext cx="8244588" cy="4481421"/>
            <a:chOff x="1049311" y="1364105"/>
            <a:chExt cx="8244588" cy="4481421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8ECA1B98-8E01-4D32-ACD5-CACDCF8950D5}"/>
                </a:ext>
              </a:extLst>
            </p:cNvPr>
            <p:cNvSpPr/>
            <p:nvPr/>
          </p:nvSpPr>
          <p:spPr>
            <a:xfrm>
              <a:off x="2278504" y="1364105"/>
              <a:ext cx="2338465" cy="914400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GB" dirty="0" err="1"/>
                <a:t>Preprocessing</a:t>
              </a:r>
              <a:endParaRPr lang="en-US" dirty="0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E00D8A14-FD4B-4D2B-9C9B-8E73A8732187}"/>
                </a:ext>
              </a:extLst>
            </p:cNvPr>
            <p:cNvSpPr/>
            <p:nvPr/>
          </p:nvSpPr>
          <p:spPr>
            <a:xfrm>
              <a:off x="4616969" y="2548328"/>
              <a:ext cx="2338465" cy="914400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Feature Extraction</a:t>
              </a:r>
              <a:endParaRPr lang="en-US" dirty="0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0A5A0074-43F7-41A4-8951-C5D389166809}"/>
                </a:ext>
              </a:extLst>
            </p:cNvPr>
            <p:cNvSpPr/>
            <p:nvPr/>
          </p:nvSpPr>
          <p:spPr>
            <a:xfrm>
              <a:off x="6955434" y="3832060"/>
              <a:ext cx="2338465" cy="914400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Classification</a:t>
              </a:r>
              <a:endParaRPr lang="en-US" dirty="0"/>
            </a:p>
          </p:txBody>
        </p:sp>
        <p:cxnSp>
          <p:nvCxnSpPr>
            <p:cNvPr id="8" name="Connector: Elbow 7">
              <a:extLst>
                <a:ext uri="{FF2B5EF4-FFF2-40B4-BE49-F238E27FC236}">
                  <a16:creationId xmlns:a16="http://schemas.microsoft.com/office/drawing/2014/main" id="{01B3AF5F-7108-412A-83BE-074EC1651108}"/>
                </a:ext>
              </a:extLst>
            </p:cNvPr>
            <p:cNvCxnSpPr>
              <a:stCxn id="4" idx="3"/>
              <a:endCxn id="5" idx="0"/>
            </p:cNvCxnSpPr>
            <p:nvPr/>
          </p:nvCxnSpPr>
          <p:spPr>
            <a:xfrm>
              <a:off x="4616969" y="1821305"/>
              <a:ext cx="1169233" cy="727023"/>
            </a:xfrm>
            <a:prstGeom prst="bentConnector2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Connector: Elbow 8">
              <a:extLst>
                <a:ext uri="{FF2B5EF4-FFF2-40B4-BE49-F238E27FC236}">
                  <a16:creationId xmlns:a16="http://schemas.microsoft.com/office/drawing/2014/main" id="{09AA68E5-C05C-4C51-8063-472A7CFAB0C5}"/>
                </a:ext>
              </a:extLst>
            </p:cNvPr>
            <p:cNvCxnSpPr>
              <a:cxnSpLocks/>
              <a:stCxn id="5" idx="3"/>
              <a:endCxn id="6" idx="0"/>
            </p:cNvCxnSpPr>
            <p:nvPr/>
          </p:nvCxnSpPr>
          <p:spPr>
            <a:xfrm>
              <a:off x="6955434" y="3005528"/>
              <a:ext cx="1169233" cy="826532"/>
            </a:xfrm>
            <a:prstGeom prst="bentConnector2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3A43E5A7-2700-436B-A122-0B602B9080D5}"/>
                </a:ext>
              </a:extLst>
            </p:cNvPr>
            <p:cNvCxnSpPr>
              <a:cxnSpLocks/>
              <a:endCxn id="4" idx="1"/>
            </p:cNvCxnSpPr>
            <p:nvPr/>
          </p:nvCxnSpPr>
          <p:spPr>
            <a:xfrm>
              <a:off x="1049311" y="1821305"/>
              <a:ext cx="1229193" cy="0"/>
            </a:xfrm>
            <a:prstGeom prst="straightConnector1">
              <a:avLst/>
            </a:prstGeom>
            <a:ln w="38100">
              <a:headEnd type="oval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49BE0699-76E8-4770-B931-BC3957F02B14}"/>
                </a:ext>
              </a:extLst>
            </p:cNvPr>
            <p:cNvCxnSpPr>
              <a:cxnSpLocks/>
              <a:stCxn id="6" idx="2"/>
            </p:cNvCxnSpPr>
            <p:nvPr/>
          </p:nvCxnSpPr>
          <p:spPr>
            <a:xfrm flipH="1">
              <a:off x="8124666" y="4746460"/>
              <a:ext cx="1" cy="659567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DFE440D5-82E0-4BA8-B3CE-81EC0A2921E4}"/>
                </a:ext>
              </a:extLst>
            </p:cNvPr>
            <p:cNvSpPr txBox="1"/>
            <p:nvPr/>
          </p:nvSpPr>
          <p:spPr>
            <a:xfrm>
              <a:off x="1214202" y="1425740"/>
              <a:ext cx="89941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/>
                <a:t>Input</a:t>
              </a:r>
              <a:endParaRPr lang="en-US" dirty="0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F732CE56-E978-436B-88D7-CEFD57F46DF7}"/>
                </a:ext>
              </a:extLst>
            </p:cNvPr>
            <p:cNvSpPr txBox="1"/>
            <p:nvPr/>
          </p:nvSpPr>
          <p:spPr>
            <a:xfrm>
              <a:off x="4891332" y="1425740"/>
              <a:ext cx="279907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Token List </a:t>
              </a:r>
              <a:r>
                <a:rPr lang="en-GB" dirty="0" err="1"/>
                <a:t>atau</a:t>
              </a:r>
              <a:r>
                <a:rPr lang="en-GB" dirty="0"/>
                <a:t> K-</a:t>
              </a:r>
              <a:r>
                <a:rPr lang="en-GB" dirty="0" err="1"/>
                <a:t>mer</a:t>
              </a:r>
              <a:r>
                <a:rPr lang="en-GB" dirty="0"/>
                <a:t> list</a:t>
              </a:r>
              <a:endParaRPr lang="en-US" dirty="0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DA6DAA6D-FE73-4880-8E81-8766C36D2B58}"/>
                </a:ext>
              </a:extLst>
            </p:cNvPr>
            <p:cNvSpPr txBox="1"/>
            <p:nvPr/>
          </p:nvSpPr>
          <p:spPr>
            <a:xfrm>
              <a:off x="6955434" y="2627026"/>
              <a:ext cx="134911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 err="1"/>
                <a:t>Vektor</a:t>
              </a:r>
              <a:endParaRPr lang="en-US" dirty="0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E759CB4C-CB5C-444D-8FF0-F66967A2806F}"/>
                </a:ext>
              </a:extLst>
            </p:cNvPr>
            <p:cNvSpPr txBox="1"/>
            <p:nvPr/>
          </p:nvSpPr>
          <p:spPr>
            <a:xfrm>
              <a:off x="7450108" y="5476194"/>
              <a:ext cx="134911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/>
                <a:t>Label</a:t>
              </a:r>
              <a:endParaRPr lang="en-US" dirty="0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C429240E-3489-4411-84E9-AEEF23B422A1}"/>
                </a:ext>
              </a:extLst>
            </p:cNvPr>
            <p:cNvSpPr/>
            <p:nvPr/>
          </p:nvSpPr>
          <p:spPr>
            <a:xfrm>
              <a:off x="3607632" y="3852473"/>
              <a:ext cx="2018673" cy="914400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Classification Model</a:t>
              </a:r>
              <a:endParaRPr lang="en-US" dirty="0"/>
            </a:p>
          </p:txBody>
        </p: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DDD42716-9696-491E-AE61-9D2C8151F274}"/>
                </a:ext>
              </a:extLst>
            </p:cNvPr>
            <p:cNvCxnSpPr>
              <a:stCxn id="25" idx="6"/>
              <a:endCxn id="6" idx="1"/>
            </p:cNvCxnSpPr>
            <p:nvPr/>
          </p:nvCxnSpPr>
          <p:spPr>
            <a:xfrm flipV="1">
              <a:off x="5626305" y="4289260"/>
              <a:ext cx="1329129" cy="20413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7984432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AC50055-FE9A-4671-AB98-5C1624B2E169}"/>
              </a:ext>
            </a:extLst>
          </p:cNvPr>
          <p:cNvSpPr/>
          <p:nvPr/>
        </p:nvSpPr>
        <p:spPr>
          <a:xfrm>
            <a:off x="3724101" y="4964777"/>
            <a:ext cx="5079076" cy="349134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Embedding Layer</a:t>
            </a:r>
            <a:endParaRPr lang="en-US" sz="1400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71E5ACB-F0E9-4512-97EE-C935CA504250}"/>
              </a:ext>
            </a:extLst>
          </p:cNvPr>
          <p:cNvSpPr/>
          <p:nvPr/>
        </p:nvSpPr>
        <p:spPr>
          <a:xfrm>
            <a:off x="3724101" y="5527964"/>
            <a:ext cx="5079075" cy="349134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X : </a:t>
            </a:r>
            <a:r>
              <a:rPr lang="en-GB" sz="1400" dirty="0" err="1"/>
              <a:t>Sekuens</a:t>
            </a:r>
            <a:r>
              <a:rPr lang="en-GB" sz="1400" dirty="0"/>
              <a:t> Input</a:t>
            </a:r>
            <a:endParaRPr lang="en-US" sz="1400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2F68862-4E41-43C1-A438-2811A8922A08}"/>
              </a:ext>
            </a:extLst>
          </p:cNvPr>
          <p:cNvSpPr/>
          <p:nvPr/>
        </p:nvSpPr>
        <p:spPr>
          <a:xfrm>
            <a:off x="3724101" y="4401590"/>
            <a:ext cx="5079075" cy="349134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Input Embeddings</a:t>
            </a:r>
            <a:endParaRPr lang="en-US" sz="14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BA0676C-D6D4-416B-86E5-0BA5D41D1ABD}"/>
              </a:ext>
            </a:extLst>
          </p:cNvPr>
          <p:cNvSpPr/>
          <p:nvPr/>
        </p:nvSpPr>
        <p:spPr>
          <a:xfrm>
            <a:off x="3724101" y="3831130"/>
            <a:ext cx="5079076" cy="349134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Shared Representation Layer</a:t>
            </a:r>
            <a:endParaRPr lang="en-US" sz="14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5A7662F-92A3-405A-AAA8-0CB9EB709661}"/>
              </a:ext>
            </a:extLst>
          </p:cNvPr>
          <p:cNvSpPr/>
          <p:nvPr/>
        </p:nvSpPr>
        <p:spPr>
          <a:xfrm>
            <a:off x="3724100" y="3026870"/>
            <a:ext cx="2204261" cy="582934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i="1" dirty="0"/>
              <a:t>Task Specific Layer</a:t>
            </a:r>
            <a:br>
              <a:rPr lang="en-GB" sz="1400" i="1" dirty="0"/>
            </a:br>
            <a:r>
              <a:rPr lang="en-GB" sz="1400" dirty="0"/>
              <a:t>Promoter Prediction</a:t>
            </a:r>
            <a:endParaRPr lang="en-US" sz="14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9644737-7613-44D5-88CB-95A746310F50}"/>
              </a:ext>
            </a:extLst>
          </p:cNvPr>
          <p:cNvSpPr/>
          <p:nvPr/>
        </p:nvSpPr>
        <p:spPr>
          <a:xfrm>
            <a:off x="6615541" y="3026392"/>
            <a:ext cx="2204261" cy="582934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i="1" dirty="0"/>
              <a:t>Task Specific Layer</a:t>
            </a:r>
          </a:p>
          <a:p>
            <a:pPr algn="ctr"/>
            <a:r>
              <a:rPr lang="en-GB" sz="1400" dirty="0"/>
              <a:t>Poly-A Prediction</a:t>
            </a:r>
            <a:endParaRPr lang="en-US" sz="1400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B3FE191-6482-4EDA-8C3A-294A9B332BD7}"/>
              </a:ext>
            </a:extLst>
          </p:cNvPr>
          <p:cNvSpPr/>
          <p:nvPr/>
        </p:nvSpPr>
        <p:spPr>
          <a:xfrm>
            <a:off x="4032364" y="2217295"/>
            <a:ext cx="1587732" cy="582934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Output</a:t>
            </a:r>
            <a:endParaRPr lang="en-US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D7F09D6-56DD-4BA2-9FBE-C2A267964CD0}"/>
              </a:ext>
            </a:extLst>
          </p:cNvPr>
          <p:cNvSpPr/>
          <p:nvPr/>
        </p:nvSpPr>
        <p:spPr>
          <a:xfrm>
            <a:off x="6923805" y="2217295"/>
            <a:ext cx="1587732" cy="582934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Output</a:t>
            </a:r>
            <a:endParaRPr lang="en-US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80907C4-13FC-4356-8697-8F409D7BABF7}"/>
              </a:ext>
            </a:extLst>
          </p:cNvPr>
          <p:cNvCxnSpPr>
            <a:cxnSpLocks/>
            <a:stCxn id="5" idx="0"/>
            <a:endCxn id="4" idx="2"/>
          </p:cNvCxnSpPr>
          <p:nvPr/>
        </p:nvCxnSpPr>
        <p:spPr>
          <a:xfrm flipV="1">
            <a:off x="6263639" y="5313911"/>
            <a:ext cx="0" cy="21405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9C8F711-DC0D-4E2F-9E04-7FA11C6901B8}"/>
              </a:ext>
            </a:extLst>
          </p:cNvPr>
          <p:cNvCxnSpPr>
            <a:cxnSpLocks/>
            <a:stCxn id="4" idx="0"/>
            <a:endCxn id="6" idx="2"/>
          </p:cNvCxnSpPr>
          <p:nvPr/>
        </p:nvCxnSpPr>
        <p:spPr>
          <a:xfrm flipV="1">
            <a:off x="6263639" y="4750724"/>
            <a:ext cx="0" cy="21405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28C466F-7079-4B66-93C7-8181369CC449}"/>
              </a:ext>
            </a:extLst>
          </p:cNvPr>
          <p:cNvCxnSpPr>
            <a:cxnSpLocks/>
            <a:stCxn id="6" idx="0"/>
            <a:endCxn id="7" idx="2"/>
          </p:cNvCxnSpPr>
          <p:nvPr/>
        </p:nvCxnSpPr>
        <p:spPr>
          <a:xfrm flipV="1">
            <a:off x="6263639" y="4180264"/>
            <a:ext cx="0" cy="22132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BFD4D60-AD9F-4C97-940E-90A27D3FAB7B}"/>
              </a:ext>
            </a:extLst>
          </p:cNvPr>
          <p:cNvCxnSpPr>
            <a:cxnSpLocks/>
            <a:stCxn id="7" idx="0"/>
            <a:endCxn id="8" idx="2"/>
          </p:cNvCxnSpPr>
          <p:nvPr/>
        </p:nvCxnSpPr>
        <p:spPr>
          <a:xfrm flipH="1" flipV="1">
            <a:off x="4826231" y="3609804"/>
            <a:ext cx="1437408" cy="22132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B2F18D1-8C79-4006-B75D-1A29F70D3897}"/>
              </a:ext>
            </a:extLst>
          </p:cNvPr>
          <p:cNvCxnSpPr>
            <a:cxnSpLocks/>
            <a:stCxn id="7" idx="0"/>
            <a:endCxn id="9" idx="2"/>
          </p:cNvCxnSpPr>
          <p:nvPr/>
        </p:nvCxnSpPr>
        <p:spPr>
          <a:xfrm flipV="1">
            <a:off x="6263639" y="3609326"/>
            <a:ext cx="1454033" cy="22180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ACC89F9-F357-4FCE-A4AD-8DA0FA78572A}"/>
              </a:ext>
            </a:extLst>
          </p:cNvPr>
          <p:cNvCxnSpPr>
            <a:cxnSpLocks/>
            <a:stCxn id="8" idx="0"/>
            <a:endCxn id="10" idx="4"/>
          </p:cNvCxnSpPr>
          <p:nvPr/>
        </p:nvCxnSpPr>
        <p:spPr>
          <a:xfrm flipH="1" flipV="1">
            <a:off x="4826230" y="2800229"/>
            <a:ext cx="1" cy="22664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17D51212-DE5B-497A-87F9-F83ADBF1E627}"/>
              </a:ext>
            </a:extLst>
          </p:cNvPr>
          <p:cNvCxnSpPr>
            <a:cxnSpLocks/>
            <a:stCxn id="9" idx="0"/>
            <a:endCxn id="11" idx="4"/>
          </p:cNvCxnSpPr>
          <p:nvPr/>
        </p:nvCxnSpPr>
        <p:spPr>
          <a:xfrm flipH="1" flipV="1">
            <a:off x="7717671" y="2800229"/>
            <a:ext cx="1" cy="22616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33610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6F602B87-347D-4E44-9E62-E0A5B46B08BA}"/>
              </a:ext>
            </a:extLst>
          </p:cNvPr>
          <p:cNvGrpSpPr/>
          <p:nvPr/>
        </p:nvGrpSpPr>
        <p:grpSpPr>
          <a:xfrm>
            <a:off x="3645723" y="1006342"/>
            <a:ext cx="5092138" cy="4970815"/>
            <a:chOff x="3645723" y="1006342"/>
            <a:chExt cx="5092138" cy="4970815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4AC50055-FE9A-4671-AB98-5C1624B2E169}"/>
                </a:ext>
              </a:extLst>
            </p:cNvPr>
            <p:cNvSpPr/>
            <p:nvPr/>
          </p:nvSpPr>
          <p:spPr>
            <a:xfrm>
              <a:off x="3645724" y="4481451"/>
              <a:ext cx="5079076" cy="349134"/>
            </a:xfrm>
            <a:prstGeom prst="rec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400" dirty="0"/>
                <a:t>Embedding Layer</a:t>
              </a:r>
              <a:endParaRPr lang="en-US" sz="1400" dirty="0"/>
            </a:p>
          </p:txBody>
        </p:sp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B71E5ACB-F0E9-4512-97EE-C935CA504250}"/>
                </a:ext>
              </a:extLst>
            </p:cNvPr>
            <p:cNvSpPr/>
            <p:nvPr/>
          </p:nvSpPr>
          <p:spPr>
            <a:xfrm>
              <a:off x="3645724" y="5044638"/>
              <a:ext cx="5079075" cy="349134"/>
            </a:xfrm>
            <a:prstGeom prst="round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400" dirty="0"/>
                <a:t>X : Input</a:t>
              </a:r>
              <a:endParaRPr lang="en-US" sz="1400" dirty="0"/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32F68862-4E41-43C1-A438-2811A8922A08}"/>
                </a:ext>
              </a:extLst>
            </p:cNvPr>
            <p:cNvSpPr/>
            <p:nvPr/>
          </p:nvSpPr>
          <p:spPr>
            <a:xfrm>
              <a:off x="3645724" y="3918264"/>
              <a:ext cx="5079075" cy="349134"/>
            </a:xfrm>
            <a:prstGeom prst="round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400" dirty="0"/>
                <a:t>Input Embeddings</a:t>
              </a:r>
              <a:endParaRPr lang="en-US" sz="1400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BA0676C-D6D4-416B-86E5-0BA5D41D1ABD}"/>
                </a:ext>
              </a:extLst>
            </p:cNvPr>
            <p:cNvSpPr/>
            <p:nvPr/>
          </p:nvSpPr>
          <p:spPr>
            <a:xfrm>
              <a:off x="3645724" y="3347804"/>
              <a:ext cx="5079076" cy="349134"/>
            </a:xfrm>
            <a:prstGeom prst="rec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400" dirty="0"/>
                <a:t>Shared Representation Layer</a:t>
              </a:r>
              <a:endParaRPr lang="en-US" sz="1400" dirty="0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A5A7662F-92A3-405A-AAA8-0CB9EB709661}"/>
                </a:ext>
              </a:extLst>
            </p:cNvPr>
            <p:cNvSpPr/>
            <p:nvPr/>
          </p:nvSpPr>
          <p:spPr>
            <a:xfrm>
              <a:off x="3645723" y="2543544"/>
              <a:ext cx="5079075" cy="582934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400" i="1" dirty="0"/>
                <a:t>Task Specific Layer</a:t>
              </a:r>
              <a:br>
                <a:rPr lang="en-GB" sz="1400" i="1" dirty="0"/>
              </a:br>
              <a:r>
                <a:rPr lang="en-GB" sz="1400" i="1" dirty="0"/>
                <a:t>Splice Sites Prediction</a:t>
              </a:r>
              <a:endParaRPr lang="en-US" sz="1400" i="1" dirty="0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1B3FE191-6482-4EDA-8C3A-294A9B332BD7}"/>
                </a:ext>
              </a:extLst>
            </p:cNvPr>
            <p:cNvSpPr/>
            <p:nvPr/>
          </p:nvSpPr>
          <p:spPr>
            <a:xfrm>
              <a:off x="5391394" y="1739953"/>
              <a:ext cx="1587732" cy="582934"/>
            </a:xfrm>
            <a:prstGeom prst="ellips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Output</a:t>
              </a:r>
              <a:endParaRPr lang="en-US" dirty="0"/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E80907C4-13FC-4356-8697-8F409D7BABF7}"/>
                </a:ext>
              </a:extLst>
            </p:cNvPr>
            <p:cNvCxnSpPr>
              <a:cxnSpLocks/>
              <a:stCxn id="5" idx="0"/>
              <a:endCxn id="4" idx="2"/>
            </p:cNvCxnSpPr>
            <p:nvPr/>
          </p:nvCxnSpPr>
          <p:spPr>
            <a:xfrm flipV="1">
              <a:off x="6185262" y="4830585"/>
              <a:ext cx="0" cy="214053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D9C8F711-DC0D-4E2F-9E04-7FA11C6901B8}"/>
                </a:ext>
              </a:extLst>
            </p:cNvPr>
            <p:cNvCxnSpPr>
              <a:cxnSpLocks/>
              <a:stCxn id="4" idx="0"/>
              <a:endCxn id="6" idx="2"/>
            </p:cNvCxnSpPr>
            <p:nvPr/>
          </p:nvCxnSpPr>
          <p:spPr>
            <a:xfrm flipV="1">
              <a:off x="6185262" y="4267398"/>
              <a:ext cx="0" cy="214053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A28C466F-7079-4B66-93C7-8181369CC449}"/>
                </a:ext>
              </a:extLst>
            </p:cNvPr>
            <p:cNvCxnSpPr>
              <a:cxnSpLocks/>
              <a:stCxn id="6" idx="0"/>
              <a:endCxn id="7" idx="2"/>
            </p:cNvCxnSpPr>
            <p:nvPr/>
          </p:nvCxnSpPr>
          <p:spPr>
            <a:xfrm flipV="1">
              <a:off x="6185262" y="3696938"/>
              <a:ext cx="0" cy="221326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5BFD4D60-AD9F-4C97-940E-90A27D3FAB7B}"/>
                </a:ext>
              </a:extLst>
            </p:cNvPr>
            <p:cNvCxnSpPr>
              <a:cxnSpLocks/>
              <a:stCxn id="7" idx="0"/>
              <a:endCxn id="8" idx="2"/>
            </p:cNvCxnSpPr>
            <p:nvPr/>
          </p:nvCxnSpPr>
          <p:spPr>
            <a:xfrm flipH="1" flipV="1">
              <a:off x="6185261" y="3126478"/>
              <a:ext cx="1" cy="221326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8ACC89F9-F357-4FCE-A4AD-8DA0FA78572A}"/>
                </a:ext>
              </a:extLst>
            </p:cNvPr>
            <p:cNvCxnSpPr>
              <a:cxnSpLocks/>
              <a:stCxn id="8" idx="0"/>
              <a:endCxn id="10" idx="4"/>
            </p:cNvCxnSpPr>
            <p:nvPr/>
          </p:nvCxnSpPr>
          <p:spPr>
            <a:xfrm flipH="1" flipV="1">
              <a:off x="6185260" y="2322887"/>
              <a:ext cx="1" cy="220657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14829720-8794-4CFD-9757-D3BAA39DD249}"/>
                </a:ext>
              </a:extLst>
            </p:cNvPr>
            <p:cNvSpPr txBox="1"/>
            <p:nvPr/>
          </p:nvSpPr>
          <p:spPr>
            <a:xfrm>
              <a:off x="3658786" y="5607825"/>
              <a:ext cx="50790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>
                  <a:latin typeface="Courier New" panose="02070309020205020404" pitchFamily="49" charset="0"/>
                  <a:cs typeface="Courier New" panose="02070309020205020404" pitchFamily="49" charset="0"/>
                </a:rPr>
                <a:t>ACGTTGACATGGATGCGCAAAA ....</a:t>
              </a:r>
              <a:endParaRPr lang="en-US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9E36412D-231F-49F2-9B31-617C2FB611F0}"/>
                </a:ext>
              </a:extLst>
            </p:cNvPr>
            <p:cNvSpPr txBox="1"/>
            <p:nvPr/>
          </p:nvSpPr>
          <p:spPr>
            <a:xfrm>
              <a:off x="3658786" y="1006342"/>
              <a:ext cx="5079075" cy="646331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>
                  <a:latin typeface="Courier New" panose="02070309020205020404" pitchFamily="49" charset="0"/>
                  <a:cs typeface="Courier New" panose="02070309020205020404" pitchFamily="49" charset="0"/>
                </a:rPr>
                <a:t>ACGTTGACATGGATGCGCAAAA ....</a:t>
              </a:r>
            </a:p>
            <a:p>
              <a:pPr algn="ctr"/>
              <a:r>
                <a:rPr lang="en-GB" dirty="0">
                  <a:latin typeface="Courier New" panose="02070309020205020404" pitchFamily="49" charset="0"/>
                  <a:cs typeface="Courier New" panose="02070309020205020404" pitchFamily="49" charset="0"/>
                </a:rPr>
                <a:t>EEE    EEEEE  EEEEEE   ....</a:t>
              </a:r>
              <a:endParaRPr lang="en-US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93121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758B0E-D632-4345-9F77-4AE19ADF49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BERT </a:t>
            </a:r>
            <a:r>
              <a:rPr lang="en-GB" dirty="0" err="1"/>
              <a:t>Preprocessing</a:t>
            </a:r>
            <a:endParaRPr lang="en-US" dirty="0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D7F30BD5-246E-4992-B0FD-F60F5304E17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80746115"/>
              </p:ext>
            </p:extLst>
          </p:nvPr>
        </p:nvGraphicFramePr>
        <p:xfrm>
          <a:off x="328246" y="3032040"/>
          <a:ext cx="11535507" cy="23915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41D9861-3CCE-442E-A427-B4EE128D51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325563"/>
          </a:xfrm>
        </p:spPr>
        <p:txBody>
          <a:bodyPr>
            <a:normAutofit/>
          </a:bodyPr>
          <a:lstStyle/>
          <a:p>
            <a:r>
              <a:rPr lang="en-GB" dirty="0" err="1"/>
              <a:t>Tokenisasi</a:t>
            </a:r>
            <a:r>
              <a:rPr lang="en-GB" dirty="0"/>
              <a:t> </a:t>
            </a:r>
            <a:r>
              <a:rPr lang="en-GB" dirty="0" err="1"/>
              <a:t>dengan</a:t>
            </a:r>
            <a:r>
              <a:rPr lang="en-GB" dirty="0"/>
              <a:t> </a:t>
            </a:r>
            <a:r>
              <a:rPr lang="en-GB" dirty="0" err="1"/>
              <a:t>WordPiece</a:t>
            </a:r>
            <a:endParaRPr lang="en-US" dirty="0"/>
          </a:p>
          <a:p>
            <a:r>
              <a:rPr lang="en-US" dirty="0" err="1"/>
              <a:t>Melakukan</a:t>
            </a:r>
            <a:r>
              <a:rPr lang="en-US" dirty="0"/>
              <a:t> </a:t>
            </a:r>
            <a:r>
              <a:rPr lang="en-US" i="1" dirty="0"/>
              <a:t>embedding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155933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678DCB-962F-4D89-B6DB-547CF1808C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BERT Pretraining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91ED45-013F-4F32-BA17-1BE5947224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325563"/>
          </a:xfrm>
        </p:spPr>
        <p:txBody>
          <a:bodyPr>
            <a:normAutofit/>
          </a:bodyPr>
          <a:lstStyle/>
          <a:p>
            <a:r>
              <a:rPr lang="en-GB" dirty="0"/>
              <a:t>Unsupervised Learning</a:t>
            </a:r>
          </a:p>
          <a:p>
            <a:pPr lvl="1"/>
            <a:r>
              <a:rPr lang="en-GB" dirty="0"/>
              <a:t>Next-Sentence Prediction (NSP)</a:t>
            </a:r>
          </a:p>
          <a:p>
            <a:pPr lvl="1"/>
            <a:r>
              <a:rPr lang="en-GB" dirty="0"/>
              <a:t>Masked Language Model (MLM)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93498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ACDBE4-0505-4750-8AC6-E7EDE17732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A859F54-3AAB-45FD-B9F5-93E7CE6492D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498" y="1825625"/>
            <a:ext cx="10393003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101175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3110</TotalTime>
  <Words>144</Words>
  <Application>Microsoft Office PowerPoint</Application>
  <PresentationFormat>Widescreen</PresentationFormat>
  <Paragraphs>73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BERT Preprocessing</vt:lpstr>
      <vt:lpstr>BERT Pretraining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Muhammad Anwari Leksono</dc:creator>
  <cp:lastModifiedBy>Muhammad Anwari Leksono</cp:lastModifiedBy>
  <cp:revision>6</cp:revision>
  <dcterms:created xsi:type="dcterms:W3CDTF">2021-11-29T04:02:49Z</dcterms:created>
  <dcterms:modified xsi:type="dcterms:W3CDTF">2021-12-08T03:15:50Z</dcterms:modified>
</cp:coreProperties>
</file>